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633" r:id="rId3"/>
    <p:sldId id="636" r:id="rId4"/>
    <p:sldId id="637" r:id="rId5"/>
    <p:sldId id="638" r:id="rId6"/>
    <p:sldId id="258" r:id="rId7"/>
    <p:sldId id="283" r:id="rId8"/>
    <p:sldId id="284" r:id="rId9"/>
    <p:sldId id="27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5" r:id="rId22"/>
    <p:sldId id="270" r:id="rId23"/>
    <p:sldId id="272" r:id="rId24"/>
    <p:sldId id="635" r:id="rId25"/>
    <p:sldId id="271" r:id="rId26"/>
    <p:sldId id="278" r:id="rId27"/>
    <p:sldId id="279" r:id="rId28"/>
    <p:sldId id="280" r:id="rId29"/>
    <p:sldId id="63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D616D1-F0C5-4723-AB33-42B0CA25B98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84954AE9-15D1-48FA-854A-7325F55754A6}">
      <dgm:prSet phldrT="[Text]"/>
      <dgm:spPr>
        <a:solidFill>
          <a:srgbClr val="00FFFF"/>
        </a:solidFill>
        <a:ln w="28575"/>
      </dgm:spPr>
      <dgm:t>
        <a:bodyPr/>
        <a:lstStyle/>
        <a:p>
          <a:r>
            <a:rPr lang="en-GB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Definition and Introduction</a:t>
          </a:r>
          <a:endParaRPr lang="en-PK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53C9F6-D19D-4BD9-89DB-9E42BB0D1FAE}" type="parTrans" cxnId="{2B036497-D8F6-41FB-9431-045E281543E4}">
      <dgm:prSet/>
      <dgm:spPr/>
      <dgm:t>
        <a:bodyPr/>
        <a:lstStyle/>
        <a:p>
          <a:endParaRPr lang="en-PK"/>
        </a:p>
      </dgm:t>
    </dgm:pt>
    <dgm:pt modelId="{538C0040-0BD6-4B89-B5F0-45A42A57EDF1}" type="sibTrans" cxnId="{2B036497-D8F6-41FB-9431-045E281543E4}">
      <dgm:prSet/>
      <dgm:spPr/>
      <dgm:t>
        <a:bodyPr/>
        <a:lstStyle/>
        <a:p>
          <a:endParaRPr lang="en-PK"/>
        </a:p>
      </dgm:t>
    </dgm:pt>
    <dgm:pt modelId="{8DA23B42-27CF-4E01-9406-69D94643C3C8}">
      <dgm:prSet phldrT="[Text]"/>
      <dgm:spPr>
        <a:solidFill>
          <a:srgbClr val="00FF00"/>
        </a:solidFill>
        <a:ln w="28575"/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Applications</a:t>
          </a:r>
          <a:endParaRPr lang="en-PK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922B6E-27BE-4DE6-9D67-79CA7E96E582}" type="parTrans" cxnId="{86C466F8-D8B4-4D8C-9390-2AF730873D18}">
      <dgm:prSet/>
      <dgm:spPr/>
      <dgm:t>
        <a:bodyPr/>
        <a:lstStyle/>
        <a:p>
          <a:endParaRPr lang="en-PK"/>
        </a:p>
      </dgm:t>
    </dgm:pt>
    <dgm:pt modelId="{89E1009B-16B5-4C63-B73C-A7CC3DB5AEA5}" type="sibTrans" cxnId="{86C466F8-D8B4-4D8C-9390-2AF730873D18}">
      <dgm:prSet/>
      <dgm:spPr/>
      <dgm:t>
        <a:bodyPr/>
        <a:lstStyle/>
        <a:p>
          <a:endParaRPr lang="en-PK"/>
        </a:p>
      </dgm:t>
    </dgm:pt>
    <dgm:pt modelId="{BE6B0146-DC15-4EAE-9802-BF9AA53C0E8E}">
      <dgm:prSet phldrT="[Text]"/>
      <dgm:spPr>
        <a:solidFill>
          <a:srgbClr val="FF00FF"/>
        </a:solidFill>
        <a:ln w="28575"/>
      </dgm:spPr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Linear Equation and system of Linear Equations</a:t>
          </a:r>
          <a:endParaRPr lang="en-PK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0E1981-CDFC-4E3F-B909-182BD610F6AA}" type="parTrans" cxnId="{921A07C6-C082-429A-838A-75901D9D706F}">
      <dgm:prSet/>
      <dgm:spPr/>
      <dgm:t>
        <a:bodyPr/>
        <a:lstStyle/>
        <a:p>
          <a:endParaRPr lang="en-PK"/>
        </a:p>
      </dgm:t>
    </dgm:pt>
    <dgm:pt modelId="{30F74D85-9D04-4B7E-84B2-70E291FA8B6E}" type="sibTrans" cxnId="{921A07C6-C082-429A-838A-75901D9D706F}">
      <dgm:prSet/>
      <dgm:spPr/>
      <dgm:t>
        <a:bodyPr/>
        <a:lstStyle/>
        <a:p>
          <a:endParaRPr lang="en-PK"/>
        </a:p>
      </dgm:t>
    </dgm:pt>
    <dgm:pt modelId="{C05689F1-DC48-4492-8E3F-A604F4CA62A1}">
      <dgm:prSet phldrT="[Text]"/>
      <dgm:spPr>
        <a:solidFill>
          <a:srgbClr val="0000FF"/>
        </a:solidFill>
        <a:ln w="28575"/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Topics in Linear Algebra </a:t>
          </a:r>
          <a:endParaRPr lang="en-PK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E01C29-46E3-4A5A-A9C1-6104410797E0}" type="parTrans" cxnId="{461989C5-DC45-4915-8612-F3D67D4DF8EA}">
      <dgm:prSet/>
      <dgm:spPr/>
      <dgm:t>
        <a:bodyPr/>
        <a:lstStyle/>
        <a:p>
          <a:endParaRPr lang="en-PK"/>
        </a:p>
      </dgm:t>
    </dgm:pt>
    <dgm:pt modelId="{2D59BB97-F93C-46E2-AF84-2A2AA6E1A914}" type="sibTrans" cxnId="{461989C5-DC45-4915-8612-F3D67D4DF8EA}">
      <dgm:prSet/>
      <dgm:spPr/>
      <dgm:t>
        <a:bodyPr/>
        <a:lstStyle/>
        <a:p>
          <a:endParaRPr lang="en-PK"/>
        </a:p>
      </dgm:t>
    </dgm:pt>
    <dgm:pt modelId="{511ADB95-16B6-47FA-9257-9DA3FE1D9AB5}">
      <dgm:prSet phldrT="[Text]"/>
      <dgm:spPr>
        <a:solidFill>
          <a:srgbClr val="FF0000"/>
        </a:solidFill>
        <a:ln w="28575"/>
      </dgm:spPr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Solution Types</a:t>
          </a:r>
          <a:endParaRPr lang="en-PK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2D2412-FD7A-460A-9A91-6CEBC0A2AB39}" type="parTrans" cxnId="{3DAA1974-F7AF-487F-AC82-5E7F7D19AD59}">
      <dgm:prSet/>
      <dgm:spPr/>
      <dgm:t>
        <a:bodyPr/>
        <a:lstStyle/>
        <a:p>
          <a:endParaRPr lang="en-PK"/>
        </a:p>
      </dgm:t>
    </dgm:pt>
    <dgm:pt modelId="{1F74B055-278D-4E72-8981-78D903BB2565}" type="sibTrans" cxnId="{3DAA1974-F7AF-487F-AC82-5E7F7D19AD59}">
      <dgm:prSet/>
      <dgm:spPr/>
      <dgm:t>
        <a:bodyPr/>
        <a:lstStyle/>
        <a:p>
          <a:endParaRPr lang="en-PK"/>
        </a:p>
      </dgm:t>
    </dgm:pt>
    <dgm:pt modelId="{CCBE20F5-538E-4A18-A4DF-8F48C7AE24F0}" type="pres">
      <dgm:prSet presAssocID="{35D616D1-F0C5-4723-AB33-42B0CA25B985}" presName="Name0" presStyleCnt="0">
        <dgm:presLayoutVars>
          <dgm:chMax val="7"/>
          <dgm:chPref val="7"/>
          <dgm:dir/>
        </dgm:presLayoutVars>
      </dgm:prSet>
      <dgm:spPr/>
    </dgm:pt>
    <dgm:pt modelId="{EE056ABA-E7D7-4F6D-8E98-C7638394F917}" type="pres">
      <dgm:prSet presAssocID="{35D616D1-F0C5-4723-AB33-42B0CA25B985}" presName="Name1" presStyleCnt="0"/>
      <dgm:spPr/>
    </dgm:pt>
    <dgm:pt modelId="{43BD9D47-3DDA-444E-8173-7962722C4304}" type="pres">
      <dgm:prSet presAssocID="{35D616D1-F0C5-4723-AB33-42B0CA25B985}" presName="cycle" presStyleCnt="0"/>
      <dgm:spPr/>
    </dgm:pt>
    <dgm:pt modelId="{2FEFE3AE-898A-4B8C-B878-68652D4E07C8}" type="pres">
      <dgm:prSet presAssocID="{35D616D1-F0C5-4723-AB33-42B0CA25B985}" presName="srcNode" presStyleLbl="node1" presStyleIdx="0" presStyleCnt="5"/>
      <dgm:spPr/>
    </dgm:pt>
    <dgm:pt modelId="{4BC3E77D-74FA-449D-A389-AB7E4078DA60}" type="pres">
      <dgm:prSet presAssocID="{35D616D1-F0C5-4723-AB33-42B0CA25B985}" presName="conn" presStyleLbl="parChTrans1D2" presStyleIdx="0" presStyleCnt="1"/>
      <dgm:spPr/>
    </dgm:pt>
    <dgm:pt modelId="{C67A8B71-681C-4CC8-8E09-43A5DA49B359}" type="pres">
      <dgm:prSet presAssocID="{35D616D1-F0C5-4723-AB33-42B0CA25B985}" presName="extraNode" presStyleLbl="node1" presStyleIdx="0" presStyleCnt="5"/>
      <dgm:spPr/>
    </dgm:pt>
    <dgm:pt modelId="{B6B08620-011B-46B5-967A-7633D7053D03}" type="pres">
      <dgm:prSet presAssocID="{35D616D1-F0C5-4723-AB33-42B0CA25B985}" presName="dstNode" presStyleLbl="node1" presStyleIdx="0" presStyleCnt="5"/>
      <dgm:spPr/>
    </dgm:pt>
    <dgm:pt modelId="{0A97A465-6455-4A61-8E4A-5C782B953DFF}" type="pres">
      <dgm:prSet presAssocID="{84954AE9-15D1-48FA-854A-7325F55754A6}" presName="text_1" presStyleLbl="node1" presStyleIdx="0" presStyleCnt="5">
        <dgm:presLayoutVars>
          <dgm:bulletEnabled val="1"/>
        </dgm:presLayoutVars>
      </dgm:prSet>
      <dgm:spPr/>
    </dgm:pt>
    <dgm:pt modelId="{7AF96252-1AEA-4C49-9500-D36FBDD4C626}" type="pres">
      <dgm:prSet presAssocID="{84954AE9-15D1-48FA-854A-7325F55754A6}" presName="accent_1" presStyleCnt="0"/>
      <dgm:spPr/>
    </dgm:pt>
    <dgm:pt modelId="{EA0796E4-A658-4D84-8795-ADB49E22D6D0}" type="pres">
      <dgm:prSet presAssocID="{84954AE9-15D1-48FA-854A-7325F55754A6}" presName="accentRepeatNode" presStyleLbl="solidFgAcc1" presStyleIdx="0" presStyleCnt="5"/>
      <dgm:spPr/>
    </dgm:pt>
    <dgm:pt modelId="{6487F603-9FC6-45AB-A27E-62E7619E605C}" type="pres">
      <dgm:prSet presAssocID="{8DA23B42-27CF-4E01-9406-69D94643C3C8}" presName="text_2" presStyleLbl="node1" presStyleIdx="1" presStyleCnt="5">
        <dgm:presLayoutVars>
          <dgm:bulletEnabled val="1"/>
        </dgm:presLayoutVars>
      </dgm:prSet>
      <dgm:spPr/>
    </dgm:pt>
    <dgm:pt modelId="{379E8F21-11EF-4E3E-9B9C-DFC57BB2748A}" type="pres">
      <dgm:prSet presAssocID="{8DA23B42-27CF-4E01-9406-69D94643C3C8}" presName="accent_2" presStyleCnt="0"/>
      <dgm:spPr/>
    </dgm:pt>
    <dgm:pt modelId="{C54E5C14-AEBD-4322-BD67-F814DCBC787C}" type="pres">
      <dgm:prSet presAssocID="{8DA23B42-27CF-4E01-9406-69D94643C3C8}" presName="accentRepeatNode" presStyleLbl="solidFgAcc1" presStyleIdx="1" presStyleCnt="5"/>
      <dgm:spPr/>
    </dgm:pt>
    <dgm:pt modelId="{1B87CA01-F217-46E4-BFF6-F5C8DAF7DAED}" type="pres">
      <dgm:prSet presAssocID="{C05689F1-DC48-4492-8E3F-A604F4CA62A1}" presName="text_3" presStyleLbl="node1" presStyleIdx="2" presStyleCnt="5">
        <dgm:presLayoutVars>
          <dgm:bulletEnabled val="1"/>
        </dgm:presLayoutVars>
      </dgm:prSet>
      <dgm:spPr/>
    </dgm:pt>
    <dgm:pt modelId="{53EBF3A5-0BFD-4059-9B73-A68C4856A36E}" type="pres">
      <dgm:prSet presAssocID="{C05689F1-DC48-4492-8E3F-A604F4CA62A1}" presName="accent_3" presStyleCnt="0"/>
      <dgm:spPr/>
    </dgm:pt>
    <dgm:pt modelId="{6B3053B9-1DE4-453A-B634-DD8A6B3762F2}" type="pres">
      <dgm:prSet presAssocID="{C05689F1-DC48-4492-8E3F-A604F4CA62A1}" presName="accentRepeatNode" presStyleLbl="solidFgAcc1" presStyleIdx="2" presStyleCnt="5"/>
      <dgm:spPr/>
    </dgm:pt>
    <dgm:pt modelId="{A90B7971-817D-4156-A3DD-2DC80879FF22}" type="pres">
      <dgm:prSet presAssocID="{BE6B0146-DC15-4EAE-9802-BF9AA53C0E8E}" presName="text_4" presStyleLbl="node1" presStyleIdx="3" presStyleCnt="5">
        <dgm:presLayoutVars>
          <dgm:bulletEnabled val="1"/>
        </dgm:presLayoutVars>
      </dgm:prSet>
      <dgm:spPr/>
    </dgm:pt>
    <dgm:pt modelId="{6752617C-92FA-4650-8E0E-09C1217A026F}" type="pres">
      <dgm:prSet presAssocID="{BE6B0146-DC15-4EAE-9802-BF9AA53C0E8E}" presName="accent_4" presStyleCnt="0"/>
      <dgm:spPr/>
    </dgm:pt>
    <dgm:pt modelId="{52F0D2CB-32CF-4F8A-BE6E-DE9EDFDFC91F}" type="pres">
      <dgm:prSet presAssocID="{BE6B0146-DC15-4EAE-9802-BF9AA53C0E8E}" presName="accentRepeatNode" presStyleLbl="solidFgAcc1" presStyleIdx="3" presStyleCnt="5"/>
      <dgm:spPr/>
    </dgm:pt>
    <dgm:pt modelId="{C6AF742D-44F8-40F8-8BC3-59A5EF38DDE6}" type="pres">
      <dgm:prSet presAssocID="{511ADB95-16B6-47FA-9257-9DA3FE1D9AB5}" presName="text_5" presStyleLbl="node1" presStyleIdx="4" presStyleCnt="5">
        <dgm:presLayoutVars>
          <dgm:bulletEnabled val="1"/>
        </dgm:presLayoutVars>
      </dgm:prSet>
      <dgm:spPr/>
    </dgm:pt>
    <dgm:pt modelId="{82A68372-9CEC-4CB7-B3B9-CE1C8EBEBEE9}" type="pres">
      <dgm:prSet presAssocID="{511ADB95-16B6-47FA-9257-9DA3FE1D9AB5}" presName="accent_5" presStyleCnt="0"/>
      <dgm:spPr/>
    </dgm:pt>
    <dgm:pt modelId="{77128952-774A-4C5E-9235-2BC8044B8FE7}" type="pres">
      <dgm:prSet presAssocID="{511ADB95-16B6-47FA-9257-9DA3FE1D9AB5}" presName="accentRepeatNode" presStyleLbl="solidFgAcc1" presStyleIdx="4" presStyleCnt="5"/>
      <dgm:spPr/>
    </dgm:pt>
  </dgm:ptLst>
  <dgm:cxnLst>
    <dgm:cxn modelId="{3FB41803-F380-409E-BA4B-D14FF17E5086}" type="presOf" srcId="{84954AE9-15D1-48FA-854A-7325F55754A6}" destId="{0A97A465-6455-4A61-8E4A-5C782B953DFF}" srcOrd="0" destOrd="0" presId="urn:microsoft.com/office/officeart/2008/layout/VerticalCurvedList"/>
    <dgm:cxn modelId="{42FA440B-46F4-4D86-BD77-C1F4366A073D}" type="presOf" srcId="{511ADB95-16B6-47FA-9257-9DA3FE1D9AB5}" destId="{C6AF742D-44F8-40F8-8BC3-59A5EF38DDE6}" srcOrd="0" destOrd="0" presId="urn:microsoft.com/office/officeart/2008/layout/VerticalCurvedList"/>
    <dgm:cxn modelId="{7D64E55C-541C-4939-92C1-5FFFD95333F1}" type="presOf" srcId="{538C0040-0BD6-4B89-B5F0-45A42A57EDF1}" destId="{4BC3E77D-74FA-449D-A389-AB7E4078DA60}" srcOrd="0" destOrd="0" presId="urn:microsoft.com/office/officeart/2008/layout/VerticalCurvedList"/>
    <dgm:cxn modelId="{F8500F61-7B5A-4D15-B535-9A514976EDA4}" type="presOf" srcId="{BE6B0146-DC15-4EAE-9802-BF9AA53C0E8E}" destId="{A90B7971-817D-4156-A3DD-2DC80879FF22}" srcOrd="0" destOrd="0" presId="urn:microsoft.com/office/officeart/2008/layout/VerticalCurvedList"/>
    <dgm:cxn modelId="{388A666F-5F28-4F2D-9CCF-6290B261283E}" type="presOf" srcId="{8DA23B42-27CF-4E01-9406-69D94643C3C8}" destId="{6487F603-9FC6-45AB-A27E-62E7619E605C}" srcOrd="0" destOrd="0" presId="urn:microsoft.com/office/officeart/2008/layout/VerticalCurvedList"/>
    <dgm:cxn modelId="{3DAA1974-F7AF-487F-AC82-5E7F7D19AD59}" srcId="{35D616D1-F0C5-4723-AB33-42B0CA25B985}" destId="{511ADB95-16B6-47FA-9257-9DA3FE1D9AB5}" srcOrd="4" destOrd="0" parTransId="{692D2412-FD7A-460A-9A91-6CEBC0A2AB39}" sibTransId="{1F74B055-278D-4E72-8981-78D903BB2565}"/>
    <dgm:cxn modelId="{2B036497-D8F6-41FB-9431-045E281543E4}" srcId="{35D616D1-F0C5-4723-AB33-42B0CA25B985}" destId="{84954AE9-15D1-48FA-854A-7325F55754A6}" srcOrd="0" destOrd="0" parTransId="{3B53C9F6-D19D-4BD9-89DB-9E42BB0D1FAE}" sibTransId="{538C0040-0BD6-4B89-B5F0-45A42A57EDF1}"/>
    <dgm:cxn modelId="{461989C5-DC45-4915-8612-F3D67D4DF8EA}" srcId="{35D616D1-F0C5-4723-AB33-42B0CA25B985}" destId="{C05689F1-DC48-4492-8E3F-A604F4CA62A1}" srcOrd="2" destOrd="0" parTransId="{33E01C29-46E3-4A5A-A9C1-6104410797E0}" sibTransId="{2D59BB97-F93C-46E2-AF84-2A2AA6E1A914}"/>
    <dgm:cxn modelId="{921A07C6-C082-429A-838A-75901D9D706F}" srcId="{35D616D1-F0C5-4723-AB33-42B0CA25B985}" destId="{BE6B0146-DC15-4EAE-9802-BF9AA53C0E8E}" srcOrd="3" destOrd="0" parTransId="{350E1981-CDFC-4E3F-B909-182BD610F6AA}" sibTransId="{30F74D85-9D04-4B7E-84B2-70E291FA8B6E}"/>
    <dgm:cxn modelId="{720F43D1-0437-4E65-A20B-0F350941AF96}" type="presOf" srcId="{C05689F1-DC48-4492-8E3F-A604F4CA62A1}" destId="{1B87CA01-F217-46E4-BFF6-F5C8DAF7DAED}" srcOrd="0" destOrd="0" presId="urn:microsoft.com/office/officeart/2008/layout/VerticalCurvedList"/>
    <dgm:cxn modelId="{F9A42CF3-FDE4-400E-AE13-97D0095412D9}" type="presOf" srcId="{35D616D1-F0C5-4723-AB33-42B0CA25B985}" destId="{CCBE20F5-538E-4A18-A4DF-8F48C7AE24F0}" srcOrd="0" destOrd="0" presId="urn:microsoft.com/office/officeart/2008/layout/VerticalCurvedList"/>
    <dgm:cxn modelId="{86C466F8-D8B4-4D8C-9390-2AF730873D18}" srcId="{35D616D1-F0C5-4723-AB33-42B0CA25B985}" destId="{8DA23B42-27CF-4E01-9406-69D94643C3C8}" srcOrd="1" destOrd="0" parTransId="{B2922B6E-27BE-4DE6-9D67-79CA7E96E582}" sibTransId="{89E1009B-16B5-4C63-B73C-A7CC3DB5AEA5}"/>
    <dgm:cxn modelId="{BFA0F742-6849-4D52-817C-F4EB5B3EE298}" type="presParOf" srcId="{CCBE20F5-538E-4A18-A4DF-8F48C7AE24F0}" destId="{EE056ABA-E7D7-4F6D-8E98-C7638394F917}" srcOrd="0" destOrd="0" presId="urn:microsoft.com/office/officeart/2008/layout/VerticalCurvedList"/>
    <dgm:cxn modelId="{91C22B99-A479-4266-93D0-02AC58B24BA3}" type="presParOf" srcId="{EE056ABA-E7D7-4F6D-8E98-C7638394F917}" destId="{43BD9D47-3DDA-444E-8173-7962722C4304}" srcOrd="0" destOrd="0" presId="urn:microsoft.com/office/officeart/2008/layout/VerticalCurvedList"/>
    <dgm:cxn modelId="{BAEC77F4-9947-4AC1-8B54-89E45B3BE458}" type="presParOf" srcId="{43BD9D47-3DDA-444E-8173-7962722C4304}" destId="{2FEFE3AE-898A-4B8C-B878-68652D4E07C8}" srcOrd="0" destOrd="0" presId="urn:microsoft.com/office/officeart/2008/layout/VerticalCurvedList"/>
    <dgm:cxn modelId="{5E357093-E2FE-4F59-8684-6166BC6437E4}" type="presParOf" srcId="{43BD9D47-3DDA-444E-8173-7962722C4304}" destId="{4BC3E77D-74FA-449D-A389-AB7E4078DA60}" srcOrd="1" destOrd="0" presId="urn:microsoft.com/office/officeart/2008/layout/VerticalCurvedList"/>
    <dgm:cxn modelId="{5DAF6986-67A4-4744-BC04-4ACD7036E413}" type="presParOf" srcId="{43BD9D47-3DDA-444E-8173-7962722C4304}" destId="{C67A8B71-681C-4CC8-8E09-43A5DA49B359}" srcOrd="2" destOrd="0" presId="urn:microsoft.com/office/officeart/2008/layout/VerticalCurvedList"/>
    <dgm:cxn modelId="{6B89D4ED-BF2E-404D-818C-D16B047F26CD}" type="presParOf" srcId="{43BD9D47-3DDA-444E-8173-7962722C4304}" destId="{B6B08620-011B-46B5-967A-7633D7053D03}" srcOrd="3" destOrd="0" presId="urn:microsoft.com/office/officeart/2008/layout/VerticalCurvedList"/>
    <dgm:cxn modelId="{FA7A0491-C2B3-4FF8-BBB4-5E0931ACCB02}" type="presParOf" srcId="{EE056ABA-E7D7-4F6D-8E98-C7638394F917}" destId="{0A97A465-6455-4A61-8E4A-5C782B953DFF}" srcOrd="1" destOrd="0" presId="urn:microsoft.com/office/officeart/2008/layout/VerticalCurvedList"/>
    <dgm:cxn modelId="{5FC3F888-0F90-4ED7-8E70-E4103B9FAA72}" type="presParOf" srcId="{EE056ABA-E7D7-4F6D-8E98-C7638394F917}" destId="{7AF96252-1AEA-4C49-9500-D36FBDD4C626}" srcOrd="2" destOrd="0" presId="urn:microsoft.com/office/officeart/2008/layout/VerticalCurvedList"/>
    <dgm:cxn modelId="{E1D2E6F1-6BDF-4389-985E-0F871B6ED552}" type="presParOf" srcId="{7AF96252-1AEA-4C49-9500-D36FBDD4C626}" destId="{EA0796E4-A658-4D84-8795-ADB49E22D6D0}" srcOrd="0" destOrd="0" presId="urn:microsoft.com/office/officeart/2008/layout/VerticalCurvedList"/>
    <dgm:cxn modelId="{6EE122C0-3143-46C0-B73C-7D6E0287E7FF}" type="presParOf" srcId="{EE056ABA-E7D7-4F6D-8E98-C7638394F917}" destId="{6487F603-9FC6-45AB-A27E-62E7619E605C}" srcOrd="3" destOrd="0" presId="urn:microsoft.com/office/officeart/2008/layout/VerticalCurvedList"/>
    <dgm:cxn modelId="{95384F79-1A6A-4CEB-A0F9-84D6EFC04716}" type="presParOf" srcId="{EE056ABA-E7D7-4F6D-8E98-C7638394F917}" destId="{379E8F21-11EF-4E3E-9B9C-DFC57BB2748A}" srcOrd="4" destOrd="0" presId="urn:microsoft.com/office/officeart/2008/layout/VerticalCurvedList"/>
    <dgm:cxn modelId="{C0268BCF-A429-48BD-BA35-BC3583237DEF}" type="presParOf" srcId="{379E8F21-11EF-4E3E-9B9C-DFC57BB2748A}" destId="{C54E5C14-AEBD-4322-BD67-F814DCBC787C}" srcOrd="0" destOrd="0" presId="urn:microsoft.com/office/officeart/2008/layout/VerticalCurvedList"/>
    <dgm:cxn modelId="{DB482E8E-6AA9-4D30-89D5-6FD655BCA964}" type="presParOf" srcId="{EE056ABA-E7D7-4F6D-8E98-C7638394F917}" destId="{1B87CA01-F217-46E4-BFF6-F5C8DAF7DAED}" srcOrd="5" destOrd="0" presId="urn:microsoft.com/office/officeart/2008/layout/VerticalCurvedList"/>
    <dgm:cxn modelId="{8FF5E64C-BDAC-495C-BE4A-5744ABCB891B}" type="presParOf" srcId="{EE056ABA-E7D7-4F6D-8E98-C7638394F917}" destId="{53EBF3A5-0BFD-4059-9B73-A68C4856A36E}" srcOrd="6" destOrd="0" presId="urn:microsoft.com/office/officeart/2008/layout/VerticalCurvedList"/>
    <dgm:cxn modelId="{522E62C6-F583-45D8-9AAA-48A3297FDE2A}" type="presParOf" srcId="{53EBF3A5-0BFD-4059-9B73-A68C4856A36E}" destId="{6B3053B9-1DE4-453A-B634-DD8A6B3762F2}" srcOrd="0" destOrd="0" presId="urn:microsoft.com/office/officeart/2008/layout/VerticalCurvedList"/>
    <dgm:cxn modelId="{737081F1-5E15-43C3-9224-1101892A04EC}" type="presParOf" srcId="{EE056ABA-E7D7-4F6D-8E98-C7638394F917}" destId="{A90B7971-817D-4156-A3DD-2DC80879FF22}" srcOrd="7" destOrd="0" presId="urn:microsoft.com/office/officeart/2008/layout/VerticalCurvedList"/>
    <dgm:cxn modelId="{A3BA9579-CB17-4C29-ADD0-D9B6667D1EFB}" type="presParOf" srcId="{EE056ABA-E7D7-4F6D-8E98-C7638394F917}" destId="{6752617C-92FA-4650-8E0E-09C1217A026F}" srcOrd="8" destOrd="0" presId="urn:microsoft.com/office/officeart/2008/layout/VerticalCurvedList"/>
    <dgm:cxn modelId="{2FC05CCB-792C-4355-A6AF-E292CF272627}" type="presParOf" srcId="{6752617C-92FA-4650-8E0E-09C1217A026F}" destId="{52F0D2CB-32CF-4F8A-BE6E-DE9EDFDFC91F}" srcOrd="0" destOrd="0" presId="urn:microsoft.com/office/officeart/2008/layout/VerticalCurvedList"/>
    <dgm:cxn modelId="{36E42F0C-8F44-4AF1-9198-020CB94B6892}" type="presParOf" srcId="{EE056ABA-E7D7-4F6D-8E98-C7638394F917}" destId="{C6AF742D-44F8-40F8-8BC3-59A5EF38DDE6}" srcOrd="9" destOrd="0" presId="urn:microsoft.com/office/officeart/2008/layout/VerticalCurvedList"/>
    <dgm:cxn modelId="{F494F649-6F8E-4543-8080-8D366FF5A5D6}" type="presParOf" srcId="{EE056ABA-E7D7-4F6D-8E98-C7638394F917}" destId="{82A68372-9CEC-4CB7-B3B9-CE1C8EBEBEE9}" srcOrd="10" destOrd="0" presId="urn:microsoft.com/office/officeart/2008/layout/VerticalCurvedList"/>
    <dgm:cxn modelId="{1B33FAB7-21EB-47C4-BBC5-C1560C4E8C0D}" type="presParOf" srcId="{82A68372-9CEC-4CB7-B3B9-CE1C8EBEBEE9}" destId="{77128952-774A-4C5E-9235-2BC8044B8F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3E77D-74FA-449D-A389-AB7E4078DA60}">
      <dsp:nvSpPr>
        <dsp:cNvPr id="0" name=""/>
        <dsp:cNvSpPr/>
      </dsp:nvSpPr>
      <dsp:spPr>
        <a:xfrm>
          <a:off x="-6634669" y="-1014592"/>
          <a:ext cx="7896585" cy="7896585"/>
        </a:xfrm>
        <a:prstGeom prst="blockArc">
          <a:avLst>
            <a:gd name="adj1" fmla="val 18900000"/>
            <a:gd name="adj2" fmla="val 2700000"/>
            <a:gd name="adj3" fmla="val 27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7A465-6455-4A61-8E4A-5C782B953DFF}">
      <dsp:nvSpPr>
        <dsp:cNvPr id="0" name=""/>
        <dsp:cNvSpPr/>
      </dsp:nvSpPr>
      <dsp:spPr>
        <a:xfrm>
          <a:off x="551183" y="366595"/>
          <a:ext cx="7437051" cy="733659"/>
        </a:xfrm>
        <a:prstGeom prst="rect">
          <a:avLst/>
        </a:prstGeom>
        <a:solidFill>
          <a:srgbClr val="00FF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Definition and Introduction</a:t>
          </a:r>
          <a:endParaRPr lang="en-PK" sz="2500" kern="1200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1183" y="366595"/>
        <a:ext cx="7437051" cy="733659"/>
      </dsp:txXfrm>
    </dsp:sp>
    <dsp:sp modelId="{EA0796E4-A658-4D84-8795-ADB49E22D6D0}">
      <dsp:nvSpPr>
        <dsp:cNvPr id="0" name=""/>
        <dsp:cNvSpPr/>
      </dsp:nvSpPr>
      <dsp:spPr>
        <a:xfrm>
          <a:off x="92646" y="274887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7F603-9FC6-45AB-A27E-62E7619E605C}">
      <dsp:nvSpPr>
        <dsp:cNvPr id="0" name=""/>
        <dsp:cNvSpPr/>
      </dsp:nvSpPr>
      <dsp:spPr>
        <a:xfrm>
          <a:off x="1076902" y="1466732"/>
          <a:ext cx="6911332" cy="733659"/>
        </a:xfrm>
        <a:prstGeom prst="rect">
          <a:avLst/>
        </a:prstGeom>
        <a:solidFill>
          <a:srgbClr val="00FF00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Applications</a:t>
          </a:r>
          <a:endParaRPr lang="en-PK" sz="2500" kern="1200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6902" y="1466732"/>
        <a:ext cx="6911332" cy="733659"/>
      </dsp:txXfrm>
    </dsp:sp>
    <dsp:sp modelId="{C54E5C14-AEBD-4322-BD67-F814DCBC787C}">
      <dsp:nvSpPr>
        <dsp:cNvPr id="0" name=""/>
        <dsp:cNvSpPr/>
      </dsp:nvSpPr>
      <dsp:spPr>
        <a:xfrm>
          <a:off x="618365" y="1375025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7CA01-F217-46E4-BFF6-F5C8DAF7DAED}">
      <dsp:nvSpPr>
        <dsp:cNvPr id="0" name=""/>
        <dsp:cNvSpPr/>
      </dsp:nvSpPr>
      <dsp:spPr>
        <a:xfrm>
          <a:off x="1238255" y="2566870"/>
          <a:ext cx="6749978" cy="733659"/>
        </a:xfrm>
        <a:prstGeom prst="rect">
          <a:avLst/>
        </a:prstGeom>
        <a:solidFill>
          <a:srgbClr val="0000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Topics in Linear Algebra </a:t>
          </a:r>
          <a:endParaRPr lang="en-PK" sz="25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8255" y="2566870"/>
        <a:ext cx="6749978" cy="733659"/>
      </dsp:txXfrm>
    </dsp:sp>
    <dsp:sp modelId="{6B3053B9-1DE4-453A-B634-DD8A6B3762F2}">
      <dsp:nvSpPr>
        <dsp:cNvPr id="0" name=""/>
        <dsp:cNvSpPr/>
      </dsp:nvSpPr>
      <dsp:spPr>
        <a:xfrm>
          <a:off x="779718" y="2475162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B7971-817D-4156-A3DD-2DC80879FF22}">
      <dsp:nvSpPr>
        <dsp:cNvPr id="0" name=""/>
        <dsp:cNvSpPr/>
      </dsp:nvSpPr>
      <dsp:spPr>
        <a:xfrm>
          <a:off x="1076902" y="3667007"/>
          <a:ext cx="6911332" cy="733659"/>
        </a:xfrm>
        <a:prstGeom prst="rect">
          <a:avLst/>
        </a:prstGeom>
        <a:solidFill>
          <a:srgbClr val="FF00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Equation and system of Linear Equations</a:t>
          </a:r>
          <a:endParaRPr lang="en-PK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6902" y="3667007"/>
        <a:ext cx="6911332" cy="733659"/>
      </dsp:txXfrm>
    </dsp:sp>
    <dsp:sp modelId="{52F0D2CB-32CF-4F8A-BE6E-DE9EDFDFC91F}">
      <dsp:nvSpPr>
        <dsp:cNvPr id="0" name=""/>
        <dsp:cNvSpPr/>
      </dsp:nvSpPr>
      <dsp:spPr>
        <a:xfrm>
          <a:off x="618365" y="3575300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F742D-44F8-40F8-8BC3-59A5EF38DDE6}">
      <dsp:nvSpPr>
        <dsp:cNvPr id="0" name=""/>
        <dsp:cNvSpPr/>
      </dsp:nvSpPr>
      <dsp:spPr>
        <a:xfrm>
          <a:off x="551183" y="4767145"/>
          <a:ext cx="7437051" cy="733659"/>
        </a:xfrm>
        <a:prstGeom prst="rect">
          <a:avLst/>
        </a:prstGeom>
        <a:solidFill>
          <a:srgbClr val="FF0000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Solution Types</a:t>
          </a:r>
          <a:endParaRPr lang="en-PK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1183" y="4767145"/>
        <a:ext cx="7437051" cy="733659"/>
      </dsp:txXfrm>
    </dsp:sp>
    <dsp:sp modelId="{77128952-774A-4C5E-9235-2BC8044B8FE7}">
      <dsp:nvSpPr>
        <dsp:cNvPr id="0" name=""/>
        <dsp:cNvSpPr/>
      </dsp:nvSpPr>
      <dsp:spPr>
        <a:xfrm>
          <a:off x="92646" y="4675437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4:49:55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8707 4900 41 0,'0'0'168'0,"0"-4"-16"0,-6 4-15 16,6 0-12-16,-7-3-7 15,7 3-5-15,-7 0 1 0,7-5 6 16,0 5 1-16,0 0 3 0,0-4 9 0,-6 4 10 15,6 0 8-15,0 0 13 0,0 0 6 0,0 0 9 0,0 0 8 0,0 0 5 16,0 0 1-16,0 0-3 16,0 0-3-16,0 0-9 0,-6 0-14 15,6 0-18-15,0 0-21 0,-7 0-25 0,7 0-24 0,0 0-27 16,0 0-19-16,0 0-15 0,0 0-9 16,0 0-6-16,0 0 0 0,0 0 2 0,0 0-1 15,0 4 3-15,0-4-1 0,0 5-1 0,7-5 0 16,-7 3-2-16,6 1 2 0,0-4 1 0,1 5 3 15,0-2 1-15,-1-3 3 0,1 0 2 0,-1 5-3 16,8-5 0-16,-8 0-2 0,7 0-3 0,-7 4-1 16,7-4 0-16,0 0-1 0,1 0-1 15,-2 0 2-15,8 0-3 0,-7 0 0 0,7 0 1 0,-1 0 0 16,0 4-1-16,1-4 1 0,-1 0 4 0,1 0-5 0,0 0-1 0,5 0-1 16,-5 0 2-16,0 0-4 0,6 0-3 0,-7-4 7 15,7 4 3 1,-6 0-3-16,-1 0-3 0,7 0 4 0,-6 0 3 15,-1 0-4-15,7 0-2 0,-6 0 0 0,7 0 1 0,-9 0 1 0,9 0-3 0,-7 4 0 16,-2-4 3-16,2 0 2 0,0 0 0 16,6 3-1-16,-7-3-1 15,1 0 0-15,-7 0 0 0,7 0-1 16,0 0-1-16,-1 0 0 0,0 0 2 0,-6 0-2 0,7-3-3 16,-7 3 5-16,6 0 0 0,-6 0 0 15,7 0 2-15,-7 0 1 0,7 0-1 0,-8 0-5 16,2 0 3-16,6 0-5 0,-8 0 1 0,1 0 5 15,0 0-1-15,0 0 0 0,7-4-4 0,-7 4 8 16,6 0 0-16,-6 0-5 0,7 0 0 0,0-4 0 16,-1 4 1-16,1 0-2 0,0-5-2 0,5 5 1 15,-5 0 0-15,6 0 4 0,-6-3 0 0,5 3 1 16,1 0 1-16,0-5-1 0,1 5 1 0,-1 0-6 16,0 0 2-16,7-4-3 0,-8 4 0 15,8-3-3-15,0 3 6 0,-1-5 1 0,1 5 1 0,-1-4 2 16,7 0 1-16,0 1 3 0,1 3-2 0,-2-5-2 0,1 1 0 0,7 0-3 15,-7 0-2 1,6-1 1-16,1 1-1 0,7 1 1 0,-8-1 1 16,0-1 1-16,7 2-1 0,-5-1 0 0,-2-1 0 15,7 1 0-15,-7 4 0 0,8-3-2 0,-8-2-1 0,7 1 2 0,1 4 1 16,-1-4-2-16,-1 0 0 16,8-1-1-16,-7 2 3 0,1-1 0 15,5 0-4-15,-6-1 1 0,0 1 0 0,1 4 0 16,-2-4 1-16,2 0 2 0,-1 4 2 0,-1-4 2 15,2 4-2-15,-8-4 5 0,7 0-2 0,1 4-3 16,-8-4-1-16,1 4-3 0,5 0 2 0,-11-4-3 16,5 4-3-16,1-4 1 0,-13 4-4 0,6 0-4 15,-7-4-24-15,-5 4-36 0,-1 0-62 0,-7 0-85 16,-6 0-97-16,-6-4-98 0,-7 4-97 0,0-5-64 16,-13 2 7-16,-1 3 58 0,2-5 85 0,-14 1 97 15</inkml:trace>
  <inkml:trace contextRef="#ctx0" brushRef="#br0" timeOffset="914.87">9821 3769 84 0,'-6'-8'115'0,"6"0"-9"0,0-1-12 15,-8 1-9-15,8 5-7 0,0-6-7 16,0 5-7-16,0 0-4 0,0 0-1 0,0-1 3 16,0 2 3-16,0-1 7 0,0-1 3 15,0 2 8-15,0 3 7 0,0-5 7 0,0 1 4 16,0 4 1-16,0-4 7 0,0 4 10 0,0-3 8 15,0 3 5-15,0 0 8 0,0 0-1 0,0 0-12 16,0 0-17-16,0 0-23 0,0 0-21 0,0 0-27 16,0 0-15-16,0 0-7 0,0 0-10 0,0 3-4 15,0 1 2-15,-6 0 3 0,6 4-2 0,0 4 0 16,0 1 1-16,-6 0-2 0,6 3-2 0,0 4-3 16,-7 0 1-16,7 4 0 0,-6 1-1 0,6-1 4 15,-7 5-2-15,7-1 4 0,0 1 0 16,-6 4-2-16,6 0 0 0,0-2-4 0,0 7 1 15,0 2 0-15,-7-3 1 0,7 8-3 0,0-5 0 16,0 5 1-16,0-4 3 0,0-1-1 0,0 2-3 0,0-2 4 16,7-4 3-16,-7 5 1 0,0-4-3 15,0-1-2-15,0 6 2 0,6-7 0 0,-6 6 0 0,7-4-2 16,-7 3 0-16,6-2-2 16,-6 3 2-16,0-1-5 0,7-3 2 0,-7 4 1 15,0-1-4-15,0 1 6 0,0-1 0 0,0-3 0 0,0 3-3 16,0-3 0-16,0-5 0 0,0 6-1 15,0-5-1-15,0-2 0 0,0-2 3 0,0 4 2 16,0-5 0-16,0-4 1 0,0 1-1 0,6-1 2 0,-6 1-1 16,0-5-3-16,0 4 0 0,6-8-1 15,-6 5-2-15,8-1 0 0,-8-3 2 0,6-1 0 16,-6-3-5-16,0-1-1 0,6 0-6 0,-6-1-13 0,0-2-30 16,7-1-37-16,-7 0-43 15,7-4-42-15,-7 1-36 0,0-1-23 0,0-4-7 16,6 0 0-16,-6-4 8 0,6-1 3 0,-6 1-6 15,7-4-6-15,-1 0 13 0,1-4 24 0</inkml:trace>
  <inkml:trace contextRef="#ctx0" brushRef="#br0" timeOffset="2160.3">9052 3720 18 0,'0'-4'96'16,"-6"0"-17"-16,6-4-8 0,0 4-5 0,0-4 3 16,0 3-3-16,0-3 1 0,0 5 2 15,0-6-2-15,0 5 0 0,0-5-2 0,0 5 3 16,0 1 11-16,6-6 10 0,-6 6 7 0,0-1 3 16,0-1 6-16,0 1 7 0,7 1 5 0,-7 3 4 15,0-5 1-15,0 5-4 0,0-4-10 0,0 4-17 16,0 0-23-16,0 0-21 0,0 0-18 0,0 4-11 15,0 1-6-15,-7 2-2 0,7 5 1 16,0 4 1-16,0 1 1 0,0-1 2 0,-6 4-1 16,6 6-2-16,0-3-5 0,0 6-1 0,-6-1 2 0,6 5 0 15,-8 3-1-15,8-3 2 0,0 9 1 16,-6-2-1-16,0 5-3 0,6 0-3 0,-6 0 0 16,6-1-4-16,-8 5 2 0,2-5 1 0,6 5-2 15,-6-3 0-15,6 3 0 0,-7-5 4 0,7-3-3 16,-6 3-1-16,6-3 2 0,-7 4 1 0,0-9-3 15,7 5 0-15,0 0 0 0,-6-5 1 0,6 2-1 16,-6-3 0-16,6 3 1 0,-6-2 0 16,6 0-1-16,-8-3-3 0,8 4 0 0,-6-4 2 0,6-2 1 0,-6 2 0 15,6 0 0-15,0-5 1 16,0 6-1-16,0-6 1 0,-7 0-3 0,7 0-1 16,0-3 1-16,0 3 0 0,0-3 1 0,-7 4 1 0,7-5 0 15,0 1 3-15,0-1-1 0,0 0 2 16,0 0-3-16,-6-3 0 0,6 0 3 0,0-1-4 15,0 0 3-15,0 1-3 0,-7-2 1 0,7 3 1 0,0-6-3 16,0 3-1-16,0 3-3 16,0-6 5-16,0 0-3 0,0-1 0 0,0-2 2 0,0 0-2 0,0-6 4 15,0 6-3-15,0-5 1 0,0-3 0 0,0 2-2 16,0-3 1-16,7 0-1 16,-7-4-4-16,0 4 2 0,0-4-2 0,0 0 0 15,0 0-6-15,0-4-17 0,6 0-26 0,-6 0-46 0,0-3-56 16,0-3-71-16,-6 3-91 0,6-2-50 15,-7 2-8-15,7-6 25 0,-6 0 47 0</inkml:trace>
  <inkml:trace contextRef="#ctx0" brushRef="#br0" timeOffset="2879.26">9014 5919 282 0,'0'-5'347'15,"-8"0"27"-15,8-2-9 16,-6-2-85-16,6 6-76 0,-6-6-37 16,6 5-2-16,-7-4 12 0,7 4 11 0,0-4 6 15,0 0-11-15,7 5-22 0,-7-7-37 0,6 3-38 16,0 2-33-16,8-3-27 0,-8 5-10 0,8-6-8 0,-8 5-2 0,7 4-8 16,0-4-3-16,-6 8 1 15,5-4-3-15,-6 4 0 0,8 5-3 0,-8-2 1 16,1 6-6-16,-1 0-7 0,-6-2-6 0,7 6-6 0,-7-1-3 0,0 0-3 15,0 4 0 1,0-4-2-16,-7 4 3 0,7-2 0 0,-6 1 7 16,-1-2 3-16,7-1 7 0,-6 1 7 0,0-5 7 15,-2 0 8-15,8-4 1 0,0-4 4 0,-6 5 0 16,6-9-1-16,0 0 0 0,0 0-7 0,6-5-2 16,-6-3 0-16,8 0 1 0,-2-4-1 0,0-5 2 15,1 1 3-15,-1 0 2 0,1-1 0 16,0 2-1-16,5-3 5 0,-5-2-2 0,0 0-2 15,-1 4-1-15,0-4-3 0,1-1 0 0,0 5 1 16,-1 0 1-16,-6-1 0 0,7 1 6 0,-7 0 7 16,0 4 9-16,6-1 13 0,-6 5 15 0,0 4 22 15,0-3 17-15,0 1 13 0,0 3 7 0,0 3-5 16,0 0-9-16,0 0-16 0,0 3-23 0,-6 3-15 16,6 1-19-16,0 2-7 0,-7-2-8 0,7 5-3 0,-6-3-2 15,6 3 1-15,0 0 1 0,-7 0-1 16,7 4 1-16,0-3 0 0,-7 3-2 0,7-4-1 15,0 4-2-15,0-3 1 0,0 0-4 0,0 2 1 0,0-2 0 16,7-1-1-16,-7-4 1 16,7 5 0-16,-1-5-2 0,1-1-2 0,-1 2-5 15,0-1-18-15,2 1-29 0,-2-6-47 0,0 1-53 16,7 0-65-16,-6-4-62 0,6 0-52 0,0-4-41 16,0 4-29-16,-7-4-36 0,8 1 16 15,-2-2 42-15,1 1 56 0</inkml:trace>
  <inkml:trace contextRef="#ctx0" brushRef="#br0" timeOffset="3096.55">9450 5833 54 0,'-7'-4'284'0,"7"4"26"16,-7 0 17-16,1 0-64 0,0 0-77 0,6 0-55 15,0 0-32 1,-7 0-16-16,7 0-8 0,0 0-3 0,0-5-3 15,7 5-10-15,-7 0-7 0,6 0-9 0,0-4-6 16,8 0-14-16,-2 4-15 0,2-3-17 0,-1-2-29 16,0 5-36-16,-7-4-48 0,1 4-52 0,-1 0-56 15,0 0-69-15,2 0-34 0,-8 4 5 0,0 1 32 16,0-2 42-16</inkml:trace>
  <inkml:trace contextRef="#ctx0" brushRef="#br0" timeOffset="3302.68">9430 5995 133 0,'0'4'244'0,"0"1"19"16,0-1-17-16,0-4-28 0,0 0-13 0,0 4 5 0,6-4 25 0,1 0 30 15,0 0 10-15,-7 0-7 0,12-4-20 16,-5 4-30-16,0-4-37 16,6-1-46-16,-7-3-43 0,7 5-33 0,0-2-22 15,1-3-19-15,-2 0-12 0,1 3-11 0,0-2-27 16,0 2-62-16,1-3-81 0,-2 5-82 0,2-2-80 0,-8 2-64 15,7-2-48-15,-7 1-27 0,8 4 36 16,-8 0 60-16,0 0 65 0</inkml:trace>
  <inkml:trace contextRef="#ctx0" brushRef="#br0" timeOffset="3539.68">9756 5991 281 0,'0'-3'336'0,"0"-2"44"16,0 5-12-16,0-3-45 0,0 3-32 0,0 0-15 16,0-5-8-16,0 5-7 0,0 0-17 0,0 0-22 15,6-4-29-15,-6 0-34 0,13-1-36 0,-6-2-31 16,6 2-26-16,7-3-26 0,-1 0-17 0,0 5-16 16,1-6-7-16,6 1-10 0,-7 0-26 0,8 0-49 15,-7 0-84-15,5-1-92 0,-5 5-80 0,6-4-78 16,-6 0-46-16,-1 4-32 0,1 0 12 0,-8-3 56 15,8 2 67-15,-1-3 69 0</inkml:trace>
  <inkml:trace contextRef="#ctx0" brushRef="#br0" timeOffset="3760.68">10251 5581 290 0,'0'-13'368'0,"0"0"62"15,0 1 19-15,0 5-12 0,0-2-11 0,0 6-15 16,-6-2-4-16,6 1 4 0,0 4-16 0,6 0-42 15,-6 0-54-15,0 0-47 0,0 0-52 0,0 0-58 16,6 9-50-16,-6-6-34 0,6 6-14 16,-6-2-13-16,7 5-10 0,0 1-8 0,-1-5-9 15,1 4-8-15,-1 1-2 0,1-2-5 0,0 2-14 16,-1 4-47-16,-6-6-60 0,6 6-90 0,0-1-121 16,-6-3-133-16,0 2-101 0,0 2-60 0,0-1-41 15,0 0 8-15,-6 1 75 0,0-1 112 0,6 1 106 16</inkml:trace>
  <inkml:trace contextRef="#ctx0" brushRef="#br0" timeOffset="3980.83">10153 6028 315 0,'0'-4'466'0,"0"4"53"0,7-3 39 16,-1-2-69-16,0-3-86 0,8 4-77 0,-2-5-46 15,2 2-23-15,-1-6-8 0,7 5-9 0,-2 0-26 16,9-4-36-16,-7-1-32 0,-2 5-34 16,2-4-58-16,0 4-94 0,-1 0-99 0,1 0-110 15,0-1-125-15,-1 5-109 0,-6 4-75 0,-6 0-49 16,5 0-20-16,-5 4 47 0,-7 5 94 0,7-1 97 16</inkml:trace>
  <inkml:trace contextRef="#ctx0" brushRef="#br0" timeOffset="4217.53">10446 6073 84 0,'13'4'262'0,"-6"0"17"0,5 0 20 16,2-4-79-16,-1 9-62 0,0-6-4 15,0 6 18-15,-1-2 18 0,2 2 1 0,-8-1-3 16,7 4-12-16,-6-4-27 0,-1 0-31 0,-6 4-22 16,7 1-7-16,-7-1 6 0,-7 0 12 0,1 1 8 15,6-2 10-15,-13 5 7 0,6-3-5 0,-5-1-15 0,4 0-23 16,2-3-26-16,-7 3-21 0,7-4-19 15,6-4-13-15,0 0-6 0,0 0-14 0,0-4-17 16,6 0-39-16,1-4-64 0,5 0-83 0,2-4-84 0,5-1-71 16,1-7-48-16,0 4-20 0,6-4 0 15,-1 0 13-15,1 0 48 0,1-5 60 0,-1 1 53 16</inkml:trace>
  <inkml:trace contextRef="#ctx0" brushRef="#br0" timeOffset="8717.19">24982 6756 67 0,'-12'-3'176'0,"-2"-1"-15"16,8 4-13-16,-7-5-15 0,7 5-14 0,-1 0-15 15,0 0-11-15,1 0-8 0,0 0-3 16,6 0-2-16,0 0 2 0,0 0 0 0,0 0-2 15,0 0 0-15,0 0-4 0,0 0 16 0,0 0 22 16,0 5 12-16,0-5 11 0,0 4 10 0,0-1 10 0,6 1-10 16,-6 1-23-16,0-1-18 0,0-1-18 15,6 7-15-15,-6-3-20 0,7-2-20 16,6 2-12-16,-6 2-9 0,5-1-6 0,8-4-6 0,0 4 2 16,-1 0-1-16,7 0 2 0,0 1 1 0,7-2-3 15,-1-2 5-15,7-1-6 0,7 0 0 0,-1-1 0 16,8-3 1-16,-1 5 3 0,13-5-4 15,-6 0 0-15,0 0-1 0,6 0 0 0,6 0 2 16,0 0 0-16,2 0 1 0,4 0 5 0,8-5-3 0,0 5 0 16,6 0-5-16,-7-3 1 0,7 3 0 15,1 0-1-15,6 0 1 0,-8 0-1 0,9-4-1 16,5 4 1-16,0-4-4 0,-6 4 0 0,6 0-1 16,0 0 4-16,-6-5 0 0,6 5 2 15,0 0 4-15,1 0-1 0,-8 0-3 0,1 5-4 16,-1-10 0-16,-12 5 2 0,0 0-4 0,-1 0 0 15,-12 0-1-15,0 0 2 0,-7-4-6 0,0 4-24 16,-13-3-31-16,1 3-43 0,-8-4-45 0,-7-1-50 16,-11 5-33-16,-1-4-25 0,-6 0-18 0,-14 0-23 15,0 0-31-15,-6-4 6 0,-12-1 16 0,-2 6 33 16</inkml:trace>
  <inkml:trace contextRef="#ctx0" brushRef="#br0" timeOffset="9284.53">26252 5063 131 0,'8'-11'226'0,"-2"-2"16"0,-6 0-44 16,6 6-63-16,-6 2-39 16,0 2-26-16,6-2-14 0,-6 1-1 15,0 4 7-15,8 0 13 0,-8 4 17 0,0 1 18 16,6-2 25-16,-6 9 25 0,0 1 20 0,6 7 18 16,-6 4 12-16,0 5-1 0,0 4-12 15,0 3-21-15,0 5-25 0,0 4-27 0,0 4-29 0,7-1-15 16,-7 9-15-16,0 4-16 0,6 5-20 0,-6 7-9 15,0 5-6-15,0 3-6 0,0 4-3 16,0 5-5-16,0-1 5 0,-6 4 3 0,-1 6-2 0,1-2-3 16,6 1 2-16,-6 4 1 0,-2 0-5 15,2 0-4-15,0-5 6 0,6-3 1 0,-6-1-3 16,6 1 0-16,0-4-4 0,0-1-1 0,0-3-9 0,0-6-23 16,0-2-51-16,0-4-68 0,0-6-67 15,0-7-60-15,0-4-55 0,0-7-35 16,0-5-11-16,0-9-28 0,0-4 15 0,-8-3 32 0,8-5 42 0,-6-8 50 0</inkml:trace>
  <inkml:trace contextRef="#ctx0" brushRef="#br0" timeOffset="10149.62">24814 7282 57 0,'-8'0'203'0,"8"-4"20"0,0 0-37 15,0 4-36-15,0-5-24 0,0 5-12 16,8-3-5-16,-8-2-2 0,6 1 1 0,-6 0-4 15,6 1-7-15,1-6-8 0,6 6-9 0,-7-6-10 16,7 0-10-16,1 1-4 0,-2 1-3 0,2-6 3 16,5 5 5-16,1 0 8 0,0-5 6 0,-2 1 8 15,2 0 6-15,7-4 4 0,-1 3 4 0,-1-3 0 16,7 0 1-16,-5 1-14 0,5-3-11 0,1 3-14 16,-1-2-12-16,2 1-15 0,5-1-12 0,-7-3-2 15,7 0-8-15,0 4 0 0,0-5-3 0,0-4-1 16,0 5-1-16,-6 0-1 0,5-5-1 15,2 6-3-15,-1-6-2 0,0 0 0 0,1 1 2 16,-2-4-1-16,1 3 3 0,7-4 2 0,-1 5-1 16,-6-4 2-16,7-1-4 0,-1 1 1 0,2 0-1 15,-2-5 0-15,1 0 3 0,-1 0-4 0,1 1 3 16,-1-1-3-16,-6 1 2 0,1-4 1 0,-1 3-2 16,-7 0 2-16,1-4-3 0,5 5 0 15,-5-1 0-15,-1 0 0 0,2 2-3 0,-2-2 3 0,1 0 2 16,6 1 1-16,-7-1 1 0,1 1-1 15,-1-1-1-15,1 5 3 0,-1-5-2 0,1 0 0 16,7 4 0-16,-8-3 0 0,7 4 2 0,0-5-1 16,-7 4-1-16,7 1 1 0,-5-4-3 0,4 4 3 15,-5-2-2-15,6 2-2 0,-7-1 5 0,7 1-2 16,1-1 0-16,-1-2-2 0,-7 2-1 0,7-4 0 16,1 5-2-16,-8-1-3 0,7-4 1 0,0 5 3 15,-7 0 0-15,7-1-5 0,-5 1-1 0,-2 3 5 16,1 1 1-16,-1 0 0 0,1-1 2 0,-7 0 0 15,-1 4 1-15,1 2-2 0,-6-2 0 16,0 1-2-16,-1 0 1 0,1-1 1 0,-7 5 3 16,0 0 0-16,0-1 1 0,-7 1 3 0,1 0 14 15,0 4 21-15,-1 0 10 0,0-1 14 0,-6 0 9 16,0 6 3-16,0-2-11 0,0 2-14 0,0 2-15 16,-6 1-22-16,6 1-49 0,0 3-89 15,-6 0-126-15,-1 0-123 0,-6 0-157 0,-6 3-76 16,5 1-6-16,-12 1 59 0,0 6 108 0</inkml:trace>
  <inkml:trace contextRef="#ctx0" brushRef="#br0" timeOffset="11246.21">24865 4567 76 0,'7'-9'236'0,"-7"6"24"16,7-2-30-16,-7 5-45 0,0-4-48 15,0 4-42 1,6-4-27-16,-6 4-23 0,0 0-13 0,0 0-7 15,6 4 1-15,-6-4 11 0,7 4 12 0,0 1 11 16,-1-2 4-16,0 2 3 0,1 2-2 0,0 2-11 16,-1-1-11-16,7 1-8 0,-7 2-6 0,8 1-4 15,-8 1-6-15,7 0-1 0,0-1-3 0,0 4-1 16,1-4-6-16,4 4 0 0,-4 1 2 0,5 3 0 16,1-4 4-16,0 4 7 0,5 1 6 0,1-1 2 15,0 1 4-15,1 3-2 0,5 0 0 0,1 0-5 16,5 5 3-16,2-4 4 0,-1 3 6 0,6 5 6 15,1-4 2-15,-1 2 4 0,1 2 1 0,0 0-6 16,0 4-3-16,-1-5-3 0,1 5-1 16,5-5-3-16,-5 5-3 0,7 0-5 0,-2-1 1 0,2 1-6 15,-1 4-5-15,7-1-7 0,0 0-4 16,-2 1 3-16,-4 1-9 0,5 3 0 0,1 3 0 16,-7-4 1-16,0 5 1 0,7 1-3 0,-7-2 3 0,0 5-3 15,0-4 0-15,0 0 1 0,1 0-2 16,5-1-1-16,-6 2-1 0,6-6 6 0,-5 5 3 15,-1 0 1-15,0 0 4 0,0-5 3 0,-7 5 6 16,1 0 7-16,7 0-2 0,-8 4 4 0,1-9 4 16,-1 10 0-16,7-10-5 0,-6 5-8 0,0-4-2 15,5-5-5-15,2 5-3 0,-1 0-6 0,-7 0 1 16,7-5 2-16,-6 5 0 0,0-4 1 16,-1 5 0-16,1-6 3 0,-7 0-2 0,7 1-2 15,-7 0 2-15,-1 0-3 0,1-5-2 0,1 1-1 16,5 4-1-16,-12-8 0 0,5 2-4 0,2-2-2 15,-7-4-2-15,-1-1 4 0,1 0 2 0,-1-3-1 16,7-4 0-16,-13 3 2 0,7-4 2 0,-7-3-2 16,-6-1-2-16,5 0-2 0,-11-3 1 0,6-1 0 15,-8-4-3-15,1 5-2 0,-6-10-19 0,-1 1-71 16,1 0-111-16,-14-4-127 0,7-4-131 0,-13-3-71 16,0-6-15-16,1 5 52 0,-15-9 99 15</inkml:trace>
  <inkml:trace contextRef="#ctx0" brushRef="#br0" timeOffset="12042.99">24749 6288 61 0,'6'-12'184'0,"-6"0"2"0,13-5-37 0,-7 6-33 16,1-5-17-1,6-1-6-15,-1 1-2 0,2-5-5 0,-1 5-2 16,0 0-3-16,6-5-2 0,1 2-1 0,0-7-2 15,6 7 3-15,-7-9 2 0,7 2 0 0,0 2-1 16,7-5-2-16,-7 1 0 0,13-5-2 0,-7 5 3 0,7-5 4 0,1 0 5 16,5-3 5-16,1 3 5 15,6-7 4-15,0 4-3 0,0-1-4 16,7-3-10-16,-7 2-13 0,6-3-14 0,-5 1-11 0,5 0-13 16,7-2-9-16,-6-2-9 0,6-5 1 0,6 0-2 0,2-3 0 15,4 2 4-15,-5-2 4 16,0-2 11-16,6 2 6 0,-6-5 11 0,-1 3 5 15,1 1 9-15,0 1 2 0,-7-2-4 0,6 7-5 16,1-7-10-16,0 2-6 0,-7-2-6 0,0 1-9 0,0 1-5 16,0-2-3-16,-6 2-6 0,-1 3 0 15,-5-4-7-15,4 8 1 0,-4-4-2 0,-1 0 1 16,1 5-3-16,-8 0-4 0,1-2 3 0,-1 5 1 16,0 5-1-16,-5-5-2 0,-1 8 3 15,0-4-2-15,-7 6-5 0,1-2-13 0,-7 4-47 0,-6 1-110 0,0-1-135 0,-2 4-153 0,-11 1-117 31,0-4-52-31,-1 7 16 0,-6-7 91 0,0 3 124 0</inkml:trace>
  <inkml:trace contextRef="#ctx0" brushRef="#br0" timeOffset="46661.69">25094 9562 73 0,'51'16'61'0,"1"3"-24"0,1-2-16 16,-1-1-7 0,0 5 1-16,-6-4 6 0,-1-2 5 0,1 1 6 15,-7 1 4-15,0-1 6 0,-7 0 4 0,1-4 4 16,-1 5 5-16,1-5-2 0,0 4-1 0,0-3-4 0,-8 0-8 0,7 2-8 0,-5-2-11 31,5-1-4-31,-6 0-4 0,7 5-4 0,-1-6-2 16,1 2-2-16,-7-2 0 0,6-2-3 0,1-1-1 15,0 4 0-15,-1-8 1 0,-6 4 2 0,7 1 2 16,-7-6 5-16,6 2 7 0,-5-1 5 0,-1 0 2 16,-6-4-1-16,-1 5 1 0,1-5-5 0,-8 0-8 15,2 3-9-15,-8-3-21 0,0 0-30 0,1 4-26 16,-7-4-42-16,-7 4-53 0,7-4-30 0,-6 0-2 15,-8 0 19-15</inkml:trace>
  <inkml:trace contextRef="#ctx0" brushRef="#br0" timeOffset="48186.57">25432 10306 154 0,'-6'0'302'15,"6"-4"30"-15,-7 0 7 0,7 0-57 16,-7 0-56-16,7-4-27 0,-6 4 4 15,6-5 14-15,0 6 19 0,0-6 5 0,0 2-3 16,0-5-8-16,0 2-13 0,0-2-17 0,0 1-23 16,0 2-18-16,6-3-17 0,-6 0-16 0,7 4-20 15,-7-5-20-15,7 1-24 0,-1 5-19 16,7-6-12-16,-7 4-17 0,8 2-7 0,-2-2-5 16,2 1-2-16,5 0 2 0,1 0-2 0,-8 4 1 15,8 0-1-15,0 0-1 0,-1 4-1 0,-5 4-2 16,-2 0 2-16,2 0-4 0,-1 4 1 15,-1 0 1-15,-5 4-3 0,0 0 1 0,-1 1-3 16,-6 3 2-16,0 0-2 0,-6 1-1 0,6-1 3 16,-7 5 2-16,-6-2 2 0,0 3 0 0,0-3 3 15,0 2 0-15,-1-1 3 0,-5 1-1 0,0-5 0 16,6 0-1-16,-1 1-2 0,2-6 1 0,-1 6 1 16,0-9-3-16,6 5 2 0,1-6-1 0,-1-2-1 15,7-2-2-15,0 1-2 0,0-4-1 0,7 0-4 16,-1-7-2-16,7 2 1 0,7-7 0 0,0 1 1 15,-1-6-2-15,7 1-1 0,0-1 2 0,-6-3-4 16,5 0-6-16,1-1-2 0,-6-3-2 0,6 0-1 16,-7-2-3-16,1-2-4 0,6 0 2 15,-7-1 0-15,-5 1 6 0,6-1 6 0,-8 1 0 16,1 4 8-16,1 3 7 0,-8 1 7 0,0 3 6 16,1 5 10-16,-7 5 12 0,7-3 9 0,-7 7 3 15,0-1 0-15,-7 4-6 0,0 4-5 0,1 4-5 0,0 4-2 16,-8 4-5-16,1 5-1 0,-6-1-3 15,6 5-1-15,-1-5-11 0,2 5-2 0,-1-6-4 0,0 3 0 0,6 1-1 0,-5-2 2 16,4-1 3 0,2 0 1-16,0-3-2 0,6 4-1 0,0-6-1 15,0 1-4-15,0 1 1 0,6-1-2 16,0-3-9-16,2-1-23 0,4-4-41 0,1 0-72 16,7 0-86-16,0-3-83 0,-1-5-58 0,0 0-28 15,8-5 7-15,-1 1 47 0,-1 0 70 0,1-4 73 16,0-4 62-16,1 4 44 0,-1-9 34 0,-6 5 23 15,5-5 14-15,-5-2 10 0,6-2 7 16,-7 1 8-16,1-5 2 0,0 6 6 0,-1-7 10 0,1 6 16 16,-8 0 35-16,2 3 51 0,-8 5 63 15,0 1 61-15,8 2 45 0,-14 5 18 0,6 0-14 16,1-1-37-16,-7 10-47 0,0-5-49 0,-7 8-45 16,1 1-33-16,-8 2-17 0,8 1-12 0,6 5-18 15,-6-5-16-15,0 4-7 0,6-4-1 0,0 5-6 16,0-5-2-16,6 0 1 0,0 1-1 0,8-1 1 0,-2-5-2 15,1 3 1-15,1-7 1 0,-2 1 1 16,8-4 2-16,-1 0-2 0,-5-4 2 0,4 1 1 16,2-7-4-16,0 7 1 0,-1-10-2 0,-5 6 3 15,5-2-1-15,-6-3 1 0,0 4 2 0,0-4-2 16,-6-1-1-16,5 1-1 0,-4 0-4 16,-2 0-1-16,0-5 0 0,1 5 1 0,-1 1 2 15,-6 2 1-15,7-4 5 0,-7 6 3 0,6 3-2 16,-6-1-4-16,0 2-2 0,0 3-1 0,-6 3-1 15,6 6 0-15,-7-2 3 0,1 15 3 0,6-3 4 16,-7 6-2-16,1 4-1 0,0-1-4 0,-2 8 0 16,2 6 4-16,0-2 1 0,6 5 3 0,-7 0 1 15,1 0 2-15,6 3 0 0,-7 1-1 16,7 0-4-16,-6-1 0 0,6-3 0 0,0 4 0 16,-7-3-3-16,7-6-2 0,0 4 2 0,0-6 1 0,0-2 0 0,-6 0 0 0,6-7-1 0,0-1 2 15,-7-3-1-15,7-9 0 0,0 4 3 0,-7-7-1 16,7 0 5-16,-6-10 0 15,0 1-2-15,6 0-3 16,-7-8 1-16,0 0 1 0,-5-4 0 0,5 0-4 16,1-8 3-16,-1-1-2 0,-6-3 0 0,7-1-3 15,-2-7-5-15,-4-1 2 0,6-3 0 0,-1-5-2 16,-6-4 0-16,13-3 0 0,-7-1 0 16,7 0-7-16,-6-4-2 0,12 1 0 0,-6 3 0 0,7 0 1 0,-1 5 3 15,1 7 4-15,6-4 1 16,-1 8-18-16,8 1-38 0,0 3-55 0,-1 5-66 15,1 0-68-15,6 4-61 0,-6-1-39 0,5 6-27 16,2-6-26-16,-1 5 25 0,6 3 46 0,-5-3 51 16</inkml:trace>
  <inkml:trace contextRef="#ctx0" brushRef="#br0" timeOffset="48352.69">26976 10132 139 0,'0'-5'310'16,"0"5"29"-16,0-4 21 0,0 0-85 0,0 0-70 15,0-1-41-15,0 5-19 0,0 0-18 0,0-4-11 16,0 4-18-16,6-3-26 0,0 3-28 0,2-5-29 16,-2 5-31-16,6 0-45 0,2-4-54 0,-1 1-59 15,7 3-64-15,-8 0-68 0,2-5-57 16,-8 5-6-16,7 0 29 0,-7 0 48 0</inkml:trace>
  <inkml:trace contextRef="#ctx0" brushRef="#br0" timeOffset="48522.81">26878 10273 196 0,'-6'9'350'0,"-8"-1"24"0,8 0 15 16,6 0-95-16,-6 0-96 0,6-4-66 15,6 4-38-15,0 0-20 0,8-3-12 0,-2 3-13 0,8-4-19 16,-1-1-13-16,7-3-17 0,1 5-18 16,5-5-26-16,1 0-42 0,5 0-48 0,-5 0-52 15,0-5-51-15,-1 2-65 0,2-1-36 0,-9 0 9 0,7 0 31 16,1-4 44-16</inkml:trace>
  <inkml:trace contextRef="#ctx0" brushRef="#br0" timeOffset="48881.15">27614 9843 280 0,'-7'-5'414'0,"7"-2"40"15,0 2 23-15,-6 0-106 0,6 5-105 0,0 5-64 16,-7 0-43-16,7 2-24 0,0 5-14 0,0 0-10 0,0 0-21 0,0 1-31 15,0 3-24-15,0 5-12 16,0-1-7-16,7-4-9 0,-7 4-4 0,6 6 0 16,-6-11-3-16,14 6-5 0,-8-5 0 15,6-4 4-15,2 0 0 0,-1-3 1 0,7-6 0 16,-1 1-1-16,0 1-4 0,8-5-3 0,-8-5-2 16,8 5-3-16,-2-7-3 0,-5 2 2 0,6-3 2 15,-6 5 3-15,-1-10 0 0,1 4 2 0,-8-2 2 16,2 3-2-16,-2-5 1 0,-5 5 1 15,-1 1 5-15,1-2 0 0,-7 5 0 0,7-1 3 16,-7 5 0-16,-7 0 1 0,7 5 0 0,-13 8 3 16,0-2 0-16,0 6-1 0,-6-1-2 0,5 9-2 15,1-2-4-15,1-2-1 0,-8 3-3 0,14 1-8 16,-8 3-54-16,8-3-91 0,6-1-84 0,-7-3-72 16,14 3-65-16,-1-8-57 0,0 4-11 0,14-3 55 0,0-1 67 15,6-8 61-15</inkml:trace>
  <inkml:trace contextRef="#ctx0" brushRef="#br0" timeOffset="49698.29">29515 9635 93 0,'14'-12'354'0,"-8"3"70"0,7 5 61 15,-6-4-32-15,-7-1-90 0,6 6-85 16,1 3-74-16,-7 0-65 0,6 0-59 0,-6 0-39 16,6 7-21-16,-6-2-7 0,8 7-2 0,-8 0-5 15,0 5-4-15,6-1 1 0,-6 4 1 0,0 4 0 0,6-2-2 16,-6 1 2-16,0 1-3 0,0 2-3 15,0-3-3-15,0 6-4 0,-6-8 0 16,6 3-6-16,-6-3 1 0,6-2 1 0,0-2-1 0,-8-5 4 0,8-3 1 16,0-2 5-16,0 1 1 0,0-3 3 15,0-1 2-15,0-4-4 0,0 4-4 16,0-8-6-16,8 0-6 0,-8-1-2 0,6-3-3 16,0 1 2-16,-6-2 1 0,6-3 5 0,2 0 5 15,-2-4 4-15,0-1 3 0,1 1-3 0,-7-4-5 16,6-1-15-16,8-3-15 0,-8-1-14 0,0 1-7 15,0-5-1-15,2 1 6 0,4 4 16 0,-5-1 18 16,0 0 10-16,-1 5 10 0,1 0 6 0,-1 4 5 16,0 4 4-16,8-1 4 0,-14 5 2 15,6 4-2-15,-6-4-2 0,6 8-1 0,1 0-1 0,0 0-1 0,-1 8 1 0,-6-4-1 16,7 8 0 0,-1-3 1-16,0 3-5 0,1 4-4 0,0 1 2 15,-1-2-3-15,0 2-2 0,8 3 1 0,-8-3 2 16,1-1-1-16,-1 1-2 0,7-1 2 0,-6-1-1 15,-1-2 2-15,0-1-3 0,2 0 0 0,-2-4 0 16,0 1-2-16,1-6 1 0,0 2-3 0,-7-2 5 16,6-3 1-16,0 0 2 0,1-3 0 0,-1-2-1 15,1 2 3-15,0-6-4 0,-1 1 1 0,0-4-4 16,1 3-2-16,0-3 1 0,-1-4 1 0,7 4 0 16,-13-4-2-16,6-4 1 0,1 3 2 15,0-3 2-15,-1-1-1 0,0 2 3 0,-6-3-2 16,8 3 3-16,-2-2-1 0,-6 1-3 0,0 0-3 15,6 3 0-15,-6 1-4 0,0 4-21 0,0 0-47 16,0-1-68-16,7 10-80 0,-7-6-81 0,0 5-85 16,0 0-28-16,0 4 22 0,6 0 55 15</inkml:trace>
  <inkml:trace contextRef="#ctx0" brushRef="#br0" timeOffset="50045.69">30342 9593 25 0,'0'9'283'16,"-6"-5"25"-16,6 0 14 0,-6 0-58 0,6 5-87 15,-6-6-73-15,-2 1-43 0,2 4-23 16,-7-3-11-16,7-2-5 0,-8 2-2 0,8 3-5 0,0-4-1 16,0 1-4-16,-8-2-2 0,14 1-3 0,-6 4-2 15,-1-4-1-15,7 1-2 0,0-1 0 16,7-1 0-16,-1 1 0 0,0 1 0 0,8-1 1 15,-2 0 1-15,8-4 0 0,-1 0 0 0,7 4 0 16,-6-4 0-16,0-4-1 0,-1 4 0 16,1-4-1-16,-1 4 0 0,1-9-1 0,-8 5 0 15,2 1 1-15,-1-6-1 0,-6 1-1 0,-1 0 1 16,1-4 1-16,-7-1-2 0,0 2 0 0,0-5-1 16,-7-1-1-16,1 1 0 0,-1-1-2 0,-6 1 1 15,-1 0 0-15,2 0-1 0,-8 3-2 0,1 1-11 16,5 0-17-16,-4 3-33 0,4-3-49 0,1 9-66 15,0-2-73-15,6 1-32 0,1 4-3 0,6 0 22 0</inkml:trace>
  <inkml:trace contextRef="#ctx0" brushRef="#br0" timeOffset="50638.38">30805 9484 239 0,'-6'-4'341'0,"6"-1"23"15,-7 2-9-15,7 3-100 0,0-5-94 0,0 5-70 16,-6 0-40-16,6 5-24 0,0-2-10 0,0 2-8 0,-7 3-4 16,7 0-1-16,-7 0-1 0,1 0 0 0,6 4-3 15,-6-3 0-15,6 3 2 0,-7 0-1 0,0-4 1 16,7 5-1-16,-6-10-1 0,6 6 0 0,-6-2-1 15,6-2 0-15,0-1 1 0,-7-4 0 16,7 4 1-16,-6-4 1 0,6-4-1 0,0 4 0 0,-7-4 0 16,7-1 1-16,0 1 0 0,-7-3-2 0,7 2 2 15,0-3-1-15,0 0 1 0,7 0-3 16,-7-4 0-16,7 4-1 0,-1-5 1 0,1 6 1 0,-1-6-1 16,0 2 1-16,1-2 0 0,6 0 1 0,-7 6-3 15,1-6 1-15,0 5 0 0,6 0 0 0,-7-1 2 0,0 2 1 16,1-2 5-16,0 6 2 0,-1-2-2 15,0 1 1-15,-6 4-1 0,8-4-1 0,-8 4-4 16,6 0-1-16,0 4 1 0,-6 0 0 0,7 1 2 16,-1-2-1-16,1 6 0 0,-1-6-2 0,1 6 0 0,-1-1 1 0,-6-4-1 15,6 4 0-15,2-4 0 16,-2 5 1-16,0-6-1 0,1 1-2 0,-1 1 1 16,1-2 2-16,-1-3 2 0,1 5 6 0,-1-5 8 15,8 0 2-15,-8 0 1 0,7-5 1 0,0 5-2 16,0-3-5-16,7-2-5 0,-8-2-5 0,8 2 0 15,0-3-3-15,-7 0-1 0,7 0-1 0,-8-5 0 0,1-2 1 0,0 2-1 16,0-3 1-16,-6 4-1 16,6-4 0-16,-7 0 1 0,1-5-1 0,0 4-2 15,-1-3 1-15,-6 4-3 0,6-4 2 0,-6 3 1 16,0 1-1-16,0-1-2 0,0 5-5 0,0 4-19 16,0 0-44-16,0 5-54 0,-6-2-52 0,0 5-54 15,-1 5-82-15,0-2-29 0,1 5 14 0,0 0 39 16</inkml:trace>
  <inkml:trace contextRef="#ctx0" brushRef="#br0" timeOffset="51275.63">31899 9190 161 0,'7'-24'264'0,"-1"-4"14"0,0 4-25 16,2-1-71 0,-2 1-46-16,0-1-16 0,1 5 0 0,-1-1 10 15,-6 5 2-15,0 0 5 0,0 0 3 0,0 3 0 16,0 6-3-16,0-2-15 0,0 5-10 0,0 0-23 0,-6 4-30 0,-1 4-29 0,1 0-22 16,-8 8-9-16,-5 1-4 15,6 7 0-15,-6 1 2 0,5 2 0 16,-5 6 1-16,6 4 2 0,0 4 0 0,-7-1 3 0,1 8 0 0,6 2-7 0,-6 3-34 15,-1 3-51-15,0 1-45 0,1 1-33 0,-1-2-18 16,0-3-6 0,2-1 30-16,4-3 49 0,1-4 43 0,7-4 30 15,-8-9 19-15,8 0 11 0,-6-2 3 0,4-6 4 16,2-4 2-16,0-4 1 0,-1-4 0 0,1 0 3 0,-8 1 1 0,14-6-1 0,-6-3 0 0,0 0-2 31,-1 0-1-31,0-3-1 0,1-1 0 0,6-4 0 16,-6-1-5-16,6-3-3 0,0 0-6 0,0-1-5 0,0-2-3 0,0-2-2 0,6 1 3 0,0-1 3 31,8-3 6-31,-2 0 5 0,2-1 3 0,-1 5 2 16,7-4 2-16,-2 4 1 0,2 0 0 0,-1 3-1 15,1 0 1-15,0 1 2 0,6 4-3 0,-7 0 1 16,1 0 0-16,0 4-1 0,-1 1 0 0,1 3-1 0,-1-5 1 0,1 5-1 0,-1 0 0 16,-6 0-1-1,7 5-1-15,-7-5-4 0,0 0-1 0,0 0-2 16,-1 0 1-16,-4 0 0 0,-2-5 3 0,0 5 5 0,1-5 3 15,-1 5 3-15,-6 0 12 0,0-3 18 0,7 3 17 16,-7 0 15-16,7 0 7 0,-7 0 3 16,6 0-11-16,-6 0-17 0,0 0-18 0,0 0-15 0,0 3-11 15,-6 2-5-15,6 0-1 0,-7 2 0 16,0 1 0-16,1 5 0 0,-1-1 1 0,1 0-4 0,0 0-16 16,-2 0-20-16,8 0-26 0,-6 1-28 0,0-1-33 15,6 0-27-15,-7-4-23 0,7 1-16 0,0-2-30 16,0 2-11-16,7-5 9 0,-7 0 20 0</inkml:trace>
  <inkml:trace contextRef="#ctx0" brushRef="#br0" timeOffset="51446.49">32101 9321 186 0,'0'-8'291'15,"7"0"16"-15,-7 3-27 0,0 2-102 0,0-2-105 16,0 2-93-16,0 3-79 0,0 0-89 0,-7 3-62 16,7 2-20-16,0 3 12 0</inkml:trace>
  <inkml:trace contextRef="#ctx0" brushRef="#br0" timeOffset="52018.36">32076 9646 93 0,'0'9'184'0,"0"-1"1"16,0-3-67-16,6 2-52 0,-6 1-27 0,0 1-18 15,0-5-10-15,6 3-4 0,-6-2-3 16,0 3-1-16,0-4-2 0,0 1 0 0,0-2 1 0,0-3 1 16,0 0 8-16,7 4 10 0,-7-4 4 0,0-4 3 15,6 4-1-15,1-3 0 0,-1-2-8 0,1-3-9 16,5-1-6-16,2 2-1 0,-1 3-1 0,0-9 0 15,0 5-1-15,0 0 0 0,0-4 0 0,0 4-1 16,6-5-2-16,-6 2-1 0,1 2 1 0,-2-4 1 16,2 2 1-16,-8 3 1 0,7-1 6 0,-6 2 11 15,6-2 10-15,-13 6 7 0,6-2 2 0,0 0 1 16,-6 5-5-16,8 0-10 0,-8 0-11 0,0 0-8 16,0 5-2-16,0 0-2 0,0 2 0 0,0 1 1 15,0 0-1-15,0 0 1 0,0 1 1 0,6-2-1 0,-6 6-1 16,0-4 2-16,0-2 0 0,6 5-2 15,-6-4-1-15,6-3 1 0,-6 3 0 0,7 1 0 16,6-2 1-16,-6-3-1 0,-1 4 0 0,8-3 0 16,-2-1-2-16,2-1 0 0,-2-3-5 0,1 4 2 15,1-4 0-15,-2 0-1 0,2 0 1 0,-2 0-1 16,2 0 1-16,-1-4-2 0,-1 1 0 0,2-1 0 0,-8-1 0 16,7-3 0-16,-6 4 2 0,-1-3 4 0,1-2 1 15,-7-4 0-15,0 5 0 0,6-4 2 0,-6 0 2 16,-6 4 7-16,6-5 11 0,0 6 18 0,-7-1 24 15,1-1 25-15,6 2 17 0,-7 2 8 0,7 1-5 16,-7 1-13-16,1 3-22 0,0-5-25 16,6 5-22-16,-6 5-14 0,-2-2-6 0,2 1-5 0,6 4 0 15,0 0 0-15,0 5 0 0,0-2-1 0,0 2 0 0,6 0-1 16,2-1-1-16,-2 4-3 0,0-4-7 16,7 4-22-16,0-3-29 0,0 3-43 0,1 1-65 15,-2-5-101-15,2 4-46 0,-2 0-11 16,1-4 16-16,1 0 36 0</inkml:trace>
  <inkml:trace contextRef="#ctx0" brushRef="#br0" timeOffset="60440.98">25451 12024 123 0,'-6'-4'257'0,"0"-1"19"0,6 1-29 16,-7 1-63-16,7-1-60 0,-6-1-36 0,-1 5-20 16,7-3-7-16,-7-2-5 0,7 5 6 15,0-4 7-15,-6 0 9 0,6 4 14 16,0-3 10-16,0 3 13 0,0 0 3 0,-6-5-2 15,6 5-9-15,0 0-14 0,0 0-9 0,0 0-3 16,0 0 3-16,0-4 10 0,0 4 12 16,0 0 12-16,0 0 3 0,0 0-10 0,0-4-14 15,0 4-23-15,6-3-24 0,-6-3-22 0,0-1-17 16,6 3-9-16,1-5-6 0,0 5-3 0,-1-4-1 16,-6 4-3-16,7-4-5 0,5 0-4 0,-5 4-2 15,0-5-1-15,-1 6 0 0,7-6-5 0,-6 6 3 16,-1-1 3-16,7-1-1 0,-6 1-5 0,-1 4-10 15,1-4-10-15,-1 4-10 0,0 0-4 16,2 0-3-16,-2 4 4 0,0 0 9 0,-6 1 15 16,7 2 11-16,-1 2 6 0,1 3 5 0,-7 0 5 15,6 0 1-15,-6 4-3 0,0 0 0 0,0 1-3 16,0-1-3-16,0 1-2 0,0 2 2 0,0-2 3 16,-6 4 4-16,6-5 3 0,-7 4 3 0,1-4 2 15,-1 0 1-15,7 1 2 0,-6-1 0 16,0-3-2-16,-2-2-1 0,2-2 1 0,0 4-4 15,-1-10-6-15,7 5-9 0,0-3-10 0,0-5-7 16,-6 3-8-16,6-3-5 0,6-3-7 0,-6-2-1 16,13-3 1-16,-7-4 1 0,8-1 4 0,-1-6 4 15,0 3 4-15,-7-6 2 0,13 3-6 0,-11-6-8 16,4 4-8-16,2-3-3 0,-1 0 1 0,-7-5 7 16,7 5 15-16,0-1 12 0,-7 1 13 0,1 4 10 15,0 0 6-15,-1 3 8 0,1 1 7 0,-1 4 15 16,1-1 20-16,-7 5 13 0,0 1 11 0,0 2 0 15,6 5-3-15,-6-4-12 0,0 4-18 0,0 0-14 16,0 0-5-16,-6 4-2 0,6 4 4 0,-7 1 6 16,1 3 5-16,-1-1 1 0,1 6 2 15,-1 4-2-15,0-6-7 0,1 10-6 16,0-5-6-16,6 6 0 0,-7-3-5 0,7-2-1 0,0 3-2 16,0 0-3-16,0-3 1 0,0 3-3 0,0-3-1 15,7-1 0-15,-7 0 0 0,6-3 1 0,0-1 1 16,1 1-1-16,6-6-5 0,-6 6-12 0,6-5-29 15,0-3-41-15,-7-2-48 0,8-3-55 16,-2 0-60-16,1 0-62 0,0-4-27 0,0 0 11 16,1-4 32-16,-2 0 47 0</inkml:trace>
  <inkml:trace contextRef="#ctx0" brushRef="#br0" timeOffset="60808.17">25074 11686 8 0,'-7'-9'250'15,"7"-2"26"-15,-6 3 21 0,6-1-52 0,-6 2-61 16,6-2-24-16,0 6-13 16,0-2-12-16,0 1-10 0,0 0-15 0,6 0-24 15,0-5-26-15,1 6-21 0,6-6-14 0,6 1-7 16,1 0-6-16,-1 0-2 0,7 0-3 0,7 0-3 16,-1-1 1-16,2 1-5 0,5 0 2 0,6 5-2 15,-6-6 0-15,7 1-1 0,-1 3-12 0,-6 1-21 0,0 1-27 16,-6-1-31-16,-1-1-31 0,-5 5-33 15,-1 0-29-15,0 0-17 0,-7 0-14 16,-6 0-18-16,0 0-22 0,-7 0 7 0,2 5 21 16</inkml:trace>
  <inkml:trace contextRef="#ctx0" brushRef="#br0" timeOffset="61179.63">25152 11597 62 0,'-13'-5'268'0,"6"-3"39"0,1 0 19 16,0 5-81-16,-2-2-74 0,2 5-46 0,6-4-42 15,0 4-38-15,-6 0-21 0,6 4-14 0,0 4-7 16,-6 0-4-16,6 9 0 0,-7 7 2 0,7 0 1 16,-7 4 1-16,7 1-2 0,0 8 2 15,7-4 0-15,-7 3 0 0,0 1 0 0,7 4-1 16,-7-5 2-16,0 5-2 0,0 0-1 0,0-1-1 15,0 1 1-15,0 0-1 0,-7-5-2 0,7-3 2 16,-7-1 0-16,1 1 3 0,-1-5-1 0,1-2 0 16,0-7 2-16,-2 2-2 0,2-5 2 0,6-3 16 15,-6-2 32-15,0-6 37 0,-2 3 23 0,8-8 14 16,-6 3 1-16,0-6-13 0,-1 3-31 0,7-8-37 0,-6-1-21 0,-1 2-14 16,-6-6-6-16,7-3-6 15,0-1-12-15,-2 1-26 0,2-4-34 16,0 0-40-16,-1-1-43 0,1-3-38 0,-1-1-24 15,0 0-8-15,7 1-1 0,-6 0 5 0,6 4-3 16,6-1-12-16,-6 1 8 0,14 4 16 0</inkml:trace>
  <inkml:trace contextRef="#ctx0" brushRef="#br0" timeOffset="61478.86">26122 12086 217 0,'-6'3'460'0,"6"-6"46"15,-6-2 27-15,6 5-51 0,0-4-178 0,0 4-151 16,0-4-92-16,6 4-49 0,7-5-29 0,0 2-6 15,0-6 10-15,7 1 6 0,6 4 0 0,6-3-4 16,-5-3-7-16,5 3-11 0,1-2-20 0,-7 2-25 16,6-1-33-16,-7-1-35 0,2 2-36 0,-7 2-27 15,-1-3-23-15,7-1-14 0,-6 2-8 0,-1 3-24 16,0-5 1-16,-5 5 18 0,-1 0 27 0</inkml:trace>
  <inkml:trace contextRef="#ctx0" brushRef="#br0" timeOffset="61699.83">26357 11857 223 0,'0'-5'424'16,"0"5"43"-16,0 0 22 0,0 0-84 0,0 5-128 16,0-5-117-16,0 4-77 0,0 4-42 0,0 4-20 15,6 0-8-15,-6 5-6 0,0-1 0 16,7 5-2-16,-7-1 0 0,6 4-2 0,1 0-14 15,0 1-29-15,-1-5-40 0,0 6-44 0,-6-2-42 0,6-4-41 16,2 5-28-16,-8-6-19 0,6 2-17 16,0-1-33-16,1-4 2 0,-7 1 20 0,7-4 30 15</inkml:trace>
  <inkml:trace contextRef="#ctx0" brushRef="#br0" timeOffset="62347.81">26846 11674 137 0,'0'-8'360'0,"0"0"43"0,-8-1 37 16,8 2-46-16,-6-2-122 15,6 6-87-15,0-2-59 0,0 5-43 0,-6-4-36 16,6 4-27-16,0 0-13 0,0 0-8 0,0 0-1 16,0 4 2-16,0 1-2 0,6 2 3 0,-6-2 2 15,0 6 1-15,0-3-3 0,6 1-2 0,-6 3 2 16,8-4-1-16,-2 1 0 0,7-6 1 0,-6 5 1 16,5-3-1-16,1-2 0 0,1-3-3 0,5 0 0 15,-6 0 1-15,6-3 0 0,1-2-1 0,0 1 0 0,-8 0 1 0,8-4 0 16,-7 0 0-16,7 4-1 0,-8-4 2 15,8 0-1-15,-7-5-1 16,-6 5 1-16,6 0 0 0,-7-4 1 0,8 0-2 16,-8 3 0-16,0 2 3 0,-6-6 0 0,7 9 0 15,-7-3-1-15,6 2 0 0,-6 1-2 0,0 4-11 16,0-4-7-16,0 8-6 0,0 0-3 0,0 4 0 0,0 4 1 0,-6 9 9 16,6 3 6-1,0 4 6-15,-7 5 6 0,7 0 1 0,-6 7 2 16,6 5 1-16,0 0 2 0,0 0 2 0,6 4 0 15,-6-1-3-15,7 1-2 0,-7 0 2 0,6-4-3 16,-6-4-1-16,7 4-3 0,-7-5 2 0,7-3 0 16,-7-1 0-16,0-3 0 0,0-1 1 0,6-4 1 15,-6-2 1-15,-6-2 2 0,6-3 0 0,0-5 1 16,0-4 2-16,-7 0 13 0,7-4 46 16,0-4 39-16,0 0 23 0,-7-4 9 0,1-4 2 15,6-4-8-15,-13-1-46 0,7-3-36 0,-8-4-21 16,8-3-10-16,-7-3-4 0,6-2-6 0,1-4-2 15,-1 0-14-15,1-5-13 0,0-4-15 0,6 1-18 0,0-1-16 0,0-4-15 16,0 5-10-16,6-2-21 16,7 2-25-16,0 4-37 0,-6-1-44 0,12 5-45 15,-6-1-38-15,0 5-33 0,13-1-25 0,-6 5 18 16,-1 4 40-16,7 0 51 0</inkml:trace>
  <inkml:trace contextRef="#ctx0" brushRef="#br0" timeOffset="62524.92">27574 11767 258 0,'8'0'425'0,"-2"0"40"32,-6 5 24-32,0-5-101 0,6 0-118 0,-6 0-112 15,7 0-72-15,-1 0-38 0,1-5-22 0,6 1-9 16,-1 0-6-16,2-4-3 0,-1 5-4 0,7-2-7 16,-1-3-29-16,0 3-45 0,1 2-60 0,-1-1-61 15,7-1-65-15,-12 2-61 0,5 3-62 0,-6-5 1 16,0 5 33-16,-7 5 49 0</inkml:trace>
  <inkml:trace contextRef="#ctx0" brushRef="#br0" timeOffset="62694.92">27601 11951 166 0,'0'4'404'0,"-7"-1"43"0,1 3 22 0,6-6-65 15,6 0-119-15,1 0-117 0,-1 0-81 16,8-6-46-16,4-1-43 0,-4 3-42 0,6-5-41 15,-1 1-42-15,7 0-36 0,-6 0-32 0,5 0-17 0,1-5-11 16,7 5-11-16,-7 1-20 0,0-2-15 0,7 5 8 16,-13-4 24-16</inkml:trace>
  <inkml:trace contextRef="#ctx0" brushRef="#br0" timeOffset="63182.13">28337 11455 223 0,'0'-5'241'0,"-7"0"9"16,1 5-77-16,6 0-70 16,-7 0-47-16,0 0-26 0,1 5-14 0,0 0-8 15,0-2-3-15,-2 6-4 0,-4-2-1 16,5 2 3-16,1 3-2 0,-1 0 1 0,0 0-1 16,7 4 3-16,-6-3 1 0,6 3 0 0,0 0 2 15,0 1 2-15,0-1 5 0,0 1 1 0,6-2 3 16,1 1 0-16,0 0 2 0,6-3 0 0,-7 3-1 0,8-4 2 0,-2 5-2 15,1-4-3-15,0 2-2 16,0-2 0-16,1 3-2 0,-2-3-4 0,-6 2-2 16,8-2 0-16,-1 3 1 0,-7-4-1 0,8 1 1 15,-8-2 0-15,0 2 3 0,0-1 1 0,2-4 4 16,-8 0 9-16,6 0 13 0,-6-4 14 16,0 5 7-16,6-5 8 0,-6 0 9 0,0-1 11 15,0-3 16-15,0 6 3 0,-6-6-3 0,0 0-6 16,-2 3-10-16,-4-3-23 0,-1 0-40 0,-7-3-59 15,8-3-72-15,-14-1-79 0,6-2-87 0,-7-3-99 16,9-4-37-16,-9 4 12 0,14-9 49 0</inkml:trace>
  <inkml:trace contextRef="#ctx0" brushRef="#br0" timeOffset="63318.39">28304 11429 16 0,'26'-7'460'16,"1"-5"75"-16,-1-1 43 0,6 5 24 0,-7-1-126 15,2 1-175-15,5 5-138 0,-6-6-91 0,14 9-128 16,-7-4-171-16,6 0-187 0,-7 1-97 0,1-6-55 16,-1 1-11-16,-6-1 69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4:53:48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4637 14515 251 0,'-14'0'273'15,"8"0"10"-15,-6 0-63 0,-2 0-80 0,1 0-59 16,0 0-32-16,0 4-15 0,0-4-2 0,6 5 10 15,1-5 16-15,-7 3 21 0,6 1 20 0,7 0 10 16,-6 1 4-16,6-1-8 0,-7-1-15 0,7-3-24 16,0 0-21-16,0 4-18 0,0-4-14 15,0 0-9-15,0 0-6 0,0 0-6 0,0 0-3 16,0 0 1-16,0 0 3 0,7 0 1 0,-1 0 1 16,1 0 5-16,0 0 1 0,5-4 1 0,8 1 0 15,-1-6 1-15,1 1 2 0,12 0 1 0,1-4 3 16,-1-4 4-16,8-1 2 0,-1 1 3 0,6-4-1 15,8 3 1-15,5-3-3 0,1 0-4 0,0-1-1 16,12 0-4-16,0 2-3 0,2-2-3 16,4-3 0-16,2 3 1 0,-1-3 0 0,0 4 0 0,7-5 0 0,5 1 0 15,2-1 0-15,-1-3-4 16,14 4 1-16,-8-5 2 0,1 1 5 0,6-1-3 16,0 4 1-16,0-3-1 0,7-1 1 0,7 1-3 0,-8-1-4 0,1 1 4 0,6 0 0 15,1-1 1 1,-2 1 1-16,-5 4-1 0,7-1 2 0,-1 0-4 15,-7 5 4-15,-5-4 2 0,-1 3-4 0,0 5 1 16,0-4 0-16,0 3 2 0,-6 1-5 0,-7 0-2 16,0-1-1-16,-6 5 6 0,-7 0-2 0,-6 4-2 15,-1-5-1-15,-6 10 2 0,-6-6-2 0,-6 6-3 16,-8-1 4-16,-6 4 0 0,0 0-1 16,-6 0-7-16,-7 4-40 0,-7-4-55 0,1 3-67 15,-14 2-90-15,0 2-92 0,-6 2-40 0,-6 3 13 16,-6 0 42-16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4:56:41.3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10583 13143 153 0,'0'0'174'0,"-7"-3"-41"16,7 3-37-16,0-5-22 0,0 5-11 16,0 0-5-16,0 0 1 0,0 0 0 0,0-4-3 15,0 4-6-15,0 0-8 0,0 0-9 0,0 0-8 16,0 0-8-16,0-4-6 0,0 4-4 16,0 0-1-16,0 0 0 0,0 0-2 0,0 0 0 0,0 0 0 15,0 0-1-15,0 0-3 0,0 0 2 16,0 0 0-16,0 0-1 0,0 0 3 0,0 0 2 15,0 0 1-15,0 0-2 0,0 0 2 0,0 4 0 0,0-4-2 16,0 0-1-16,0 0-1 0,0 0 0 0,0 0-2 16,0 0-3-16,0 0-2 0,0 0-17 0,0 0-32 15,0 0-52-15,0 0-78 0,0 0-40 16,0 0-18-16,0 0 4 0</inkml:trace>
  <inkml:trace contextRef="#ctx0" brushRef="#br0" timeOffset="1214.03">16183 13441 112 0,'0'-5'251'0,"0"1"18"0,-6 4-27 15,6-3-66-15,0-2-57 0,-6 1-33 0,6 0-15 16,0 4-3-16,-7-4 7 0,7 4 10 0,0-5 12 15,-6 5 1-15,6 0 2 0,0 0-2 0,0-4-1 16,0 4-5-16,0 0 0 0,0 0 0 0,0 0-6 16,0 0-7-16,0 0-5 0,0 0-12 15,0 0-10-15,0 0-12 0,0-3-10 0,6 3-5 0,-6 0-11 0,0 0-1 16,0 0-4-16,0 0-4 0,0 0 0 0,7 0-3 16,-7 0 1-16,0 0-1 0,0 0-2 0,0 0 3 15,0 0 0-15,0 0-2 0,0 0 0 0,0 0-2 16,0 0-10-16,0 0-22 15,0-4-44-15,0 4-56 0,0 0-68 0,0-5-72 16,0 5-77-16,0 0-63 0,0 0-3 0,0 0 33 16,0 0 54-16</inkml:trace>
  <inkml:trace contextRef="#ctx0" brushRef="#br0" timeOffset="2641.19">22717 13407 50 0,'0'0'83'0,"0"0"-19"16,0 0-13-16,0 0-12 0,0 0-5 0,0-4-6 15,0 4-5-15,0 0-4 0,0 0-4 0,0 0-1 0,0 0-3 16,0 0-2-16,0 0-1 16,0 0-2-16,0 0-1 0,0 0-3 0,0 0-2 15,0 0 1-15,0 0-1 0,0 0 0 0,0 0 0 16,0 0 2-16,0 0 0 0,0 4 1 0,0-4 2 16,0 0-2-16,0 0 2 0,0 0-1 15,0 0 0-15,0 0 3 0,0 0 3 0,0 0 6 0,0 0 6 16,0 0 7-16,0 0 4 0,0 0 3 15,0 0 0-15,0 0 2 0,0 0-2 0,6 0-2 16,-6 0-1-16,0 0 1 0,0 0 0 0,0 0 0 16,0 0 4-16,0 0 2 0,0 0-2 0,0 0-4 15,0 0-6-15,0-4-8 0,0 4-14 0,0 0-23 0,0 0-35 0,0 0-72 16,0 0-65-16,0-3-33 16,-6-1-13-16,6-1 5 0</inkml:trace>
  <inkml:trace contextRef="#ctx0" brushRef="#br0" timeOffset="37654.67">26278 7978 22 0,'0'4'35'16,"0"0"-1"-16,8 5-1 15,-8-6 1-15,0 1-2 0,0 5-5 0,0-6-2 16,6 6-4-16,-6-5-3 0,0 4-2 0,0-1 1 16,0 6-3-16,0-5 1 0,0 0-2 0,0 5 0 15,-6-5-4-15,6 4-4 0,0 1 0 0,-8-1-4 16,8 0 1-16,0 0-2 0,-6 4 1 0,6-4-1 16,-6 0-2-16,6 5 1 0,-6-5-6 15,6 0 0-15,-8 0-5 0,2 5 0 0,6-9 2 16,-6 4-2-16,6 0 5 0,-7 0 0 0,1 1 4 0,-1 0 1 0,0-6 0 15,7 5 1-15,-6-3-4 16,0-2 2-16,0 2 2 0,6-6-1 0,-8 6 3 16,2-5 0-16,0 0 2 0,6 0-3 0,-7-4 2 0,7 5 2 0,0-5-2 15,-7 0 0 1,7 0 0-16,-6 0 0 0,6 0-1 0,0 0-1 16,0-5 0-16,0 5-7 0,-7-4-11 0,7 0-40 15,0 4-31-15,0-4-17 0</inkml:trace>
  <inkml:trace contextRef="#ctx0" brushRef="#br0" timeOffset="38172.79">26175 7998 31 0,'0'-8'155'0,"-7"4"-13"0,7-4-42 0,0 3-31 0,0-2-21 16,0 2-12-16,0 1-5 15,7 1-2-15,-7-6-2 0,0 5-1 0,6 0 0 16,0 0-3-16,2 0-5 0,-8 1-6 15,12 3-3-15,-6-5-4 0,1 1-1 0,6 4-2 16,-6-4 3-16,5 4-4 0,-4 0 1 0,-2 0 0 16,6 4-2-16,-4-4-1 0,-2 4-2 0,7 4 2 0,-7-4 1 15,1 4 0-15,0 0 0 0,-1 4-1 16,-6 0-5-16,6 1-5 0,0 3-7 0,-6-4-9 16,0 4-9-16,0 5-10 0,0-1-7 0,0 1-10 15,-6-1-8-15,6 0-6 0,-6 5-4 16,0-5-5-16,-1 5-5 0,-6-1-1 0</inkml:trace>
  <inkml:trace contextRef="#ctx0" brushRef="#br0" timeOffset="38690.83">26122 8499 14 0,'0'3'56'0,"-6"3"-1"16,6-6-3-16,-6 3-4 16,6-3-7-16,0-3-10 0,6 3-13 0,-6-6-8 15,6-1 0-15,1-2-2 0,0 2 5 0,-1-2 3 16,7-3 7-16,0 0 3 0,-6 0 1 0,5-4 0 15,2-1-5-15,5-4-5 0,-6 2-6 16,0-2-4-16,7-3-6 0,-8 0-2 0,8-5-1 0,0 4-2 0,-1-3 2 0,-5 4-2 16,5-1 2-16,1 0 2 0,-8 1 0 0,2 0 2 15,5 4-2-15,-6-1 5 16,0 1 8-16,0 4 4 0,0-5 9 16,0 9 9-16,0-5 10 0,-6 5 4 0,6 4 3 0,-7 0 0 0,1 1 2 15,-1 2 3-15,-6-3 0 16,6 4 3-16,-6 0-1 0,8 4 2 0,-8-5 0 15,0 5 3-15,0 0 1 0,0 0-2 0,0 0-5 0,0 0-6 0,-8 5-7 16,8-1-4-16,-6 0 0 16,0 9 1-16,-7-6 3 0,6 1 0 15,1 5-2-15,-7 2-6 0,6-2-11 0,-6 0-6 16,0 3-8-16,0 0-4 0,7-1-5 0,-7 2-1 16,-1-1-1-16,2 1-3 0,-2-1 2 0,2 1-2 0,-2-1 0 0,8 0 1 15,-7 1-2-15,-1-5 2 0,2 4-1 16,6 0 3-16,-8 0-1 15,8 0 0-15,-1-3 1 0,-5 3-1 0,4-3 0 16,8 2 0-16,-6-2 0 0,0 0 0 0,6-2 0 0,0 1 0 0,0-4 0 0,6 1 0 16,-6 3 0-1,6-4 0-15,2-4 0 0,-2 5 1 0,7-2-1 16,0-2-1-16,0-2-3 0,-1 2-2 0,8-2-5 16,-7-3-14-16,7 5-16 0,-8-5-19 0,8 0-26 15,0 0-21-15,-7 0-17 0,7 0-12 0,-8 0-8 16,8-5-1-16,-7 2 0 0,7 3-4 0,-8-5-20 15,2 2-17-15,-1-2 4 0,0 1 10 16</inkml:trace>
  <inkml:trace contextRef="#ctx0" brushRef="#br0" timeOffset="38907.06">26696 8295 121 0,'6'-3'227'0,"-6"-2"12"0,0-3-35 31,-6 3-33-31,6 5-27 0,0-3-18 0,0 3-14 0,-7-4-5 16,7 4 2-16,-7 0 6 0,1 4 10 0,0-1 5 15,6 2-5-15,-7-1-8 0,1 0-19 0,6 4-23 16,-7 1-26-16,7-2-23 0,0 2-10 16,-7 4-8-16,7-2-2 0,0 1-6 0,-6 5 0 15,6-5-8-15,-6 4-31 0,6 1-43 0,-8-1-49 0,8 0-39 0,-6 4-25 0,6 1-10 16,-6-4-1 0,6 2 2-16,0-3-5 0,0 1-27 0,0-5-10 15,6 0 0-15,-6 1 22 0</inkml:trace>
  <inkml:trace contextRef="#ctx0" brushRef="#br0" timeOffset="39202.07">27079 8174 173 0,'-6'-5'274'15,"6"1"20"-15,0-4-13 0,0 4-71 0,0 4-56 16,-6-5-34-16,6 2-21 0,6-1-18 0,-6 4-21 16,0-5-21-16,6 1-15 0,2 1-13 15,-2-1-4-15,7-1-5 0,0 2-3 16,0-2-9-16,7-3-23 0,-8 5-33 0,1-2-40 15,1 1-45-15,-2 0-45 0,2 0-46 0,-2 4-35 16,-5 0 0-16,0 0 24 0</inkml:trace>
  <inkml:trace contextRef="#ctx0" brushRef="#br0" timeOffset="39382.05">27087 8320 47 0,'0'0'241'16,"-8"0"10"-16,8 0-21 15,8-4-97-15,-8 4-92 0,6-9-74 0,0 6-54 16,7-1-40-16,1-4-10 0,-2 3-30 0,8-3-7 16,6 0 8-16</inkml:trace>
  <inkml:trace contextRef="#ctx0" brushRef="#br0" timeOffset="40029.17">27744 8177 213 0,'-6'4'238'0,"-1"-4"-2"15,7 0-59-15,-7 0-50 0,7 0-32 0,0 0-12 16,0 0-1-16,0 0 4 0,-6 0 3 0,6 0-2 15,0 0-6-15,0 0-12 0,0 0-15 16,0 0-13-16,6 0-12 0,-6 0-9 0,0 0-7 16,7 0-5-16,0-4 0 0,6 4 0 0,-1-3-1 15,2-2-3-15,6 1 2 0,-1 0-5 0,0 0-1 16,8 0-1-16,-1-1-4 0,-1-2-10 0,1 2-40 16,0 1-44-16,1 1-60 0,-7-6-67 0,5 1-70 15,-5 4-26-15,6 0 16 0,-6-4 36 0</inkml:trace>
  <inkml:trace contextRef="#ctx0" brushRef="#br0" timeOffset="40303.26">28343 7909 22 0,'0'-4'251'0,"0"-1"19"0,0 5 18 0,-6-4-69 15,6 4-61-15,0 0-46 0,0-3-28 16,0 3-16-16,0 0-14 0,0 0-14 16,0 0-17-16,-7 0-9 0,7 3-7 0,0 1-4 15,-6 1-3-15,6 7 0 0,-7-3-1 0,0 2 0 16,7 1 2-16,-6 5-1 0,0-1 0 0,0 0 0 0,6 0 3 0,-8 0-1 16,8 1-2-16,-6 4 0 15,0-1-5-15,6 0-28 0,-7 1-50 0,7-2-59 16,-6-2-64-16,-1 4-62 0,7-5-30 0,-7 0 10 0,7 0 39 15</inkml:trace>
  <inkml:trace contextRef="#ctx0" brushRef="#br0" timeOffset="40779.58">28513 7926 142 0,'0'-5'255'0,"6"-3"9"16,-6 4-26-16,6-5-87 15,1 5-66-15,6 1-42 0,-6-6-21 16,6 5-11-16,0 0-4 0,-1 0-6 0,2-1-1 16,-1 2 0-16,0 3 0 0,6-4 0 0,-5 4 0 15,-2 0 0-15,8 4-1 0,-7-4 1 0,-7 3 0 16,8 2-2-16,-8-1-2 0,0 4-2 0,-6 1-1 15,0-6-4-15,0 10-5 0,-6-5-8 0,0 1-2 16,-1 2 0-16,0-3 0 0,-5 1 2 16,5 3 5-16,-6-5 7 0,0 2 6 0,7-1 3 15,-8 0 0-15,8 0 2 0,-7-3 1 0,6 3 1 16,1-4-2-16,-1 0 0 0,7 4-1 0,-6-4-3 16,6 4-3-16,0-4-7 0,0 4-5 0,0 1-5 15,6-6-5-15,-6 5-3 0,7 1 0 0,-1-5 4 16,1 5 5-16,0-6 7 0,-7 1 4 0,6 5 6 15,0-6 5-15,-6 2 1 0,6-1 2 0,-6-1 3 16,0 1 7-16,0 1 6 0,0-5 9 0,0 4 11 0,-6-1 10 16,6 2 8-16,-6-1 4 15,0 0 2-15,-1 0-4 0,0 0-7 0,-6 1-10 16,7-2-10-16,-8 1-8 0,2-4-9 0,-1 5-10 16,0-2-26-16,0 1-44 0,-1 1-56 0,-5-1-76 15,6-1-41-15,0 2-18 0,0-5 11 0</inkml:trace>
  <inkml:trace contextRef="#ctx0" brushRef="#br0" timeOffset="41071.03">28115 8406 93 0,'0'3'242'0,"0"-3"13"0,0 0-29 16,0 0-69-16,0 0-61 0,0 0-45 0,7 0-23 16,-1-3-13-16,1-2-4 0,6 5-2 0,0-4-1 15,0-4-1-15,13 4 0 0,-7-4-1 0,14 4-3 16,-7-5 0-16,6 1-2 0,8 4 1 16,-1-4-1-16,6 0 0 0,1 0 0 0,-1 0-1 15,-5-1 0-15,5 2-2 0,0 3-3 0,-5-4-8 16,-1 3-16-16,0 1-25 0,-7 0-31 0,-5-1-42 15,-1 5-56-15,-6 0-33 0,-1 0-6 16,0 0 13-16</inkml:trace>
  <inkml:trace contextRef="#ctx0" brushRef="#br0" timeOffset="41487.31">28598 8462 8 0,'-8'-4'251'0,"8"4"23"15,-6 0 13-15,0-4-67 0,6 4-64 16,-6 0-53-16,6 0-33 0,-7 0-17 0,0 4-8 16,1-4-7-16,-1 4-8 0,1 1-2 15,-1 2-3-15,-6 1-6 0,7 1-1 0,-1-1-5 16,0 4-3-16,-5-4-4 0,5 4-1 0,1 5-3 15,-1-5-3-15,0 0 0 0,1 4-1 0,0-3 0 0,6-2 1 0,-8 6 1 16,8-4 1-16,0 3-1 16,8-4 0-16,-2 0-3 0,0-4 0 0,1 1-2 15,0-2-2-15,6-3-1 0,-1 1-2 0,2-5-1 0,-2 0 1 16,2 0 1-16,-1-5 0 0,0 5 3 0,0-4 3 16,-7 0 3-16,0 1 0 0,8 3 4 15,-8-5 6-15,-6 1 12 0,0 4 17 16,7-3 12-16,-7 3 3 0,0 0 2 0,0-5-4 15,-7 0-14-15,7 2-17 0,-6-1-14 0,0 4-7 16,-2-4-18-16,-4-1-24 0,-1 2-30 0,6-1-36 0,-6-5-46 16,7 6-49-16,-8-2-50 0,8-3-35 15,0 4-1-15,-1 4 22 0,7-4 38 0</inkml:trace>
  <inkml:trace contextRef="#ctx0" brushRef="#br0" timeOffset="41745.93">29125 8356 107 0,'6'0'274'0,"-6"0"12"0,0 0-3 16,0 0-90-16,0 0-81 0,7 5-56 0,-7-2-29 15,0 6-12-15,0-5-6 16,0 4-4-16,0 4-1 0,0-3-3 0,0-2-1 16,0 6-2-16,0-1-17 0,-7 0-30 0,7 0-41 15,-6 5-43-15,-7-5-44 0,6 5-56 0,-5-6-16 16,4 1 15-16</inkml:trace>
  <inkml:trace contextRef="#ctx0" brushRef="#br0" timeOffset="42645.82">29620 8047 55 0,'0'-5'214'0,"-6"-2"11"0,6 2-26 0,0 2-62 16,0-5-45-16,0 3-31 0,0 2-14 0,6-2-5 15,-6-3-3-15,6 5-7 0,-6-2-6 16,7 1-5-16,-7 0-6 0,6 0-2 0,1-1-6 16,0 5 0-16,5 0-5 0,-6-4-2 0,2 4 1 15,4 4-1-15,-5-4-1 0,0 5 0 0,-1 3 1 16,1 1 1-16,-1-2 0 0,0 5-1 0,1 1-2 15,-7 2-2-15,7 2-7 0,-14-1-10 0,7 5-14 16,-7 0-14-16,1-2-14 0,0 2-8 0,-1-1 2 16,1-4 7-16,-1 1 15 0,0-1 15 15,1-4 14-15,0-4 11 0,-2 0 5 0,8 1 2 16,-6-5 3-16,6 0 8 0,0-1 14 0,0-3 10 16,0 0 4-16,6-3 2 0,-6-1-3 0,8 0-7 0,-2-9-12 15,0 6-11-15,8-6-4 16,-8-3-2-16,7 0-1 0,0 4-2 0,0-5 0 0,0 1 1 15,0-5-1-15,0 6 0 0,7-1 0 0,-8-6 2 0,-4 2 0 16,4 0-1-16,1 0 2 16,0 3 1-16,-6 1 3 0,-1-1 9 0,0 5 19 15,2 0 30-15,-8 4 28 0,6 4 27 0,-6 0 19 16,6 1 5-16,-6 3-12 0,0 0-25 0,0-5-29 16,0 5-27-16,0 5-24 0,-6-5-15 0,6 3-9 15,-6 5-5-15,-2 0-1 0,2 4-1 0,0 0 4 16,-1 5-2-16,1-5 1 0,-1 4 2 0,1 0 1 15,-1 1 2-15,1-5-2 0,0 4 2 0,-2 1-2 16,2-1-1-16,6 1-1 0,-6-6-2 16,6 1 2-16,0 1-2 0,0 0 0 0,0-1-3 15,6-5-4-15,-6 5-8 0,6-3-18 0,2 3-32 16,-8-4-38-16,6-4-42 0,7 4-41 0,-7-4-50 16,1 0-51-16,6 1-6 0,-7-1 20 0,8 0 34 15</inkml:trace>
  <inkml:trace contextRef="#ctx0" brushRef="#br0" timeOffset="42930.03">30044 8169 138 0,'6'0'124'15,"-6"0"-45"-15,0 5-35 0,0-5-18 16,0 3-9-16,0 1 0 15,0 4-1-15,0-4-2 0,0 5 1 0,-6-1 0 16,-2 0-1-16,8 0-1 0,-6 0-5 0,0 4 0 16,-1-4-1-16,0 1-2 0,1-1-1 15,6-5-1-15,-6 6 0 0,-1 0-1 0,7-1-2 16,0-4 0-16,0 3-2 0,0-2-1 0,0-1 1 16,0-1 0-16,0 2 1 0,7 0-1 0,-1-5 1 15,-6 3-4-15,13-3-2 0,-6 0-11 0,5 0-17 0,2 0-25 16,-1-3-40-16,0 3-29 15,0-5-13-15</inkml:trace>
  <inkml:trace contextRef="#ctx0" brushRef="#br0" timeOffset="43277.19">30336 8027 133 0,'0'-4'231'16,"0"4"7"-16,6-4-48 0,1 4-70 0,0-5-55 15,-1 5-34-15,7-3-17 0,-6-2-14 0,6 5-9 16,-7-4-17-16,8 0-19 0,-8 1-22 0,7 3-24 16,-7-5-23-16,1 5-29 0,6-4-27 15,-7 4-5-15,0 0 12 0</inkml:trace>
  <inkml:trace contextRef="#ctx0" brushRef="#br0" timeOffset="43437.27">30310 8161 103 0,'0'4'122'31,"6"0"-44"-31,-6-4-31 0,8 5-19 0,-2-5-7 16,6 0-8-16,-5 0-5 0,13-5-15 0,-7 5-24 15,0-8-31-15,7 4-28 0,-1-5-26 0</inkml:trace>
  <inkml:trace contextRef="#ctx0" brushRef="#br0" timeOffset="43761.47">30721 7998 77 0,'-7'0'214'16,"0"0"12"-16,1 4-43 0,0-4-55 0,-2 4-41 15,2 1-29-15,0-2-15 0,0 2-8 16,-1-1-4-16,0 0-6 0,1 4-5 0,6-4-6 16,-7 4-5-16,7 0-3 0,0-4-3 0,0 5 0 15,0-2 0-15,7 2-1 0,-1-5 0 0,1 0-1 16,6 0 4-16,-1 1-4 0,2-5 3 0,-1 0 0 16,7 0 0-16,-1 0-2 0,-6-5 0 0,7 1-1 15,-1 0-1-15,-6 0 0 0,6-5 1 0,-5 5 1 16,-1 1 0-16,-7-6 4 0,7 5 10 0,-6 0 13 15,-1 0 11-15,0-1 11 0,-6 2 5 0,0-1 3 16,0-1-8-16,0 2-11 0,0-5-13 0,-6 3-9 16,6 2-6-16,-13-6-5 0,7 5-6 0,-7 1-1 15,6 3-3-15,-5-5-8 0,-2 5-18 0,1 0-34 16,6 5-56-16,-5-5-70 0,5 0-68 0,1 3-33 16,-1 1-1-16,0 0 25 0</inkml:trace>
  <inkml:trace contextRef="#ctx0" brushRef="#br0" timeOffset="43973.86">31144 8210 98 0,'6'4'308'0,"-6"-4"22"0,7 0 14 0,-7 4-84 0,0-4-89 15,0 0-77-15,0 4-45 16,0-4-22-16,0 8-10 0,-7-4-7 0,1 8-3 15,6-4 0-15,-7 5-4 0,7-1-2 0,0 4-4 0,0-4-10 16,-6 4-30-16,6 1-45 0,0-5-59 0,-6 0-76 16,-2 4-62-16,2-3-23 0,-7 0 10 0,7-6 36 0</inkml:trace>
  <inkml:trace contextRef="#ctx0" brushRef="#br0" timeOffset="44658.34">31450 7855 42 0,'0'-11'251'16,"6"3"16"-1,-6-1 9-15,7 2-80 0,-7-2-71 0,7 1-47 16,-7-1-27-16,6 2-13 0,0 2-5 0,-6-3-8 0,7 0-6 0,0 5-6 16,-1-2-5-16,7 1-2 15,-6 4-2-15,-1-4-4 0,7 4 0 0,-7 0 0 16,2 4-1-16,4 0-1 0,1 1 1 0,-6 2 0 15,-1 5 0-15,7 0-1 0,-7 1 1 0,2 3-1 0,-8 0-1 0,0 0-4 0,0 5-11 16,0-1-17 0,-8 5-23-16,2-5-20 0,0 5-17 0,-7-5-9 15,6 0 6-15,-6 1 16 0,7-1 20 0,-8-8 22 0,8 4 19 16,0-3 12-16,-1-5 7 0,1-3 7 16,6 2 18-16,-7-3 17 0,7 1 16 0,-7-2 7 15,7-3 4-15,0 0-4 0,0-3-16 0,7-6-17 0,0 2-16 16,-1-2-9-16,1-4-5 0,-1-3 1 0,8 0-1 0,-2-1-1 0,1 1 0 15,0 0 1-15,0 0 3 0,1-5-1 0,4 1-1 0,-4 5 2 16,-1-6-2-16,7 0-1 16,-8 1-1-16,8 0-1 0,-7-4 1 15,0 2 0-15,6-2 2 0,-5 4 9 0,-2 4 15 0,2-4 22 0,-8 7 25 0,1 0 25 16,-1 6 15 0,0-2 5-16,-6 6-9 0,7-2-13 15,-7 5-27-15,0-4-21 0,0 8-19 0,-7 1-12 0,1-2-6 16,-7 10-7-16,7-1 0 0,-8 0-1 0,8 0 1 15,-7 4-2-15,0 6-2 0,0-6 1 0,7 3 3 16,-8 3-1-16,8-3 1 0,0 2 0 0,-8-1 1 16,8 0 0-16,0-3-3 0,6-1 0 0,-7 0-2 15,7 4 0-15,0-3 1 0,0-1-3 0,0-4 0 0,0 4-1 0,7 1-1 16,-1-5-15-16,0 0-36 16,0-4-46-16,2 1-55 0,-2-1-65 0,7-3-81 15,0 2-33-15,0-3 14 0,0 1 31 0</inkml:trace>
  <inkml:trace contextRef="#ctx0" brushRef="#br0" timeOffset="45039.2">31861 8141 61 0,'0'0'294'0,"0"0"25"15,0 0 15 1,6-5-74-16,0 5-88 0,1 0-73 0,-1-4-49 15,7 4-23-15,-6 0-15 0,-1-3-7 0,0 3-2 0,8 3-1 16,-8-3-2-16,1 0 0 0,-1 4 0 16,1-4-1-16,-7 5 1 0,7-1-3 0,-7-1 1 15,0 2 1-15,0-1 1 0,-7 4 0 0,7-4 0 16,-7 4 0-16,1 1 2 0,-1-2 0 0,1 2-2 0,0-1-2 0,-2 0 0 16,2-4 2-16,0 4-2 15,-1 0-1-15,7-3 1 0,0 2 2 0,0 2-2 16,0-5-1-16,0 4 3 0,0-5-1 0,7 6 1 0,-7 0 1 0,6-6 0 0,-6 6 1 0,6-6-2 15,-6 6-1-15,0-5 1 0,8-1-1 0,-8 2 0 32,0 0 0-32,0-2 1 0,6 1 0 0,-6 0 0 15,-6-4 4-15,6 5-1 0,-8-5 2 0,8 3-1 0,-6-3 0 0,-7 4-1 16,7-4-3-16,-1 0-4 16,-6 0-17-16,1-4-27 0,4 4-36 0,-4-3-47 0,-2-2-50 0,8-3-66 0,-7 0-28 15,7 0 3 1,-1-1 23-16</inkml:trace>
  <inkml:trace contextRef="#ctx0" brushRef="#br0" timeOffset="45251.81">32095 7831 245 0,'0'-4'415'0,"6"4"37"0,-6-4 18 0,7 4-96 15,-1-3-119-15,-6 3-110 0,7-5-70 0,5 1-37 16,-4 4-18-16,-2-4-14 0,7 0-9 0,0-1-21 16,-7 1-35-16,14 1-40 0,-13-1-50 0,12-1-48 15,-6 5-46-15,0-3-26 0,-7 3-16 0,8 0-20 16,-8 3 9-16,0-3 29 0,1 5 38 0</inkml:trace>
  <inkml:trace contextRef="#ctx0" brushRef="#br0" timeOffset="45415.1">32147 7949 52 0,'0'5'222'0,"0"-2"11"0,-6 6-23 0,6-9-61 16,0 3-52-16,0 1-35 0,6 1-11 0,-6-5 1 15,0 4 6-15,6 0 2 0,1-4-1 0,-1 4-2 16,7-4-10-16,-6-4-12 0,6 0-15 0,6 0-18 16,-5-1-19-16,5-2-28 0,1-2-43 0,-1 1-50 15,0-4-49-15,1 4-40 0,-1 0-26 0,1-4 4 16,0 3 29-16</inkml:trace>
  <inkml:trace contextRef="#ctx0" brushRef="#br0" timeOffset="45632.4">32524 7787 166 0,'0'0'249'0,"0"0"13"16,-6 0-50-16,6 4-57 0,0-1-52 0,0 6-32 16,-6-5-12-16,-1 4-9 0,7 0-7 15,0 0-8-15,-7 5-7 0,7-6-8 0,0 2-6 0,0 3-4 16,7-4-3-16,-7 5 0 0,7-6-3 0,-1 2-1 0,7-1 0 15,-6 1 1-15,6-6 1 0,-1-3 1 16,2 4 5-16,-2-4 8 0,2-4 3 0,-1 4 5 16,-1-3 3-16,2-6 6 0,-2 5 0 0,-4-4-5 15,-2-1-9-15,0-3-35 0,-6 0-84 0,-6 0-129 16,0-4-70-16,-20-1-38 0,6 1-14 0,-19-4 19 16</inkml:trace>
  <inkml:trace contextRef="#ctx0" brushRef="#br0" timeOffset="53906.35">25654 9500 127 0,'0'-4'249'16,"0"4"10"-16,0 0-31 0,0-3-74 0,0 3-55 15,0 0-33-15,0 0-16 0,0-5-6 0,0 5-3 16,6 0-1-16,-6 0-4 0,6-4-8 0,-6 0-5 16,7 4-6-16,0-5-5 0,-1 2-4 0,0-2-5 15,8 1 0-15,-8 1-3 0,1 3 1 0,6-5-1 16,-7 5 0-16,1 0 0 0,-1 0-1 0,0 0-1 16,8 5 1-16,-8-2-1 0,1 1-1 0,-1 1 1 15,1 3 1-15,-1 0 1 0,1 4-1 0,-7 0 0 16,6 0 1-16,-6 1-1 0,0 0 2 0,0 2-1 15,-6-2-1-15,6 2 0 0,-7 2 0 16,1-4 1-16,-1 2-1 0,1-2 1 0,-1 4 0 16,-5-6 0-16,4 2 2 0,2-6 0 0,0 2 0 15,-1-1-1-15,7-4 1 0,-6 1 0 0,-1-2 0 16,7 1 0-16,0-4-2 0,0 0-10 0,0 0-16 16,0-7-11-16,0 2-6 0,7-7-5 15,-1 0 1-15,7-5 8 0,-7 1 15 0,8-1 5 16,-1 1-1-16,0-4-7 0,0 0-12 0,7-1-11 15,-8-3-10-15,2 3-4 0,-2-3-1 0,1 4 1 16,1-5 10-16,-2 5 9 0,2-4 10 0,-2 7 9 16,-5-3 13-16,6 4 17 0,-13 4 20 0,7-1 25 15,-1 5 30-15,-6 1 24 0,6 2 14 0,-6 1-3 16,0 4-11-16,0-4-22 0,-6 4-27 16,0 0-24-16,-1 4-17 0,0 0-6 0,1 1-4 15,-1 2-1-15,1 5-1 0,-7-3 0 0,6 3 1 0,-5 0 0 16,5 0 0-16,0 0-2 0,-6 5 1 0,7-6-1 0,0 6 0 15,-1-1 0-15,0 1 0 0,1-1 1 16,6 0 0-16,-6 1 1 0,6-5-1 16,-8 5-1-16,8-2 0 0,0 1 1 0,0 0-1 15,0 1 2-15,0-1-2 0,0 0 1 0,8 1-1 16,-2-1-4-16,0 1-14 0,8-1-26 0,-8-3-33 16,7-1-43-16,0-1-53 0,0 1-60 0,-7-7-22 15,8 2 7-15,-2-2 26 0</inkml:trace>
  <inkml:trace contextRef="#ctx0" brushRef="#br0" timeOffset="54129.23">26063 9643 110 0,'0'0'295'0,"0"0"18"0,0-5 9 15,-6 5-94 1,6 0-92-16,0 0-66 0,0 0-36 0,0 0-18 15,0 5-8-15,0-2-6 0,0 2-2 0,-6 3 1 16,6 1-1-16,0 2 0 0,0 2 0 0,0 3 2 16,0 1 0-16,0-1-7 0,0-1-21 0,6 1-34 15,-6 1-41-15,0-1-43 0,0-3-51 16,0 0-57-16,6-1-12 0,-6-1 17 0,0-6 29 16</inkml:trace>
  <inkml:trace contextRef="#ctx0" brushRef="#br0" timeOffset="54382.98">26337 9472 326 0,'0'-5'367'0,"0"5"20"0,0-4-12 16,0 4-129-16,0-3-104 0,0 3-67 0,0 0-40 15,0-5-18-15,6 5-7 0,2-4-6 0,-2 4 0 16,7-4-3-16,0 1 1 0,0 3-1 0,-1-5-3 16,2 1 1-16,-1 4-6 0,0 0-21 0,-6 0-34 15,5 0-41-15,-5 0-44 0,0 0-49 16,-1 0-49-16,-6 0-51 0,6 0-4 0,-6 4 21 16,0 1 35-16</inkml:trace>
  <inkml:trace contextRef="#ctx0" brushRef="#br0" timeOffset="54585.53">26318 9597 3 0,'-7'0'270'0,"7"5"26"0,0-1 11 16,0-4-58-16,0 4-84 0,0-4-70 16,0 0-45-16,0 0-25 0,7-4-11 0,0 4-6 0,-1-4-3 15,0-1-3-15,8 1-2 0,-2 1 1 16,1-1 0-16,1-1-1 0,4 2-1 0,-4-2-4 0,-1 1-24 15,7 4-41-15,-8-4-49 0,8 1-61 16,-7-2-66-16,7 1-30 0,-7 1 6 0,6-2 29 16</inkml:trace>
  <inkml:trace contextRef="#ctx0" brushRef="#br0" timeOffset="54883.77">26787 9447 5 0,'-6'0'271'0,"6"0"23"0,0 4 11 16,-8-4-54-16,2 4-91 0,0 1-71 0,-1-2-40 16,1 1-18-16,-1 4-9 0,1-3-2 0,-7 3-3 15,6 0 0-15,0 0-4 0,1 0-4 0,6 1-2 16,-6-1-3-16,6 0-2 0,0 5-1 0,0-6 1 0,6 5 1 16,0-3 0-16,1-1-1 15,0-1 0-15,6-3 1 0,0 1-3 0,0-5 0 0,-1 0 0 16,8 0 0-16,0-5 1 0,-1 1-1 0,1-3 0 0,-7-1 0 15,6-1 1-15,-6 5-2 16,1-4 1-16,-2-4 3 0,2 4-1 0,-8 0 0 16,0-4 0-16,1 3 0 0,-7-3-3 0,6 0-14 15,-6 0-25-15,-6 0-35 0,-1-4-43 0,1 3-50 0,-7-3-61 16,0 4-39-16,0 3 0 16,-7 2 19-16</inkml:trace>
  <inkml:trace contextRef="#ctx0" brushRef="#br0" timeOffset="56175.06">30415 9101 128 0,'6'-4'220'16,"-6"0"6"-16,0 0-55 0,6-1-62 0,-6-2-41 16,7 3-22-16,-1-1-6 15,1-2 6-15,6 2 5 0,-7 1 6 0,8 1 3 16,-8-6 0-16,7 6-5 0,0-2-8 0,0 1-8 0,-7 0-7 0,8 4-9 16,-2 0-7-1,-5 0-4-15,6 0-3 0,0 0-4 0,-7 0-1 16,8 4-2-16,-8 0-2 0,0 4 0 0,8-4 0 15,-8 4 0-15,1 1 0 0,-1-2 1 0,-6 6 0 0,7-5 1 16,-7 4 1-16,0-3-2 0,0 3 1 16,0 0-1-16,0 0-1 0,-7 0 0 15,7 0 0-15,-6-3 0 0,-1 2-1 0,1-2 2 0,0-1 1 0,6-3-1 0,-8 2 0 16,2-3 0 0,6-4 2-16,0 5-2 0,0-5-1 0,0 3 1 15,0-3 0-15,0 0 0 0,0 0-2 0,0-3 0 16,6-2 0-16,2-3-4 0,4 0-1 0,-5 0 0 15,6-5 0-15,0 1 3 0,7 0 2 0,-8 0 0 16,2 0 1-16,-1-1 0 0,6 2 1 0,-6-6-1 16,0 4 1-16,0-3 1 0,0 4-2 0,0-4 1 15,-6 0-1-15,5 0-2 0,2 3 0 0,-8-2 1 16,1 2 2-16,-1 1 2 0,1 4 13 0,-7-1 19 0,6 2 17 16,-6 2 17-16,7 1 10 0,-7 4 3 15,0-4-7-15,0 4-19 0,0 0-17 0,0 0-19 16,0 0-11-16,0 0-8 0,0 0-5 0,-7 4 1 15,1 0-2-15,6 4 3 0,-7 0 0 0,1 1 1 16,-1-1 2-16,1 0-1 0,0 5 1 0,-2-1-1 16,2 0 1-16,0-1 0 0,-8 2-1 0,8-1 0 15,0 0-1-15,6 4 1 0,-7-3-1 0,1-1 0 16,6 0 0-16,-7 0-1 0,7 1 1 0,0-1-1 16,0-4-9-16,0 4-25 0,7 0-32 0,-7-3-39 15,6 4-50-15,1-6-52 0,5-3-56 0,2 4-40 16,-2-4-2-16,8-4 24 0,0 4 39 0</inkml:trace>
  <inkml:trace contextRef="#ctx0" brushRef="#br0" timeOffset="56610.01">31137 9105 141 0,'0'0'334'0,"0"-4"24"0,0 0 13 0,0 0-87 15,0 4-106-15,0-4-83 0,0 4-46 0,0-5-25 16,7 2-13-16,-1 3-7 0,1-4-4 16,-1 4-1-16,7 0-3 0,-6-4-3 0,6 4-1 0,-7 0-1 15,1 4-6-15,0-4-5 0,-1 4-1 16,-6-4-2-16,0 3 1 0,6 6 2 0,-6-5 5 0,-6 0 5 16,6 5 4-16,0-2 4 0,-6 1 0 15,-1 1 1-15,0-1 1 0,-5 0-2 0,5 4 1 16,-6-4 0-16,6 1 1 0,1-2 0 0,-1-3-1 0,1 5 0 15,-1-5-3-15,1 5-1 0,6-6-3 16,0 5 1-16,0 0-1 0,0-3 1 0,0 2 0 16,6-2 0-16,-6 3 0 0,7 0-1 0,-1-3-2 0,1 2-3 15,-1-3-2-15,1 5 2 0,-1-1 0 0,8-5 1 16,-8 6 2-16,-6-5 2 0,6 1 2 16,-6-2 1-16,7 1 2 0,-7 1 1 0,7-2 2 15,-7 1 0-15,0 1 1 0,0-1 1 0,-7-4-1 0,7 3 0 0,-7 2 1 16,1-5 2-16,0 4-2 15,-8-4 1-15,8 0 0 0,-1 4-2 0,-6-4 1 0,7 0-2 16,-7-4 0-16,7 4-8 0,-8-4-21 0,1 4-30 16,7-5-43-16,-7-2-45 0,6-2-57 15,1 1-48-15,0 1-8 0,6-2 14 0</inkml:trace>
  <inkml:trace contextRef="#ctx0" brushRef="#br0" timeOffset="56882.93">31385 8926 173 0,'0'0'331'0,"0"0"31"15,0 0-1-15,0 0-85 0,0 0-82 0,0 0-71 16,0 0-46-16,0 0-23 0,0 0-10 0,0 0-5 0,0 0-6 0,6 0-2 0,-6 0-5 15,6 0-6-15,2 0-7 0,4 0-2 16,2-4-4-16,-2 4-2 0,1 0-1 16,1 0-2-16,5 0 0 0,-6 0-8 0,0 0-22 15,0 0-40-15,-6 0-50 0,5 0-58 0,-4-4-66 16,-8 4-83-16,6 0-28 0,0 0 13 0,-6 0 35 16</inkml:trace>
  <inkml:trace contextRef="#ctx0" brushRef="#br0" timeOffset="57089.68">31346 9044 33 0,'0'5'294'16,"0"-5"30"-16,6 0 18 0,-6 0-66 0,0 0-83 16,6 0-80-16,1 0-53 15,0-5-30-15,-1 1-16 0,1 4-6 0,5-3-4 16,-4 3-2-16,4-5-1 0,8 5-2 0,-7-4-11 15,7 0-26-15,-1 4-23 0,0-4-28 0,1-1-41 0,7 5-53 0,-9-4-62 16,9 1-20 0,-7-1-2-16,6 4 16 0</inkml:trace>
  <inkml:trace contextRef="#ctx0" brushRef="#br0" timeOffset="57374.28">31938 8893 279 0,'-6'0'323'0,"6"0"16"0,-6 0-42 0,-2 0-88 0,8 0-86 16,-12 0-57 0,5 5-30-16,1-1-13 0,-1-1-5 0,-6 6-4 15,7-5-1-15,0 4-2 0,-2-3-3 0,2 2-4 16,0 2-2-16,6-1 0 0,-7 4 1 0,7-4-2 16,0 0 1-16,0 4 3 0,7-3-2 0,-1-2 2 0,0 2-2 15,2-5 2-15,4 4 0 0,-5-3 0 16,12-2-2-16,-6-3 0 0,1 0 0 0,5 0-1 15,-6 0 0-15,0-3 2 0,0-2 2 0,-6 1 3 16,5 0 7-16,-5 0 4 0,0-1 5 0,-1-2-3 0,1-2 0 0,-7 5-10 0,0-8-31 16,0 4-50-1,-7-5-68-15,1 2-93 0,-8-2-79 0,-5-3-40 16,0 3 2-16,-8 2 33 0</inkml:trace>
  <inkml:trace contextRef="#ctx0" brushRef="#br0" timeOffset="58105.74">27582 9484 12 0,'0'0'365'0,"-8"0"62"0,8 0 31 15,0 0-18-15,0 0-110 0,0 0-113 0,0 0-100 16,0 0-62-16,8 0-35 16,-8 0-20-16,0 0-10 0,6 0-4 0,-6 4-2 15,0-4-3-15,6 5 2 0,-6-2 4 0,7 1-1 0,-7 4 2 0,0 1 3 16,0-2-2-16,0 2-5 15,-7-2-17-15,7 6-22 0,-6-4-31 0,6-2-31 16,-14 5-32-16,8-3-28 0,0-2-19 0,-1 2-14 16,1-1-23-16,-1-3-32 0,1-1 0 15,-1 3 18-15,7-7 26 0</inkml:trace>
  <inkml:trace contextRef="#ctx0" brushRef="#br0" timeOffset="58659.32">27900 9248 286 0,'0'0'314'0,"7"-5"12"0,-7 5-45 16,0 0-95-16,6 0-82 15,1 0-53-15,6 0-25 0,-7 5-13 0,8-1-6 16,-8 0-5-16,7-1-2 0,-7 7 0 0,8-3-1 0,-8 2-2 0,0-2-1 15,2 1 0 1,-2 5 0-16,-6-1-1 0,6 0 0 0,-6 5-1 16,0-6 1-16,-6 6-2 0,6-1-1 0,-6-3-2 15,-2-2 2-15,2 2-1 0,0-4-1 0,-1 2 2 0,0-6 2 0,7 2 2 0,-6-2-6 16,-1-2-5 0,1 2-5-16,0-1-6 0,6-4-7 0,-7 0-13 15,7-4-9-15,0-1-6 0,0 2-1 0,0-6 0 16,7 1 7-16,-1 0 12 0,0 0 14 15,1-4 12-15,-1 3 8 0,8-3 6 0,-8 0 0 0,8-4 3 0,-2 3 0 16,-6 2 0-16,8-6 0 16,-1 1-1-16,-7 0 0 0,8-4 2 0,-2 4 5 15,-5-1 5-15,0 5 11 0,5-5 17 0,-5 6 28 16,-7 2 25-16,6 2 24 0,-6-3 16 0,7 7 6 16,-7 3-7-16,0-4-24 0,7-1-24 0,-7 5-30 0,0 0-22 0,0 0-14 0,-7 5-12 15,7-1-4-15,-7-1-1 16,1 7 0-16,6-3 0 15,-7 2 0-15,1 2 1 0,0-3-2 0,-1 4-1 16,0 1-2-16,1 0 2 0,0 3 0 0,6-4-1 16,-8 4 2-16,2 1 0 0,6-1 3 0,-6 0-2 15,-1 0 0-15,7 0 1 0,-6-4 1 0,6 4-2 16,0 1-2-16,0-5-14 0,0 4-28 0,0-3-35 16,0 3-42-16,6-8-47 0,-6 5-50 0,7-6-48 15,-1 2-27-15,0-2 3 0,2 3 25 0</inkml:trace>
  <inkml:trace contextRef="#ctx0" brushRef="#br0" timeOffset="58996.59">28259 9398 150 0,'0'0'263'0,"0"0"12"0,0-4-35 0,0 4-76 15,6 0-68-15,-6 0-49 0,7 0-24 0,-7 0-14 16,6 0-5-16,0 0-4 0,-6 0-3 0,8 4 0 16,-8-4 0-16,6 5 0 0,-6-2-3 0,0 2 2 15,0 2 3-15,0-3 0 0,-6 5 0 0,6-1 1 16,-8 0 3-16,2 5 1 0,0-1-3 16,-1-4 0-16,1 5 0 0,-1-6 0 0,-6 5 0 15,7-3 0-15,0-1 0 0,6-4 0 0,-8 3 1 16,2-2 0-16,6 3 0 0,-6-4-2 0,6-4-1 15,0 5-1-15,0-2 0 0,0-3 0 0,0 4 0 16,0-4 0-16,6 4 0 0,-6-4 1 0,6 0-3 16,8 0-7-16,-8-4-16 0,7 4-19 0,0-4-30 15,0 1-39-15,1-2-38 0,-2-2-46 16,8 2-20-16,-7-3 4 0</inkml:trace>
  <inkml:trace contextRef="#ctx0" brushRef="#br0" timeOffset="59490.57">28467 9231 134 0,'0'-3'261'0,"-7"3"16"0,7-5-20 0,0 5-71 16,0 0-62-16,0-4-39 16,0 4-20-16,0 0-13 0,0 0-12 15,0 0-9-15,0-4-10 0,7 4-6 0,-7 0-5 16,13-3-5-16,-6-2-1 0,-1 5-3 0,7-4 0 15,0 0-2-15,0 4 0 0,0-3 2 16,-6 3-1-16,6-6-1 0,0 6-6 0,-1 0-16 16,2 0-28-16,-8 0-39 0,7-4-48 0,-6 4-54 15,0 0-61-15,-1 0-18 0,0 0 9 0,0 0 30 16</inkml:trace>
  <inkml:trace contextRef="#ctx0" brushRef="#br0" timeOffset="59688.93">28480 9292 193 0,'0'5'241'0,"0"-5"8"0,0 0-68 16,0 0-65-16,7 3-47 0,-7-3-26 0,6 0-12 16,0 0-7-16,1 0-2 0,6 0-3 0,-7-3-4 15,8 3-6-15,-1 0-3 0,7-5-2 0,-8 5-6 16,8-3-19-16,-7 3-35 0,7-4-48 0,-2 4-53 15,-4-5-56-15,6 1-26 0,-1 4 2 0</inkml:trace>
  <inkml:trace contextRef="#ctx0" brushRef="#br0" timeOffset="60351.91">29079 8902 98 0,'0'0'258'0,"0"0"23"31,0 0-20-31,0 0-53 0,0 0-52 0,0 0-40 15,0 0-25-15,0-4-13 0,0 4-12 16,0 0-9-16,0 0-13 0,0 0-11 0,0 0-12 16,0 0-11-16,0 0-5 0,0 4-6 0,0-4-3 15,0 0 1-15,0 3-1 0,6 1 3 0,-6 5-1 16,0-1 2-16,0 0 0 0,0 0 1 0,0 5-2 16,0-1-1-16,0 4 2 0,0-4 0 0,0 4 1 15,0 1 0-15,0-1 2 0,0 1-1 0,0-1 0 16,0 0 0-16,0 1-1 0,0-2-1 0,0 2 1 15,0-1-1-15,0-4-1 0,0 1-12 0,0 0-30 16,0-6-40-16,0 2-47 0,0-2-48 16,0-3-54-16,8 1-51 0,-8-2-6 0,6-3 23 0,0 0 38 15</inkml:trace>
  <inkml:trace contextRef="#ctx0" brushRef="#br0" timeOffset="60924.67">29275 8909 75 0,'-7'-7'266'0,"7"3"14"0,0-1 9 0,0 2-92 16,0-2-82-16,0 1-54 0,7 0-28 0,-7 1-11 15,6-2-5-15,1 1-2 16,-1 1-2-16,0-2 0 0,2 5-2 0,-2-4-4 16,6 0-2-16,-5 4-3 0,6 0-1 15,0 0 0-15,-6 0 0 0,6 0-1 0,-7 0-1 16,8 4 0-16,-8 0 0 0,0-4 0 0,1 5 0 0,-1-2 1 16,-6 6 1-16,7-6 0 0,-7 5-1 15,0-3 1-15,0 3 0 0,0-1 0 0,-7 2 1 16,1 3 0-16,6-4-2 0,-7-4 0 0,1 5 0 15,-8-1 0-15,8-4 0 0,0 4 0 0,0-4 0 16,-1 5 0-16,0-6 1 0,1 2 0 16,6-1-3-16,-7-1 2 0,1-3-1 0,6 4 0 15,0-4-1-15,-7 5-1 0,7-1 3 0,0-1-1 0,0 1-2 16,7-4 0-16,-1 5 1 0,-6-1 1 16,7 0-2-16,-1 0 2 0,8 1-1 0,-8-2 1 0,6-3 0 0,-4 9-1 0,4-6 1 15,-5 1 1 1,-1 1-1-16,8 2-1 0,-14-2 0 15,6-1 1-15,0 3 0 0,0-2 1 0,-6-1-1 16,0 0 2-16,8 4-1 0,-8-3 0 0,0-1 2 16,-8-1 1-16,8 2-1 0,-6-2 1 0,6 2 2 15,-6-1 1-15,0 4-1 0,-1-4 1 0,0-4 1 16,-6 4-1-16,7 1-2 0,0-2 2 0,-8 1-1 16,8-4-2-16,-7 4-3 0,0 0-11 0,6-4-18 15,-6 4-28-15,0-4-37 0,7 0-47 0,-8 5-56 16,2-5-45-16,5 0-11 0,1 0 11 15</inkml:trace>
  <inkml:trace contextRef="#ctx0" brushRef="#br0" timeOffset="61296.92">29040 9354 31 0,'0'0'238'0,"0"0"17"0,0 0-8 0,0 0-67 15,0 0-66-15,0 0-49 0,7 0-27 0,-7 0-12 16,6-5 0-16,1 5 3 0,6-3 1 0,-1-1 3 15,2-1 1-15,5 1-1 0,-6 4-5 16,14-3-5-16,-8-2-2 0,0 1-2 0,8 1-2 16,-1 3-3-16,-7-5-3 0,7 1-3 0,0 4-1 15,0-4-1-15,1-1-2 0,-1 5-1 0,-1 0 1 16,1-3-1-16,0 3-2 0,-6 0-2 0,7 0-3 16,-9 0-6-16,2 0-12 0,-7 0-26 0,-7 0-39 15,2 0-46-15,-2 0-45 0,0 0-51 16,-6 0-30-16,0 0 2 0,0 0 27 0</inkml:trace>
  <inkml:trace contextRef="#ctx0" brushRef="#br0" timeOffset="61844.73">29249 9463 3 0,'0'0'232'15,"0"0"19"-15,0 0 0 0,0 0-50 0,0 0-50 16,0 0-44-16,0 0-24 0,0 4-14 16,0-4-13-16,0-4-13 0,0 4-15 15,6 0-11-15,0 0-9 0,1-3-3 0,0 3-3 16,-1 0-1-16,1 0-1 0,5-5-1 0,-4 5 1 16,-2 5-2-16,6-5 1 0,-5 0-1 15,0 0-1-15,-1 3 2 0,1 1 0 0,-1 1-1 0,1-2-1 0,-7 6 2 16,7-5-1-16,-7 4 0 15,6-4 1-15,-6 4-1 0,0 1 2 0,-6-5 0 16,6 4-1-16,0-4-1 0,-7 3 1 16,0-2 1-16,7 0-2 0,-6 2 2 0,-1-2 0 0,1-2 0 0,-1 1 0 0,7-4 0 15,-7 4 0-15,1 1 1 0,6-2-1 16,-6-3 0-16,6 5-1 0,-6-5 0 16,6 0 1-16,0 4-3 0,0-4-2 0,0 0-2 15,0 0-3-15,0 0 0 0,0 0-1 0,0 3 1 16,6-3-1-16,-6 4 1 0,6-4-2 15,0 5-1-15,-6-1 0 0,7 0 0 0,6-4 1 16,-6 4 3-16,-7 1 2 0,6-1 2 0,1-1 2 16,0 1 0-16,-1 1 3 0,-6 3 0 0,6-5-1 15,0 2 1-15,-6 3-1 0,8-4 1 0,-8 1 0 16,6-2-2-16,-6 1 2 0,0 0-1 0,0 0 0 0,6 0-1 0,-6 1 2 16,-6-1 2-1,6-4 3-15,0 3 2 0,-6 1 3 0,6-4 4 16,-8 5 4-16,2-1 6 0,0 0 1 0,-7 0 4 15,6-4 1-15,1 5-4 0,-7-5-3 0,-1 3-9 0,2-3-27 0,-2 0-64 0,2-3-97 16,-8 3-75-16,7-5-38 0,-7-3-18 0,8 4 10 16</inkml:trace>
  <inkml:trace contextRef="#ctx0" brushRef="#br0" timeOffset="66934.38">25797 10514 133 0,'0'-5'169'16,"-7"5"-35"-16,7 0-52 0,0-3-33 0,-6 3-18 16,6 0-10-16,0-5-3 0,0 5-1 0,0 0-1 15,0 0-3-15,0 0-2 16,0 0-1-16,0 0-5 0,0 0 0 0,0 0-1 15,0 0-2-15,0 0 0 0,0 0-2 16,0 0 2-16,0 0-3 0,6 0-1 0,-6 0 2 16,0 0 0-16,7 0 3 0,-7-3 2 0,6 3 3 0,1-5 2 0,-7 5 3 0,6 0 4 15,0-4 3 1,2 4 3-16,-2-3 1 0,0 3 1 0,1 0-2 16,0-5-5-16,-7 5-1 0,6 0-4 0,0 0-1 15,1 5-3-15,-1-5-2 0,1 3 0 0,-7 1-1 16,7 1 0-16,-1-2-2 0,-6 5-1 0,6 1 0 15,-6-1 0-15,0 4-1 0,7-3 0 16,-7 3 1-16,-7 4-2 0,7-3 3 0,-6-2-1 16,6 1 0-16,-6 5 1 0,-1-5 1 0,0 0 0 15,1 0 0-15,-1-3 1 0,1 3-3 0,0-5 1 16,-1-2 0-16,7 3 1 0,-7-4-2 0,7 0 1 16,-6-4 1-16,6 4 1 0,0-4-4 0,0 0 0 15,0 0-2-15,0 0-3 0,6-8-4 0,1 4-1 16,6-9-3-16,-7 2-2 0,7-2-6 15,1-3-7-15,-2-1-9 0,8 1-3 0,-7 1-1 0,0-6-1 16,0 0 7-16,1 1 8 0,-2 0 11 16,1-1 7-16,0 1 4 0,-6-1 4 0,5 5 1 15,-4-4 4-15,-2 4 2 0,0 4 18 0,0 0 21 16,-6 3 24-16,8 6 26 0,-8-2 22 0,0 1 11 16,0 0-9-16,0 4-19 0,-8 0-24 0,8 0-25 15,0 0-24-15,-6 0-16 0,0 4-8 0,0 0-2 16,-2 1-4-16,2-2-1 0,0 6 2 0,-1-2 0 15,7 2 0-15,-6 4 1 0,-1-2 1 0,0 1 0 16,7 0-2-16,-6 0-1 0,6 5 0 0,-6-5 0 16,6 5 0-16,-6-5 0 0,6 4 1 15,-8-3 0-15,8-1 1 0,0 0-1 0,0 0 0 0,-6 0 1 16,6 0-1-16,0 0 0 0,6-3 0 16,-6 3-3-16,0-4-2 0,8 0-5 0,-8 4-14 15,6-7-22-15,0 3-25 0,0 0-28 0,1-5-33 16,0 2-35-16,6-1-48 0,-7 0-29 0,0-4-4 15,8 0 16-15</inkml:trace>
  <inkml:trace contextRef="#ctx0" brushRef="#br0" timeOffset="67316.72">26266 10595 108 0,'-6'-4'301'0,"6"4"22"0,-8-3 12 15,8 3-86-15,-6-5-96 0,6 5-68 16,0 0-41-16,0 0-22 0,0 0-11 0,0 0-6 15,0 0-5-15,0 0-3 0,0 0 1 0,0 0 2 16,0 5 0-16,0-2 0 0,6 1 0 0,-6 0 2 16,0 4 0-16,0 1 0 0,8-2-2 0,-8 2 0 15,0 3 1-15,0-4-1 0,0 1 0 0,6 3 0 16,-6 0 0-16,0 0 2 0,0 0-1 16,0 1 1-16,-6-1 0 0,6-5-2 0,0 6 1 15,0-1-1-15,0 1-4 0,0-1-21 16,0-5-33-16,-8 2-47 0,8-1-51 0,0 0-55 0,0-4-60 15,0 0-14-15,8 1 17 0,-8-5 37 0</inkml:trace>
  <inkml:trace contextRef="#ctx0" brushRef="#br0" timeOffset="67744.25">26578 10469 293 0,'0'0'323'0,"-6"0"16"0,6 0-41 0,0 0-95 16,0 0-84-16,0 0-56 0,0 0-29 0,0-4-18 15,0 4-10-15,0 0-3 0,0 0-3 0,6 0-1 16,1-5-1-1,-1 2 3-15,7 3 1 0,-6-4-2 0,13-1-1 16,-8 5-2-16,2-4-7 0,-1 1-18 0,-1 3-24 16,2 0-33-16,-2-5-34 0,2 5-41 0,-8 0-43 15,7 0-51-15,-6 0-10 0,-1 0 14 0,1 5 27 16</inkml:trace>
  <inkml:trace contextRef="#ctx0" brushRef="#br0" timeOffset="67967.92">26578 10591 231 0,'7'0'254'0,"-7"0"9"16,0 0-68-16,6-3-74 0,1 3-55 15,-1-5-33-15,7 1-15 0,1 0-9 0,-2 0-2 0,2-1-5 16,-1 1 0-16,6-3-1 0,-6 2-1 15,7-3-7 1,-1 4-26-16,1 0-30 0,0-4-24 0,-1 4-28 16,0 0-54-16,0-5-42 0,8 6-1 15,-8-5 16-15</inkml:trace>
  <inkml:trace contextRef="#ctx0" brushRef="#br0" timeOffset="68262.72">27158 10391 238 0,'-6'5'269'16,"-1"-1"11"-16,0-4-60 0,1 8-76 0,0-3-49 15,-1-2-26-15,0 5-7 0,1-3 0 0,-1-2-3 16,1 6-3-16,0-6-12 0,6 1-14 0,-8 1-12 16,8-1-8-16,0-1-3 0,8 6-2 0,-8-5 2 15,6 0 0-15,0 0 0 0,1 1 0 16,6-5-1-16,0 3-1 0,0-3-4 0,0-3-1 15,0 3 0-15,7-5-1 0,-8 1 0 0,2 0 0 16,-2 0 0-16,-5 0-1 0,6-1 2 0,-6-2 1 16,-1 2-1-16,-6 1 0 0,6 1-3 0,-6-2-17 15,0-2-25-15,0 2-32 0,-6-3-43 0,6 5-44 16,-13-6-46-16,7 5-51 0,-8 0-10 0,2 4 12 16,6 0 33-16</inkml:trace>
  <inkml:trace contextRef="#ctx0" brushRef="#br0" timeOffset="68475.78">27490 10529 234 0,'0'5'255'0,"0"3"12"0,7 0-68 16,-7 4-76-16,-7 1-51 0,7 0-30 0,0-2-16 15,-7 1-12-15,7 0-5 0,0 0-4 0,-6 5-5 0,6-5-18 16,0 1-29-16,0 2-42 16,0-2-45-16,-6-1-70 0,6-4-34 0,0 4-3 15,-7-8 21-15</inkml:trace>
  <inkml:trace contextRef="#ctx0" brushRef="#br0" timeOffset="69177.22">28369 10354 28 0,'6'-7'245'0,"2"-1"15"0,-8 0 7 15,12 0-79 1,-5-5-78-16,6 5-53 0,-6-4-29 15,11 4-13-15,-4 4-8 0,-1-5-3 0,7 1-2 16,-8 4-2-16,8 1 0 0,-7-1-2 0,0-1 0 16,0 5-1-16,1 0 0 0,-2 5-1 0,-6-1 2 15,8-1-1-15,-8 6 0 0,1-2-1 0,-1 2 2 16,1 3 1-16,-7 0-2 0,0 0 1 16,0 1 1-16,-7 3 1 0,1-4-2 0,-1 1 2 0,1-1 0 0,0 4 0 15,-2-3-1-15,2-6 1 16,0 5 2-16,0-3-1 0,-1-6-1 0,7 1 0 15,-7 1 2-15,7-5 0 0,0 4 0 0,-6-4-3 16,6 0-9-16,6 0-13 0,-6-4-10 0,7-5-5 16,0 1-3-16,-1 1-1 0,6-6 7 0,2 1 12 15,-8-1 8-15,7-3 4 0,1 4 3 0,-2 0 2 16,2-5 2-16,-8 6 2 0,7-6 3 0,-6 5 0 16,6-4 2-16,-7 4-1 0,0 0 2 0,1-1 5 15,0 5 13-15,-1 0 22 0,-6-1 22 0,0 5 18 16,6 1 15-16,-6 3 5 0,0-4-9 15,0 4-19-15,0 0-22 0,0 0-19 0,0 4-16 16,0-1-11-16,-6 1-6 0,0 5-1 0,6-1 1 16,-7 4-2-16,7 0 0 0,0 0 2 0,-7 1 0 15,1-1 1-15,6 4-1 0,0-3-1 16,-6 3 2-16,6-1 1 0,-7 3-3 0,7 1 1 16,0-2-1-16,0-1 0 0,0 1-6 0,0-5-18 15,7 4-30-15,-7-4-35 0,6 0-42 0,-6-4-54 16,6 5-67-16,1-9-26 0,0 4 8 0,5-5 23 15</inkml:trace>
  <inkml:trace contextRef="#ctx0" brushRef="#br0" timeOffset="69693.94">28864 10404 55 0,'0'0'188'0,"0"0"-3"0,0 0-24 16,0 0-29-16,0 4-20 0,0-4-14 15,6 0-7-15,-6 0-2 0,0 0-4 0,0 0-5 16,0 0-6-16,0 0-9 0,8 0-12 0,-8 0-12 16,0 0-10-16,0 0-5 0,6-4-6 0,-6 4-2 15,6 0-4-15,-6-4-1 0,7 4-2 0,-7 0-5 16,7 0-3-16,-7 0-4 0,0 0-1 0,0 0 0 16,0 0 1-16,6 0 1 0,-6 4 3 15,0 0 1-15,0 1 4 0,0-2 1 0,0 5 2 16,0 0-3-16,0 1 3 0,-6 3 0 0,6-5 0 15,-7 6-2-15,7-5-1 0,-7 4 1 0,7-4-3 16,0 0-4-16,-6 1 0 0,6-1 0 0,-6 0-2 16,6 0 1-16,-8-3 1 0,8-2 0 0,0 2-1 15,0-1-1-15,-6-1 2 0,6 1-1 0,0-4-4 16,0 5 2-16,0-5-2 0,0 0-1 0,0 0-3 0,0 4 2 16,0-4 2-16,0 0-1 0,6 0 2 15,2 0-1-15,-2-4-1 0,0 4-9 0,8-5-22 16,-2 1-30-16,1-3-41 0,1-1-45 0,-2-1-39 15,2 0-55-15,5-2-27 0,-6 2 5 16,6-7 27-16</inkml:trace>
  <inkml:trace contextRef="#ctx0" brushRef="#br0" timeOffset="69919">29190 10294 192 0,'-6'0'376'0,"6"0"50"0,-7-4 34 0,7 4-73 16,0 0-94 0,0 0-83-16,0 0-63 0,0 0-46 0,0 0-30 15,0 0-26-15,7-5-23 0,5 5-11 0,-5 0-3 16,6-3-6-16,0-1-3 0,1 4-6 0,4-5 1 16,-4 5-10-16,5 0-52 0,-5 0-69 0,4 0-75 15,-4-4-70-15,-1 4-73 0,-7 0-69 0,1 0 9 0,0 4 49 0,-7 1 63 0</inkml:trace>
  <inkml:trace contextRef="#ctx0" brushRef="#br0" timeOffset="70055.16">29203 10391 48 0,'-7'5'189'0,"7"-5"6"0,0 4-45 0,0-4-59 0,0 0-43 15,7 0-25-15,-1 0-25 0,1-4-28 0,6-1-35 16,1 1-51-16,4-3-41 0,2-1-18 0,-1-1 1 15</inkml:trace>
  <inkml:trace contextRef="#ctx0" brushRef="#br0" timeOffset="70329.02">29535 10273 38 0,'13'-4'151'0,"-6"1"-23"0,-1 3-23 16,-6-5-20-16,7 5-14 0,-7 0-8 0,0 0 5 16,0 0 6-16,0 5 1 0,0-2-1 0,0 1-3 15,-7 1-7-15,7-1-16 0,-6 4-15 0,6-4-13 16,-7 4-7-16,7-4-5 0,0 4-5 0,0-4 0 15,0 4-1-15,7-3 3 0,-1 3-1 16,-6-4 1-16,13 0 2 0,-7 0-1 0,8-4-1 16,-2 0 0-16,2 0 2 0,5 0 1 0,-5-4 3 0,4 0 10 15,2 0 13-15,-6-1 12 0,-1 2 20 16,-1 3 29-16,2-5 42 0,-14 2 48 0,6-2 57 16,0 5 43-16,-6-4 4 0,0 0-17 0,0 0-45 15,0-4-64-15,-6 4-86 0,0 0-88 0,-1-1-72 16,-6 2-65-16,0-1-62 0,0-1-58 0,0 1-53 15,-7 4-42-15,8-3-47 0,-2 3-16 0,1 0 23 16,1 0 46-16,4 3 58 0</inkml:trace>
  <inkml:trace contextRef="#ctx0" brushRef="#br0" timeOffset="70536.75">29945 10420 84 0,'0'4'280'0,"0"1"18"0,7-2 9 0,-7 6-85 15,0-6-88-15,0 1-63 0,0 5-32 16,0-1-16-16,-7 0-11 0,7 5-5 0,0-6-17 16,-6 1-37-16,6 5-45 0,-7-5-43 0,1-1-45 15,0 2-60-15,-1-5-24 0,0 4 14 0,1 1 34 16</inkml:trace>
  <inkml:trace contextRef="#ctx0" brushRef="#br0" timeOffset="71164.73">30506 10094 7 0,'0'0'333'0,"0"0"41"0,0-3 20 0,0 3-26 15,0 0-108-15,6-5-105 16,1 5-74-16,-1-4-42 0,0 0-21 16,8 4-10-16,-8-3-7 0,7 3 0 0,0 0-3 15,6 3 0-15,-5-3-2 0,-2 4-2 0,2 5 1 16,-1-2-3-16,0 1-2 0,0 1 0 16,-7-1 0-16,8 4-1 0,-8 1 0 0,0-1-3 0,-6 0 1 0,7 0 0 15,-7 0-1-15,0 1 1 0,0-1 0 16,0-5 3-16,-7 3 2 0,7-3 1 15,-6-2 1-15,6-1-1 0,-6-1 4 0,6 1-2 16,0 1-6-16,0-5-25 0,0 0-30 0,0-5-32 16,0 1-27-16,0 1-13 0,0-1-3 0,6-5 22 15,-6 1 26-15,6 0 29 0,1-1 19 0,6 2 14 16,-6-6 9-16,-1 5 3 0,0 1 7 0,8-6 3 16,-8 0 7-16,0 6 3 0,1-6 0 0,0 1 3 15,-7 4 3-15,6-4 5 0,1 3 8 0,-7 1 11 16,6 0 16-16,-6 5 19 0,6-2 12 0,-6 1 5 15,0 0-1-15,0 4-8 0,0-4-18 0,0 4-18 16,0 0-16-16,0 4-11 0,0 0-5 0,0 0-6 16,0 1 0-16,0 2 0 0,-6 5 2 0,6-3 0 0,0 3-2 15,0-4 1-15,0 4 0 0,-6 1 2 16,6-1-1-16,0 0-1 0,0 0 1 0,0 0-2 16,0 1-1-16,0-1-18 0,0 5-29 0,0-5-42 15,0-5-52-15,0 5-79 0,0-3-42 0,6-2-8 16,0 2 17-16</inkml:trace>
  <inkml:trace contextRef="#ctx0" brushRef="#br0" timeOffset="71585.64">30994 10164 192 0,'0'0'266'0,"7"0"12"0,-7-4-48 0,0 4-74 15,6 0-67-15,1 0-42 0,-1 0-23 16,0 0-11-16,1 0-8 0,6 0-5 0,-7 0-1 16,8 4-2-16,-8 0 0 0,1 0-2 0,-1-4 0 15,1 4 0-15,-7 1 0 0,6-2 0 0,-6 5 2 0,0-4 1 16,0 0 4-16,-6 5 2 0,6-6 2 16,-7 6 5-16,1-2 1 0,-1-2 4 0,7 3 1 15,-6-4 2-15,0 5-3 0,-2-6-2 0,8 1-1 16,0 1-4-16,-6 2-4 0,6-2-1 0,0-1-2 15,6 4-1-15,-6-4 1 0,8 0-1 0,-2 4 0 16,-6-4 0-16,6 0 1 0,1 5-2 0,-1-6 0 16,1 2 0-16,-1 3 0 0,1-4-1 0,-1 0 0 15,0 0 1-15,2-1-1 0,-8 2 1 0,6-1 2 16,-6-4 1-16,0 4 6 0,0-4 10 0,0 5 14 0,0-2 9 16,-6 2 9-16,-2-1 3 0,2-1-2 15,0-3-7-15,-1 4-12 0,-6-4-10 0,7 5-9 0,-7-5-5 16,7 0-5-16,-8 0-7 0,8-5-14 0,-1 5-28 15,0-4-39-15,-5 1-48 0,12-6-52 16,-7 1-61-16,1 4-45 0,6-5-5 0,6 2 23 0,-6-6 38 16</inkml:trace>
  <inkml:trace contextRef="#ctx0" brushRef="#br0" timeOffset="71843.03">31431 10009 215 0,'0'4'399'16,"0"-4"37"-16,0 0 19 0,0 0-94 16,0 0-116-16,6 0-102 0,-6 0-71 15,0 0-34-15,0 0-19 0,6 0-8 0,1 0-4 16,-1-4-2-16,8 4-3 0,-2-3-2 0,-5-2 0 15,6 5-7-15,0-4-28 0,-6 4-36 0,6-4-47 0,-7 4-54 16,0-5-62-16,-6 5-59 0,8 0-55 16,-8 0-8-16,0 0 25 0,0 0 42 0</inkml:trace>
  <inkml:trace contextRef="#ctx0" brushRef="#br0" timeOffset="72010.53">31365 10160 210 0,'0'0'256'0,"0"0"12"0,7 0-64 0,-7 0-71 16,6 0-58-16,1 0-38 15,-1 0-23-15,0-5-27 0,2 1-32 0,4 4-42 16,-6-3-56-16,8-6-62 0,-8 5-30 16,7 1 1-16,1-2 18 0</inkml:trace>
  <inkml:trace contextRef="#ctx0" brushRef="#br0" timeOffset="73007.02">31867 10021 187 0,'0'0'283'0,"0"0"18"0,0 0-40 16,0-4-74-16,0 4-69 0,0 0-52 0,0 0-31 0,0 0-16 15,0 0-8-15,0 0-5 0,6 0-1 0,-6 0-1 16,7-4 0-16,6 4 3 0,-7-4 4 0,13 1 3 15,-5 3 0-15,-1-5 1 0,7 5-1 16,-1-4-1-16,-6 4-3 0,7-4-3 0,-7 4-3 0,6-5-3 16,-6 5-1-16,1 0-2 0,-2-3-4 0,-5 3-8 15,6 0-18-15,-7-5-24 0,1 5-34 0,-1 0-37 16,0-4-43-16,2 4-50 0,-8 0-30 0,6-3-3 16,-6-2 21-16</inkml:trace>
  <inkml:trace contextRef="#ctx0" brushRef="#br0" timeOffset="73319.77">32303 9728 182 0,'0'-3'321'0,"0"-2"28"0,0 1 16 15,0 0-68-15,-6 4-58 16,6 0-31-16,0-4-5 0,0 4 0 0,0 0-12 0,0-5-26 16,0 5-33-16,0 0-38 0,0 0-33 0,0 0-29 15,0 0-19-15,0 0-11 0,0 5-2 0,6-1-5 0,-6 4-1 16,0 0 0-16,0 5 3 16,0-1 3-16,0 4 0 0,0 0 1 0,0 0 2 0,0 1 0 15,0 3-3-15,0-4-4 0,-6 4-14 0,6 1-49 0,0-5-80 16,-7 4-82-16,7-4-79 0,0-3-78 15,0 0-75-15,0-1 2 0,0-4 54 0,0 0 68 16</inkml:trace>
  <inkml:trace contextRef="#ctx0" brushRef="#br0" timeOffset="73723.78">32505 9671 3 0,'0'-8'291'16,"0"4"28"-16,7-4 15 0,-1 3-44 0,0-3-98 16,1 5-82-16,0-6-52 0,6 6-28 0,-1-1-15 15,-4 4-7-15,4-5-3 0,1 5-1 0,0-4-2 16,-6 4 2-16,5 4-3 16,-4-4 2-16,-2 0 0 0,0 5-2 0,0-1 0 15,2-1 0-15,-8 1 3 0,6 1-1 0,-6-2 2 16,0 5 1-16,0-3 0 0,-6 3 3 0,6-4 2 0,-8 4 4 0,8 0 1 15,-6 0 2-15,0-3 0 16,0 2-1-16,6 2-4 0,-8-5-5 0,2 4-3 16,6 0-2-16,0-4-2 0,-6 5-1 0,6-6-1 15,0 6 3-15,0-2-1 0,6 2-1 0,-6-1-1 0,6 4 1 0,2-3 0 16,-8-2 0-16,6 6 0 16,0-5 0-16,0 0 0 0,2 4 0 0,-2-4 0 15,0 0 0-15,1 1-2 0,-7-6 3 0,6 6-1 16,-6-5 0-16,0 4 0 0,0-3 1 0,0-2-1 15,0 5 0-15,-6-3-2 0,-1-2-17 0,1 6-24 16,0-6-40-16,-8 6-46 0,2-5-51 0,4-1-64 16,-4 2-45-16,-1 0-10 0,-1-2 23 0,2-3 37 15</inkml:trace>
  <inkml:trace contextRef="#ctx0" brushRef="#br0" timeOffset="73988.08">32186 10155 84 0,'6'0'230'0,"-6"0"10"15,7 0-27-15,0 0-70 0,5-4-57 0,2 1-35 16,5-2-17-16,1 5-2 0,-1-4 6 0,7 0 7 15,0 1-1-15,0-2-2 0,7 1-2 0,-7 0-8 16,6 4-13-16,-5-4-10 0,5 4-8 0,-6-5-14 16,1 5-24-16,-2-4-32 0,-5 4-44 0,6-3-60 15,-6-2-59-15,-1 5-22 0,1 0 7 0,-8-4 22 16</inkml:trace>
  <inkml:trace contextRef="#ctx0" brushRef="#br0" timeOffset="74405.78">32421 10257 116 0,'0'0'354'0,"0"0"56"16,0-3 44-16,0 3-49 0,0 0-68 0,0 0-73 15,0 0-62-15,-8 3-46 0,8-3-41 0,0 0-36 16,0 0-29-16,0 0-24 0,0 0-14 0,0 0-10 0,0 4-2 15,0 1-3-15,0-2 0 0,0 6 7 0,-6 3 1 16,6-4 3-16,0 4-3 0,-6 1 2 0,6-2 2 16,0 2-2-16,0-1 0 0,-7 1-2 15,7-1-1-15,0 0-2 0,0-4-3 0,0 4 0 16,0 1-1-16,7-1 2 0,-7-5 3 0,6 2-3 0,0-1 2 16,2-4-2-16,-2 4-1 0,0-4-4 15,8 1-2-15,-2-5 0 0,-5 3 0 0,6-3 1 16,0-3 0-16,0 3 1 0,0-5 2 0,0 1 2 15,-6 0-2-15,6 0 2 0,-7-5 0 0,0 6 4 0,2-6 3 0,-2 5 1 16,0-4 19-16,-6 4 25 0,6 1 26 0,-6-2 18 16,0 1 7-16,7 4 6 0,-7-4-15 15,0 4-24-15,0 0-29 0,0 0-20 16,0 4-13-16,0 5-7 0,0-2-25 0,-7 10-83 16,7-1-164-16,-6 1-195 0,0 3-101 0,0-4-56 15,-8 4-7-15,1-3 66 0,0-1 158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4:59:02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1810 6692 24 0,'0'0'151'16,"0"0"-20"0,0-5-34-16,0 5-24 0,0 0-8 15,0 5-1-15,0-5 3 0,0 0 7 0,0 0 7 16,0 0 5-16,0 0 3 0,0 0 2 0,0 0-4 15,0 0-5-15,0 0-7 0,0 0-6 0,0 0-12 16,0 0-6-16,0 0-7 0,0-5-6 0,0 5-7 16,0 0-5-16,0 0-3 0,0 0-5 0,0 0-3 15,0 0 7-15,0 0 18 0,7 0 23 0,-7 0 28 16,0 0 29-16,6-4 33 0,0 4 22 0,-6 0 4 16,7 0-9-16,-7 0-22 0,7 0-29 0,-7-4-32 15,0 4-31-15,0-3-22 0,0-2-17 0,0 5-8 16,0-4-1-16,0-4-2 0,0 4-4 0,0-4-2 15,0 4 3-15,0-4-3 0,0-1-2 0,0 2-2 16,0-2 1-16,-7 1 1 0,7 0 0 0,-7 0 0 16,7 0 2-16,-6-1-1 0,0 2 0 0,6-2 1 15,-7 1-2-15,1 4-2 0,-1-4-3 0,0 4-2 0,1-4-3 16,-8 4-2-16,8-1-3 0,-6 1-4 16,5 4-9-16,-6 0-10 0,0-4-9 0,-1 8-9 0,-4-4-6 15,4 4-3-15,1 1 5 0,0-1 10 16,0-1 11-16,1 6-2 0,-2-1 3 0,1 1 3 0,0 3 1 15,0-5 4-15,1 10 0 0,-2-6 11 0,1 2 6 16,6 3 5-16,-6 1 3 0,1 3 1 0,5-4 1 0,-6 4 1 16,7 1 0-16,-1-1-3 0,-6 0-3 0,6 2-8 15,1-3-4-15,0 2-6 0,-2-1-2 0,2 0-2 16,0 1 3-16,0-1 2 0,-2 1 3 16,2-5 0-16,6 4 0 0,0-4-4 0,-6 1-5 0,6-1-1 15,0-4-3-15,0 0 1 0,6-3-1 0,-6 2 4 16,6-1 6-16,-6-7 5 0,8 6 4 0,-2-6 5 15,0 1 2-15,0 0 2 0,8-4-1 0,-8 5 2 16,7-5-4-16,1-5 0 0,-2 5-1 0,2-8 0 16,-2 5-1-16,1-6 0 0,7 1 1 0,-6-5-2 0,-2 1-1 15,1 0-2-15,7-5-3 0,-8 1-3 0,2 1-1 16,-2-6-2-16,2 0 2 0,-1 2-1 0,7-2-1 16,-8-3-1-16,2 3-1 0,-2-3-2 0,1-1 0 15,-6 5 3-15,6-4 3 0,-7 3 7 0,8-4 5 16,-8 5 3-16,0 4 5 0,1-5 2 0,0 6 4 15,-7 2 2-15,6 1 1 0,-6-1 3 0,7 6 0 16,-7 3 6-16,0-4 5 0,0 4 9 0,0 4 6 16,0-5 3-16,0 1 1 0,0 4-5 0,0 0-6 15,0 0-11-15,0 0-8 0,0 0-6 0,0 0-2 16,0 4 1-16,-7 1-2 0,7 2 1 0,-6 6 0 16,6 3 1-16,-7 0 0 0,0 1-2 0,1 3 2 15,0 0 1-15,-2 1 0 0,8 0-1 0,-6-2 1 16,6 2-1-16,-6-1 0 0,6 0 0 0,-6 0-1 15,6-3 1-15,0 3 0 0,0-4 0 0,0 1 1 0,0 0-1 16,6-1 3-16,0-4-1 0,-6 5-2 0,14-5 0 16,-8-5 0-16,0 2 0 0,8-1-2 15,-8 0-1-15,7-5 0 0,0-3-1 0,6 0 0 16,-5 0 1-16,5-3 0 0,1-5-1 0,0 0 3 16,-1-4-2-16,1-1 0 0,-8 1 1 0,8-1 0 15,0 2 0-15,-7-6 0 0,6 5 8 16,-6-5 3-16,0 1 1 0,-6 0 0 0,6 0 2 15,-7 4-2-15,0-5-8 0,-6 5-4 16,7 0-12-16,-7 0-11 0,0 0-22 0,-7 3-23 16,7 5-36-16,-6 1-47 0,0-2-62 0,-1 5-30 15,1 5-1-15,-8-2 11 16</inkml:trace>
  <inkml:trace contextRef="#ctx0" brushRef="#br0" timeOffset="437.6">2097 7143 130 0,'0'-4'228'0,"0"4"9"0,0 0-47 0,0 0-72 16,0 0-56-16,0-4-31 15,0 4-15-15,0 0-8 0,0 0-3 0,0 0-1 16,0 0 0-16,-7 0-1 0,7 0 0 0,0 0 0 0,0 0-2 15,0 0-2-15,0 0-1 0,0 0-1 16,0 4 2-16,0 0 0 0,-6 1 1 0,6 3 1 16,-7 4-1-16,7-4 1 0,-7 4-1 0,7 5 0 15,-6-5 1-15,6 4-2 0,-6 1 1 0,6 2 0 16,-7-3-1-16,7 6 0 0,0-3-1 0,-7 2 2 16,7-1 0-16,0 5-1 0,0-4 1 0,0-2 1 15,0 2-4-15,0-5-11 0,0 4-25 0,0-8-34 16,0 1-45-16,0-5-59 0,0 0-31 0,7-4-4 15</inkml:trace>
  <inkml:trace contextRef="#ctx0" brushRef="#br0" timeOffset="1695.87">2338 6740 151 0,'0'-3'187'0,"0"-2"-17"15,0 5-56-15,0-4-36 16,0 4-23-16,0-3-15 0,0 3-7 0,0-5-6 16,0 1-5-16,0 0 3 0,6-1-3 0,-6 2 3 15,6-5-3-15,-6 4-4 0,8-5-4 0,-8 2-4 0,6-2-1 0,0 1-2 16,0 4-2-16,1-4-1 15,0-1-2-15,-1 6 1 0,1-2-3 0,5 1 0 16,-4 0 0-16,-2 4 0 0,0 0 3 0,8 4 1 16,-2 0-1-16,-5 1 1 0,6 3-2 0,-6 4 0 0,5-4-1 15,-5 8-1-15,6-3 0 0,-7 7-1 16,1-4 0-16,-1 5 0 0,1-5 1 0,-7 4-1 16,7 5 0-16,-7-5 1 0,0 1 0 0,0 3 0 15,0-4-1-15,-7 0 1 0,7 0-1 0,-7 2 1 16,1-3-1-16,-1 2 0 0,1-5 1 0,-7 1 0 0,6-2 2 15,1-2 0-15,0-1-1 0,-1-4-1 0,0 5 2 16,1-10-2-16,-1 6 1 0,1-6 0 0,6-3 3 0,-6 4 1 0,6-4-1 16,0 5-1-1,0-10-5-15,0 1-1 0,6 1-3 0,-6-6-1 0,6-3 0 16,7 0 4-16,1-5 1 0,-2 1 1 0,2 0 1 16,5-4 1-16,-6-1-2 0,6-2-2 0,1-3-2 15,0 2-5-15,-1-5-6 0,1-3-3 0,-1 4-1 16,1-5 1-16,0 1 3 0,-2-1 6 15,2 0 5-15,0 5 3 0,-1-1 2 0,-5 5 2 0,-2-1 2 16,2 6 0-16,-1 2 4 0,-7 1 6 0,0 4 9 16,1 3 6-16,-7 2 4 0,7 2 4 0,-7 0 0 0,0 2-3 0,0 3-7 15,6-4-6-15,-6 4-4 0,0 0-6 0,0 0-4 16,0 0-3-16,0 0-3 16,-6 4 1-16,6-1-1 0,0 2 0 0,-7 3 0 15,0 5 0-15,7-1 1 0,-6 4-1 0,0 1 1 16,-1-1-1-16,-6 3 0 0,6 3 1 0,1-3 1 15,0 2-2-15,-2-1 1 0,-4 0-1 16,6 1 1-16,-1-1-1 0,0 0-1 0,1-3 0 0,-1 3 0 16,7-4 0-16,-6 5 0 0,0-4-1 0,6-1 1 15,-8 0 1-15,8 1-1 0,0-2 0 0,0-2 0 0,0 3-1 0,0 0 0 0,8-3 1 16,-2-1-1 0,0 4 1-16,1-4 0 0,6-4-1 0,-6 4-5 15,5-3-9-15,2-1-15 0,5 0-18 0,1 0-28 16,-8-4-29-16,8-4-40 0,6 5-52 0,-6-5-18 15,-1 3 1-15,7-6 18 0</inkml:trace>
  <inkml:trace contextRef="#ctx0" brushRef="#br0" timeOffset="3103.22">3549 6887 18 0,'-7'0'174'16,"1"0"6"-16,0-4-34 15,-1 4-47-15,7 0-17 0,-7-5-4 0,7 5 11 16,-6 0 13-16,6 0 8 0,0 0-2 0,0 0-12 15,0 0-16-15,0 0-19 0,0 0-18 0,0 0-17 0,0 0-13 16,0 0-6-16,6 0-5 0,1-3-2 16,6 3 1-16,0-4 0 0,7 4 1 0,0-4-2 15,5-1 0-15,7 1 0 0,1 1 0 0,0-6 0 0,6 5 0 0,-6 0 0 16,5 0 0-16,-5 0 0 0,-1-1 0 0,1 2 0 16,-1-1 0-16,1-1 0 0,-7 2 0 15,0-2 0-15,1 5-1 0,-1-4 2 16,-7 4 0-16,1 0-3 0,-1-4-6 15,-6 4-16-15,1 0-25 0,-2 0-32 0,-5 0-40 0,-1 0-42 0,1 4-62 16,-7-4-28 0,0 0 2-16,-7 0 19 0</inkml:trace>
  <inkml:trace contextRef="#ctx0" brushRef="#br0" timeOffset="3391.21">3751 6594 120 0,'0'-4'214'0,"0"0"13"0,-6-1-64 0,6 5-56 16,0-3-33-16,0 3-27 0,0 0-24 0,0 0-12 15,0 0-7-15,0 8-1 0,0 0 0 0,0 4 2 16,0 4 2-16,0 5-1 0,6 3 0 0,-6 5-2 15,6 0-1-15,-6 2-1 0,7 2 0 16,-1 3-1-16,1 1 0 0,0 1 1 0,-7-3 0 0,6 3 2 0,0-7-2 0,0 2 2 16,2 0-3-1,-2-4-11-15,0-1-25 0,1-4-30 0,0 1-35 16,-1-5-46-16,1 1-47 0,-1-5-15 0,0-4 11 16</inkml:trace>
  <inkml:trace contextRef="#ctx0" brushRef="#br0" timeOffset="4000.68">4415 6346 305 0,'0'-9'346'0,"0"1"22"16,0 4-5-1,0 0-141-15,0 0-95 0,0 4-52 0,0-4-40 16,0 4-25-16,0 0-13 0,0 4-4 0,0 0 0 16,-6 4 0-16,6 5 5 0,0 3 2 0,0 4 2 15,-7 4 0-15,7 5-1 0,0 3-1 0,-6 9 0 0,6 0-1 0,-6 0-1 16,6 3-5 0,-8-3-1-16,8 0-4 0,0 0 0 0,-6-9-2 15,6 1 1-15,0-5 3 0,0-3 3 0,0-5 5 16,0 1-1-16,0-5 2 0,0-4 1 0,0 0 0 15,0-4 0-15,0 1 2 0,0-5 0 0,0-1 2 16,0 1 2-16,0-4 3 0,0 5 10 0,0-5 1 16,0-5 1-16,0 1 1 0,0 1-2 15,0-6-1-15,0 2-12 0,0-6-2 0,0 0-1 0,0 1-3 16,6-4 0-16,2 0-2 0,-2 0 1 16,0-4-2-16,1 3 1 0,-1-4 0 0,1 5-2 15,-1 1 1-15,7-2 1 0,-7 5-2 0,2-1 0 16,4 5 0-16,-5 1-1 0,-1 2-2 0,7 1-1 15,-6 0 0-15,6 4-1 0,-6 4 0 16,5 0 0-16,2 4 1 0,-8 1-1 0,7-2 1 0,0 5 2 16,-6 1-1-16,-1 0 3 0,8-1 2 15,-8-1 0-15,0 6 0 0,0-5 0 0,-6 0 1 0,7 4-3 16,0-3 0-16,-7-1 2 0,0 4-3 16,0-4 2-16,0 1 0 0,0-1 0 0,-7-4 2 0,0 4 1 0,1-3 0 0,-6 2 0 15,4-3 0 1,-4 1 1-16,-2-2 0 0,1 2-2 0,1-5 0 15,-8 0 1-15,7 0 0 0,-7-4-1 0,7 5-1 0,-6-5-5 16,-1 0-17-16,7 0-30 0,-6-5-29 16,6 5-36-16,-1-8-45 0,2 4-45 0,5-5-55 15,0 2-12-15,7-5 11 0,0 3 25 0</inkml:trace>
  <inkml:trace contextRef="#ctx0" brushRef="#br0" timeOffset="4240.79">4812 6871 38 0,'0'4'266'0,"0"-4"18"0,6 0 7 0,-6 3-77 15,0-3-84-15,0 5-65 0,0-1-32 0,0 0-18 16,0 5-8-16,0 3-3 0,-6 0-1 15,6-1-2-15,0 6-1 0,0 0 0 0,0 2 0 0,0 2-4 16,-6 0-22-16,6-1-28 0,-6 5-29 0,-1-6-39 16,7 6-57-16,-7-5-52 0,7 1-8 0,-6-2 12 15</inkml:trace>
  <inkml:trace contextRef="#ctx0" brushRef="#br0" timeOffset="5033.07">5210 6305 198 0,'0'-5'355'16,"0"2"26"-16,0-1 14 0,-7 4-95 0,7 0-129 16,0-5-79-16,0 5-50 15,0 5-27-15,0-5-12 0,0 7-5 0,0-2-2 0,-6 3 2 16,6 4 0-16,0-4 0 0,0 5 1 16,0-1-2-16,0 0 0 0,6 0 2 0,-6 0 1 15,7 5 0-15,-7-10-1 0,13 6 2 0,-7 0-1 16,1-6 0-16,-1 2 1 0,8-1-2 0,-8-4 0 15,7-1-5-15,0 2 0 0,0-5-1 0,0-5-4 16,6 2-2-16,1-1-2 0,-7-4-2 16,0-1-1-16,6 2-1 0,-5-2 2 0,-8 2 4 0,7-6 2 15,0 0 3-15,-6 5 3 0,5-4 3 16,-4 0 2-16,-2 0 0 0,0 3 1 0,1-3 1 16,-1 4 2-16,-6-4 0 0,7 4 3 0,-7 4 6 15,0-4 6-15,0 4 4 0,0-1 2 0,6 5-3 16,-6-4-5-16,0 4-11 0,0 0-8 0,0 0-7 15,-6 4-3-15,6 5 0 0,-7-1 3 16,7 4 6-16,-6 4 1 0,-1 0 2 0,7 5 0 0,-6-1 2 16,0 5-1-16,6 4 0 0,-8 2 0 15,2 6 1-15,6 8 1 0,-6 0-3 0,-1 8 1 0,1 4-1 16,-1 0-2-16,1 4-2 0,-7-4 2 16,7 0-3-16,-2-4 4 0,-4-5 0 0,5 1 1 15,0-4 0-15,1-5 1 0,0 6 2 0,-1-5-2 0,1 0 1 0,-1-1 0 16,0-4 0-16,1 1-1 15,0-4 1-15,-1-4 0 0,0-5-2 0,1 0 2 16,-1-8 4-16,1 1 7 0,-7-5 11 0,6-4 6 16,1 0 3-16,0-4 4 0,-8-4-3 0,1 0-6 0,0-4-11 15,0-4-7-15,-7 0-5 0,1-9-5 16,6 1-1-16,-6 0-8 0,-1-9-13 16,-6 1-12-16,7-5-9 0,-1 1-2 0,0-9-2 15,8 1 4-15,-8-1 14 0,7-4 13 0,-1 1 9 0,8-1 4 16,0 1 7-16,-8 2 6 0,14 3 15 15,0-3 11-15,0 2 6 0,0 4 2 0,8-2 0 16,4 6-5-16,2-1-13 0,-2 2-13 0,8-2-6 16,-1 4-2-16,1 0-2 0,6 6-1 0,0-6-1 15,7 4-2-15,-8-3-1 0,15 8-19 0,-8-4-38 16,7-1-53-16,0 5-68 0,-6 0-81 16,6 3-74-16,-6 1-24 0,-1 0 18 0,7 0 41 15</inkml:trace>
  <inkml:trace contextRef="#ctx0" brushRef="#br0" timeOffset="5241.47">6004 6619 258 0,'7'3'400'15,"-7"1"26"-15,0 0 11 16,0-4-104-16,0 0-137 0,6 5-101 15,1-5-57-15,0 0-30 0,-1 0-24 0,6 0-27 0,2 0-40 0,-1-5-49 16,7 5-50-16,-1-4-55 16,0 0-57-16,-5 1-34 0,5-2 8 0,1 5 31 15,0-4 43-15</inkml:trace>
  <inkml:trace contextRef="#ctx0" brushRef="#br0" timeOffset="5435.97">5984 6871 129 0,'0'4'362'0,"-6"-1"30"0,6 2 15 15,-6-1-69-15,6 0-122 0,0-4-108 16,6 0-74 0,0 0-52-16,2-4-41 0,-2 4-35 0,7-4-29 15,7-1-36-15,-2 2-38 0,2-5-35 0,7-1-40 16,-8 6-6-16,7-6 12 0,0 1 30 0</inkml:trace>
  <inkml:trace contextRef="#ctx0" brushRef="#br0" timeOffset="5828.33">6793 6496 35 0,'-7'-12'226'0,"0"-4"16"0,7 3 17 16,-6 5-83-16,0-4-64 0,-2-1-33 15,-4 6-19-15,5-6-13 0,-6 5-16 0,0-4-16 16,1 4-6-16,-2 0-5 0,-5 0-2 0,5 4 0 16,-5-4 1-16,0 8 0 0,-1-4 1 0,1 4 1 15,-1 4 0-15,0-1-1 0,-6 2-3 0,7-1 2 16,-1 4-2-16,1 4 0 0,-1 0-1 0,0 0 0 15,1 4 0-15,6 1-1 0,-6 3-2 0,5 5 1 16,2-1-2-16,-8 1 1 0,14 3 0 0,-8 1-1 16,8-5 2-16,6 1 0 0,0-1 0 15,0 0 1-15,6-3 1 0,1 0 0 0,0-2 2 0,5 2 1 16,8-4 0-16,-7-5 0 0,13-1 0 16,-6 2 1-16,6-6 2 0,6-2-2 0,1-1 2 0,-1 0-1 15,7-4-2-15,0-4-7 0,1 4-17 0,-1-4-28 16,-1-4-41-16,1 4-49 0,-5-9-68 0,5 5-35 15,-7 0-8-15,1-4 14 0</inkml:trace>
  <inkml:trace contextRef="#ctx0" brushRef="#br0" timeOffset="6033.94">7079 6696 66 0,'0'0'351'16,"0"3"37"-16,0-3 20 0,0 0-46 15,0 0-108-15,0 5-107 0,0-5-73 0,0 0-38 16,0 0-22-16,0 3-7 0,0 2-7 0,0 3 0 16,0 4 0-16,0 0 0 0,0 0 3 0,0 4-1 15,6 1-2-15,-6 4 0 0,0-1 1 0,7 1-18 16,-7 3-54-16,0 1-82 0,0-1-118 16,-7 0-73-16,7 1-38 0,-6-1-3 0,6 0 43 15</inkml:trace>
  <inkml:trace contextRef="#ctx0" brushRef="#br0" timeOffset="7223.43">1829 8592 55 0,'0'-11'155'0,"0"-2"-18"0,0 0-43 0,0 1-26 16,0 0-19-16,0 0-13 0,0-5-7 0,0 6-8 15,-6-6-6-15,6 1-8 0,-6 0-2 0,-1 0-4 16,1-1 0-16,6 1 2 0,-14 3 0 0,8-3 6 15,0 1 9-15,-8 2 11 0,2 0 10 0,-2 1 7 16,1 1 5-16,1 3-5 0,-2-1-6 0,2 5-13 16,-8-1-11-16,7 5-10 0,-1 0-6 0,-4 5-4 15,4 3 1-15,-5 5-2 0,5-2 0 0,-4 6-1 16,4 4 2-16,1-2 0 0,-7 2 1 0,8 8 1 0,-2-5 1 16,2 4 1-16,-2 1 0 0,1 3-1 0,1 1 2 15,4-5 1-15,-4 5 0 0,6 0 1 0,6-4 0 0,-8 2 1 0,8-2-2 0,0-4-2 16,8-1 2-1,-2 0-2-15,0-8-1 0,0 1-1 0,2-5 0 16,4 0 2-16,1-4 0 0,1 0 0 0,-2-8 3 16,8 5 0-16,-1-10 2 0,-5 2-3 0,12-6-1 15,-7 2-1-15,1-5-3 0,6-1-3 0,-7-3-1 0,7-5 0 16,-6 5 0-16,0-4 0 0,-1 0 1 16,1-1 3-16,-8 1-1 0,8-1 2 0,-7 1-1 0,0 0 3 15,0-1 0-15,0 0 0 0,0-3-1 0,-7 0-1 16,8 0 0-16,-8-1-1 0,1-4 0 0,-1 1 0 15,1 4 3-15,-7-4 4 0,6 2 12 16,-6 2 24-16,0 8 37 0,0-1 39 0,0 5 29 16,0 5 14-16,0-2-3 0,0 6-22 0,0 3-39 0,0-5-40 15,0 5-31-15,-6 5-17 0,6 7-9 0,-7 0-1 16,-6 5 1-16,7-1 0 0,-1 8 2 0,-6-4-1 16,7 5-4-16,-1-1 2 0,0 1-2 0,1 3 3 15,0-4-2-15,-1 5 2 0,1-1-1 16,6-3 0-16,0-1-3 0,0 5-15 0,0-9-23 0,0 5-22 15,0-6-22-15,0 6-27 0,6-9-25 0,1 5-17 16,-7-5-18-16,12-4-27 0,-5 4-35 0,0-4-3 16,5-3 10-16</inkml:trace>
  <inkml:trace contextRef="#ctx0" brushRef="#br0" timeOffset="7556.26">1940 8877 168 0,'0'0'314'0,"-6"-3"16"15,6-2 13-15,0 1-107 0,0 1-98 0,0 3-63 16,6-9-33-16,-6 5-17 0,7 0-14 0,-1-5-6 16,1 6-5-16,0-1-3 0,-1-1-2 0,0 5-2 15,0-4-2-15,2 4 0 0,-2 4-2 0,0-4-1 16,1 5 2-16,-7-1 2 0,7 4 0 0,-7 0 2 15,-7 5 2-15,7-1 2 0,-7-1 0 0,7 6 0 16,-6-1 2-16,-8 4 0 0,8-3-1 0,0-1 1 16,-7 1 0-16,6-1-1 0,1 0 0 0,-1 1 1 15,1-5 0-15,0 0-1 0,-2 0-1 0,2-4 0 16,6 0-1-16,0 0-1 0,0-4-1 0,0 0-3 16,6 1-3-16,8-5-13 0,-1-5-19 0,7 1-35 15,-2-4-44-15,2-4-53 0,7-1-65 0,5-3-27 16,-6 1 0-16,0-2 24 0</inkml:trace>
  <inkml:trace contextRef="#ctx0" brushRef="#br0" timeOffset="8084.64">2429 8458 10 0,'0'0'315'0,"0"0"32"0,0 0 17 0,0 0-42 16,0 0-107-16,0 0-99 0,6-4-62 0,1 4-35 16,0 0-18-16,5 0-2 0,-5 0-3 0,6 0-3 15,0 4-1-15,-7 0 1 0,14 1 0 0,-14-2 0 16,7 6-1-16,1-2 2 0,-2 2 2 0,-4 4 0 0,-2-2 1 16,6 6 0-16,-12-1 0 0,7 4-2 15,-7 0-2-15,0 5-3 0,0-5-3 0,-7 4-1 16,7 2 1-16,-6-7 0 0,-6 2 2 0,4-5 4 0,2 0 4 15,-7 1 2-15,6-6 1 0,-6 2 0 0,7-1 0 16,0-4 1-16,-1 1 1 0,7-5 2 0,-7-1-2 16,7 2 2-16,0-5-4 0,0 0-14 15,0-5-11-15,7-2-8 0,0-2-2 0,-1-3-2 0,7-4 3 16,0 4 9-16,0-5 5 0,1-3 0 0,-2 0-2 16,1-1-7-16,0 1-5 0,0-4-3 0,1 3 2 15,-2-4 4-15,-6 1 4 0,8-4 7 0,-8 4 7 16,7-4 7-16,-6 2 4 0,0 2 6 15,-1 4 18-15,0 0 34 0,-6 3 30 0,6 1 29 0,-6 8 18 16,0-1 6-16,8 5-12 0,-8 1-31 0,0-2-32 16,0 5-28-16,-8 5-19 0,8-2-7 0,-6 6-7 15,0 3-3-15,0 9 0 0,-1-1 0 0,0 0-3 16,1 1-1-16,-1 3 1 0,1 0 1 16,-1 4 2-16,0-3 0 0,7-1 1 0,-6 5 1 0,6-5-2 15,0 1-5-15,6-1-9 0,-6 0-24 0,7 1-24 16,6-5-30-16,-6 1-27 0,13-5-29 0,-8 4-28 15,8-4-22-15,6-3-31 0,-1 0-25 0,9-1-1 16,-9-9 18-16</inkml:trace>
  <inkml:trace contextRef="#ctx0" brushRef="#br0" timeOffset="8380.43">3366 8649 323 0,'0'-4'394'0,"0"4"18"15,0-3 10-15,8-2-133 0,-8-3-132 0,12 4-78 16,1-4-42-16,0 0-19 0,6 0-11 15,1-1-3-15,6 1-4 0,1 0-7 0,-8-4-11 16,7 3-22-16,0 2-28 0,0-1-27 0,0-1-29 16,1 5-28-16,-9-4-30 0,2 4-17 15,-7-3-13-15,1 1-14 0,-2 3-22 0,-6-1 7 16,2 0 27-16</inkml:trace>
  <inkml:trace contextRef="#ctx0" brushRef="#br0" timeOffset="8586.45">3569 8323 36 0,'-7'0'314'0,"0"-3"27"0,1 3 16 15,-1 0-42-15,1 0-117 0,6 0-89 0,-6 3-55 16,-1 7-27-16,7 1-14 0,-7 1-6 16,1 9-4-16,0-1-3 0,6 1 1 0,-7 3-2 15,7 1 1-15,0-1-3 0,0 4-16 16,0 1-26-16,7-1-36 0,-7 0-43 0,0 1-55 15,0 4-58-15,6-5-44 0,-6 5-5 0,0-4 19 16,6-1 32-16</inkml:trace>
  <inkml:trace contextRef="#ctx0" brushRef="#br0" timeOffset="9133.9">4181 7941 89 0,'0'-4'394'16,"6"0"39"-16,-6 0 18 0,-6 1-26 0,6 3-153 16,0 0-140-16,0 0-79 0,0 3-40 0,0 5-17 15,0 0-5-15,0 8 4 0,0 1 2 0,0 3 3 16,0 1 1-16,0 7 0 0,0 0-18 0,-6 5-24 15,6 7-24-15,-8 1-34 0,2 8-32 0,0-4-27 16,-1 5-2-16,0-3 14 0,1-6 21 16,6-4 28-16,-6-4 31 0,6-9 27 0,0-3 18 0,-7-2 10 15,7-6 6-15,0 0 3 0,0-2 2 0,0-6 2 16,0 2 0-16,0-2 2 0,0-5 1 16,0 3 7-16,0-3 14 0,0 5 6 0,0-5 3 0,0-5 0 0,7-3-1 15,-7 1-7-15,0-6-14 16,6 1-8-16,0 0-4 0,1-5 0 0,0-2-1 15,-1 3 1-15,8-6-1 0,-8 3 0 0,7-6-1 0,-7 9 0 0,7-4 0 16,0-1 1-16,-7 9 0 0,8-5-2 0,-1 5 1 16,0 4-1-16,0 0-1 0,0 3 0 0,0 2 1 15,0 3 1-15,0 3 1 16,0 2-1-16,-7 3 1 0,8 5 0 16,-8-1-1-16,0 0-1 0,2 4 1 0,-2 4 1 0,0-3 0 0,-6-1 0 15,0 4 1-15,0 0-1 16,0 0 2-16,-6-3 0 0,6 4 0 0,-6-6-1 15,-2 2 0-15,2-1 2 0,-7 0-2 0,0-3 0 16,0-1 0-16,0 4 0 0,0-3 1 0,-7-1-3 0,7-5-8 0,-6 6-19 16,0-4-27-16,-1-2-36 15,0-3-44-15,7 1-62 0,1-2-34 16,-2 2-4-16,1-1 17 0</inkml:trace>
  <inkml:trace contextRef="#ctx0" brushRef="#br0" timeOffset="9417.27">4506 8491 216 0,'7'0'237'0,"0"0"6"16,-1 0-71 0,0 0-77-16,1 4-45 0,6-4-24 0,-7 4-13 15,1 5-5-15,6-6-4 0,-6 5-2 0,-1 0-1 16,-6 1 1-16,6 3 1 0,-6 0 1 0,0 0 0 15,-6 0 1-15,6 1 1 0,-6 2-2 16,-1 2-1-16,-6-1-1 0,6-3 1 0,-5 3 0 0,5-3-1 0,-6-1 2 0,7-1 0 0,-1-3 1 16,-6 4-1-16,6-3-2 0,1-5 0 15,6 4-1-15,-7-3-3 0,7-2 0 0,0 1-3 16,0 0 0-16,0-4-5 0,7 0-13 16,6-4-30-16,0 0-39 15,6-4-48-15,1-4-56 0,6-4-21 0,-7-5-3 16</inkml:trace>
  <inkml:trace contextRef="#ctx0" brushRef="#br0" timeOffset="10004.57">5060 8136 234 0,'0'0'356'0,"0"0"20"15,0 0 8-15,0 0-107 0,0 5-118 0,0-1-80 16,0 4-38-16,0 0-20 0,0 0-11 15,0 4-6-15,7-4-10 0,-7 5-12 0,6-5-19 0,1 4-21 16,5-4-16-16,-5 0-17 0,6 0-5 16,0-4 1-16,0 0 11 0,0-4 17 0,7 0 16 15,-8-4 16-15,8 4 12 0,-7-7 10 0,0 2 5 16,0-3 1-16,7 0-4 0,-14 0-10 0,7-1-13 0,0 2-14 0,0-5-14 16,-6 3-16-16,0 1-13 15,-1-4-8-15,0 3-3 0,-6-3 2 16,7 5 11-16,-7-2 19 0,0 1 25 0,-7 0 26 0,7 0 28 15,0 4 25-15,-6 0 14 0,6 0 6 16,-6 4-4-16,6 0-7 0,-7 4-9 0,0 0-9 16,1 5-7-16,6 2-4 0,-7 6-1 0,1-1 1 15,6 4 0-15,-7 4 2 0,7 1-2 0,7 7 1 16,-7 1 3-16,0 4-1 0,0 3 2 0,6 1-3 16,-12 4-1-16,6 4-3 0,0 0-4 0,-7 3 1 15,1 1-3-15,-1 4 2 0,7-3 4 0,-6 2 8 16,0-3 9-16,-2 0 9 0,2-4 6 0,0-1 9 15,-1-2 2-15,1-6 2 0,-1-3 0 0,1-5-1 16,-1-3-4-16,1-5-3 0,0-4-5 16,-2-4-5-16,-4 1 2 0,5-4 6 0,0-2 5 15,-5-2 3-15,-1-5 1 0,6 1-3 0,-6-10-2 16,0 1-5-16,0 0-7 0,0-4-4 0,0-4-2 16,6-1-3-16,-5 0-9 0,4-6-10 15,2-6-8-15,0 0-2 0,6-7-4 0,-6-1-4 16,6-3-3-16,0-4 0 0,0-1 0 0,6 0 0 0,0 0 2 15,0 0 2-15,2 5 4 0,4-1 0 16,-5 1-1-16,6 3 1 0,6 0 0 0,1 5-3 16,0 4-18-16,5-5-33 0,1 4-39 0,1 2-53 15,5-3-62-15,1 7-85 0,6-6-28 0,-6 5 7 16,-1-1 27-16</inkml:trace>
  <inkml:trace contextRef="#ctx0" brushRef="#br0" timeOffset="10207.99">5998 8274 326 0,'0'0'426'16,"6"0"33"-16,-6 0 5 0,0 0-110 0,0 0-128 16,7 0-104-16,-7 0-63 0,0 0-35 0,6 0-20 15,1-3-25-15,6-1-32 0,-1 0-35 0,2-5-41 16,-1 1-37-16,0 0-36 0,0 4-28 0,7-4-22 15,-8 0-30-15,2 4-14 0,-1-5 12 16,-7 6 23-16</inkml:trace>
  <inkml:trace contextRef="#ctx0" brushRef="#br0" timeOffset="10386.08">5854 8467 266 0,'-6'3'341'0,"6"1"17"0,0 1-17 16,0-2-105-16,0-3-101 0,0 0-67 16,6 0-37-16,8 0-36 0,-8-3-42 0,7-2-54 0,7 1-62 15,-8 1-60-15,8-2-69 0,7-3-18 16,-9 0 14-16,9 4 39 0</inkml:trace>
  <inkml:trace contextRef="#ctx0" brushRef="#br0" timeOffset="10769.4">6623 8042 86 0,'0'-12'218'0,"-6"1"21"16,6 3-22-16,0-5-58 15,-7 5-37-15,0 0-24 0,1-1-17 0,-1 2-19 16,1-2-17-16,-7 1-17 0,6 0-11 0,-5 4-5 16,-2 0-5-16,1 0-2 0,0 1-2 0,-6 3-1 15,5 0-2-15,2 3-1 0,-1 1-1 0,-7 0-3 0,8 4 3 16,-2 1-2-16,1-2 1 0,0 5 0 16,0 1 1-16,0 3 1 0,0-4-1 15,0 9 1-15,6-5-1 0,-5 4 1 0,5 1-1 16,0-1 1-16,1 0 1 0,6 1-2 0,-7 0 2 15,7-2 0-15,0 2 0 0,7-1 0 0,-7 0 0 16,6-3 0-16,-6-1 0 0,14 1 1 0,-8-5-1 16,0 5 0-16,8-6 0 0,-2 1 2 0,8-4-7 15,-7 1-19-15,7-2-33 0,0-2-47 0,-1-5-57 16,0 0-66-16,8 0-28 0,-8-5-2 0,7-2 25 16</inkml:trace>
  <inkml:trace contextRef="#ctx0" brushRef="#br0" timeOffset="11049.63">6779 8198 19 0,'7'0'286'16,"-7"0"21"-16,0 0 12 16,7-5-50-16,-1 5-99 0,0 0-82 0,1 0-43 15,6 5-22-15,-6-5-12 0,5 4-8 0,-5 4-3 16,6-4-1-16,-7 4-1 0,1 4 1 0,6-3-1 15,-6 2 2-15,-1 6 1 0,-6-1 1 0,6 1-2 16,-6-1 1-16,0 4 0 0,-6 1-1 0,0-2-2 16,-1 2 0-16,1-4 2 0,-1-1-2 0,0 0 0 15,1 1 0-15,0-5 2 0,6 0-1 0,-7-1-2 16,7-2-3-16,7-1-8 0,-1 0-13 16,7-4-19-16,0-4-30 0,14 0-44 0,-2-4-56 0,15-4-59 0,-2-3-24 15,15-6-1-15,5-4 21 16</inkml:trace>
  <inkml:trace contextRef="#ctx0" brushRef="#br0" timeOffset="14230.28">13494 6247 119 0,'0'-4'168'16,"0"1"-24"-16,0-1-43 0,0 4-29 0,0-5-11 16,0-2-3-16,6 3 2 0,-6-1-3 0,0-3-1 15,0 0-5-15,0 4-3 16,0-4-1-16,0 0-3 16,-6-1 3-16,6 2 0 0,0-2 3 0,-6 5 1 15,-1-4 0-15,1 0-6 0,-1-1-10 0,0 1-8 16,1 0-5-16,-8 0-8 0,2 4-5 0,-1-4-4 15,0 4-3-15,-6 4-2 0,5 0-2 16,-12 0-1-16,7 4 1 0,-1 1 0 0,0 2-1 16,1 5 2-16,-7 0 0 0,6 0-1 0,1 5 1 15,-1-5 1-15,1 5 0 0,6-1 0 0,-7 5 0 16,7-5 1-16,0 0 0 0,7 4 1 0,-7 1 0 16,7-5-1-16,-2 4-3 0,8 0 0 0,-6 1-12 15,6-1-14-15,6-4-13 0,2 6-10 0,-2-6-10 16,7 0-8-16,0-4 4 0,6-4 9 15,1 0 6-15,0 0 10 0,5-8 10 0,-5 0 7 0,6-5 6 16,0 2 5-16,1-5 5 0,-2 0 2 16,1-1 1-16,-6-3 2 0,6 5 1 0,-7-6 0 15,1 0-1-15,-8 1 0 0,8 0 0 0,-6-4 0 16,-1 4 2-16,-1 0 0 0,-5 0 1 0,6-1 2 16,-13 1-1-16,6 4 4 0,1-4 4 0,-7 3 19 15,7 5 23-15,-7 1 20 0,0-2 8 0,0 5 2 16,0-4-2-16,0 4-17 0,0 0-25 0,0-3-20 15,0 3-15-15,0 0-10 0,0 0-6 16,0 3-4-16,0-3 1 0,0 4 1 0,0 1 3 16,0-2 5-16,0 1 0 0,0 1 5 0,0 2-2 15,0-2 1-15,6 3-2 0,-6-4 1 0,7 0-1 16,-1 4 0-16,0-4-1 0,8 0 0 0,-8 5 1 16,8-9 1-16,-8 3 0 0,7 2 1 0,-7-5 0 15,8 0 1-15,-2-5 1 0,2 5 0 0,-8-3 1 16,7 3 0-16,-6-4 0 0,6-1 0 0,-7 1-5 15,0 0-3-15,-6 4-6 0,7-4-13 0,-7 4-24 16,7-4-28-16,-14 0-35 0,7 0-40 0,0 0-52 16,-7 4-19-16,7 0 8 0</inkml:trace>
  <inkml:trace contextRef="#ctx0" brushRef="#br0" timeOffset="14511.83">13780 6447 82 0,'0'0'230'0,"0"-3"31"0,-6 3-8 16,6-5-36-16,0 5-28 0,0 0-24 0,0 0-21 16,0 0-27-16,0 0-36 0,0 0-33 0,0 0-26 15,0 5-11-15,-6-2-10 0,6 1-2 16,-7 8-2-16,7 0 3 0,-6 4 1 0,6 1-1 0,0 4 2 15,-7 0 1-15,7 3 0 0,0-4-1 0,0 8-2 16,-7-3-6-16,7-1-17 0,0 1-28 0,0-5-22 16,0 1-23-16,0-2-27 0,0-6-27 15,7 3-16-15,-7-7-23 0,7 2-42 0,-7-6-13 16,13-2 12-16,-7-3 22 0</inkml:trace>
  <inkml:trace contextRef="#ctx0" brushRef="#br0" timeOffset="15061.72">14145 6272 160 0,'-6'-3'315'16,"6"3"33"-16,-7-5 19 0,7 5-91 0,0-4-105 15,0 4-62-15,0 0-38 0,0 0-32 0,0-4-21 16,0 4-12-16,7 0-8 0,-1 4-1 0,1-4-2 0,0 4 0 16,-1-4 1-16,7 5-2 0,-6 2 0 15,-1-2 3-15,7 2-2 0,-7 2 4 0,1 3-1 16,0-4 3-16,-1 4 1 0,0 5-1 0,1-1 3 16,-7 0-2-16,0 5 1 0,-7-2 0 15,1-2-2-15,0 3 2 0,6-3-3 0,-7-1 0 0,0-3 0 0,7-6 0 16,-6 2-2-16,6-5 1 15,0-1 0-15,0 2-3 0,0-5-4 0,0 0-7 16,0 4-7-16,0-4-6 0,0-4-2 0,6-1 0 16,8 2 3-16,-2-6 6 0,2 1 6 0,-2-5 6 15,2-3 2-15,5 4 2 0,-5-4 2 0,-2 0 0 16,1 3 2-16,0-3 0 0,-6 1 1 0,5-6 1 16,-4 4 2-16,-2 1-1 0,0 0 2 15,0-1-1-15,2 5 4 0,-2-4 13 0,-6 4 39 0,0-1 55 16,6 6 57-16,-6-2 47 0,0 2 26 0,-6 3 0 15,6-1-36-15,0 2-54 0,0-2-62 16,0 5-55-16,0 0-38 0,0 0-19 0,0 5-5 16,0 3 1-16,-6-1 3 0,6 6 6 0,0 3 6 0,0 0 4 0,0 0 2 15,0 1-1-15,0 3-6 0,6-3-20 0,-6 3-21 16,6 0-30-16,-6-3-34 16,7 2-33-16,-7 2-32 0,6-5-23 0,1 4-25 15,0-4-20-15,-1 5-17 0,6-4-19 16,-4 4-34-16,4-9 8 0,2 4 27 0,5-8 39 0</inkml:trace>
  <inkml:trace contextRef="#ctx0" brushRef="#br0" timeOffset="15509.01">14986 6415 35 0,'0'-9'248'0,"-7"5"37"0,7 1 44 0,0 3-46 16,-7-5-45-16,7 1-29 0,0 4-22 16,0 0-34-16,0 0-41 0,0 0-45 0,0-3-36 15,0 3-24-15,7 0-10 0,-7 0-6 0,13 0-2 16,0 3 1-16,7-3 3 0,0 0 4 0,5 0 2 15,1 0 2-15,0 0-1 0,0-3-9 0,1 3-15 0,-1 0-16 0,-7 0-19 16,7 0-18-16,-6 0-16 16,-1-5-11-16,1 5-13 0,-8 0-13 0,2-4-21 15,-2 4-31-15,-5-4-49 0,0 4-28 0,-1-4 0 16,-6 4 16-16</inkml:trace>
  <inkml:trace contextRef="#ctx0" brushRef="#br0" timeOffset="15734.1">15201 6212 6 0,'0'-5'257'0,"0"5"28"0,0 0 15 0,0 0-59 16,0 0-87-16,0 0-61 0,0 0-41 0,0 0-27 16,0 0-15-16,0 8-8 0,-7-3-4 0,7 6 0 15,0-2 2-15,0 7 0 0,-7-3-1 0,7 6 2 16,0-2 1-16,7 3 1 0,-7 1-1 0,0-1-1 15,7 1-1-15,-7 3 1 0,6 4-1 0,0 1-1 16,-6-1-22-16,7 0-50 0,-7 5-52 0,0-4-72 0,6 4-53 0,1-9-28 0,0-4 7 31</inkml:trace>
  <inkml:trace contextRef="#ctx0" brushRef="#br0" timeOffset="16284.02">15708 6130 73 0,'0'-5'285'0,"-6"5"18"0,6 0 6 32,0 0-71-32,-6 0-107 0,6 5-66 0,0-1-34 15,-8 4-18-15,8 0-6 0,0 0-4 0,0 4-3 16,0 1 0-16,0-1 0 0,0 0 0 0,0 5-1 15,0-1 0-15,0 0 1 0,0 0-1 0,0 5-3 16,-6-5-2-16,6 4-2 0,0-3-3 0,0-1-1 16,0 0 0-16,0-4 2 0,0-3 0 15,0 3 2-15,0-8 2 0,0 3 0 0,0-1-1 16,0-3 0-16,0-3 1 0,0 4-2 0,0-4 2 16,0 4 1-16,0-4-3 0,0 0-12 0,6-4-8 15,-6 0-5-15,8 1-1 0,-8-7-3 0,6 3 4 16,0-2 12-16,1 1 10 0,6 1 4 0,-6-2 1 15,-1-3 5-15,7 4-1 0,-6-1 0 0,-1 2 2 16,7-2 1-16,-6 5 0 0,-1 0-1 0,1 0 0 16,-1 0 0-16,7 4-4 0,-6 0 3 15,5 0-4-15,2 0 3 0,-8 0 1 0,7 4 0 0,-6 4 2 16,6-4-1-16,-7 0 0 0,0 5 0 16,2-1 0-16,-8 0 0 0,6 0-2 0,-6 4 2 15,6-4 1-15,-6 1 0 0,0 3 0 0,0-5 0 16,-6 3 1-16,6-3 0 0,0 5 1 0,-6-4 2 15,-2 0 0-15,2 1 0 0,-7-6 3 0,7 6-1 16,-1-5 0-16,-6 4 2 0,1-3 1 0,-2-2 2 16,1-3-3-16,0 4 2 0,-6-4-1 0,5 0-3 15,-5 0-3-15,6 0-2 0,-7 0-1 0,7 0-14 16,1-4-23-16,-8 1-37 0,14-2-52 16,-8-3-69-16,8 0-35 0,6 3-8 0,0-7 14 15</inkml:trace>
  <inkml:trace contextRef="#ctx0" brushRef="#br0" timeOffset="16819.98">16034 6491 79 0,'0'-3'201'16,"0"3"1"-16,0-4-26 15,0 4-30-15,0 0-21 0,7 0-16 0,-7-4-9 16,0 4-7-16,0 0-9 0,0 0-11 0,0 0-12 16,0 0-13-16,0 0-12 0,0 0-11 0,0 0-11 15,0 4-11-15,0-4-3 0,0 0-3 16,0 4-1-16,-7 4 0 0,7 0 1 0,0 5 3 16,-7 3-1-16,7 1 1 0,0 2 1 0,-6 2-1 15,0-1-3-15,-1 5-25 0,1 3-43 0,-1-8-50 16,0 4-56-16,1 1-73 0,0-4-36 0,-1-5 5 15,7 0 32-15</inkml:trace>
  <inkml:trace contextRef="#ctx0" brushRef="#br0" timeOffset="18228.36">16366 6191 59 0,'0'0'83'0,"0"0"-9"0,0 0-10 0,0 0-5 16,0 0-1-16,0 4-2 0,0-4 2 0,0 0 5 15,0 0 2-15,0 0 2 0,0 0 1 0,0 4-2 16,0-4-3-16,0 0-6 0,0 0-8 16,0 0-7-16,0 4-7 0,0-4-5 0,0 0-5 15,0 0-4-15,0 0-4 0,0 0-1 0,0 0-5 16,0 0-3-16,0 4-4 0,0-4-2 0,0 0-1 16,0 0-3-16,0 0 0 0,0 0-1 0,0 0 0 15,0 0 1-15,0 0-2 0,0 0-1 0,-7 0-1 16,7 0 1-16,0 0-1 0,0 5 2 0,0-2 1 15,0 2 2-15,0-1 0 0,0-1 0 0,0 6 0 0,0-5 1 0,0 3 0 0,0-2 0 32,0 3 2-32,0 1-1 0,7-6 0 0,-7 6-1 15,0-6-4-15,7 1-3 0,-7 5-4 0,6-6-4 16,1 2-6-16,-1-5-10 0,8 4-12 0,-2-4-11 16,2 0-12-16,-8 0-10 0,13 0-1 0,-5-4 8 15,-2 4 12-15,2-5 16 0,-2 2 13 0,1-1 12 16,1-1 9-16,-2 1 5 0,-4-4 1 15,4 4 2-15,-6-4 6 0,8 0 7 0,-8 4 16 16,1-1 16-16,-1-2 16 0,-6 3 16 0,6-1 14 0,-6 1 15 0,8 1 7 16,-8-1 3-16,0-1-1 15,6 2 11-15,-6-2 10 0,0 1 4 0,6 4-1 16,-6-4-8-16,0 4-8 0,0-4-26 0,0 4-27 0,6 0-30 0,-6 0-24 0,0 0-14 31,0 0-13-31,0 0-10 0,0 0-11 0,0 0-5 0,0 0-6 16,0 4 4-16,0 0-1 0,0 5 7 15,0-1 9-15,0 3 11 0,0 1 5 0,0 1 2 16,0 3 3-16,-6 5 1 0,6-1 1 0,-6 0 0 16,6 5 1-16,-6 4 1 0,-8 2 1 0,8 2 1 15,-1 4-1-15,1-1-1 0,-1 5 0 0,0 0-1 16,1 3-5-16,0-2-12 0,-8-2-10 0,8 0-4 16,-7-2-5-16,6-2-5 0,-6-4 1 0,7 2 8 15,-7-11 8-15,0 2 2 0,7 0 5 0,-8-9 4 0,8 0 4 0,-7-3 1 0,7-1 5 16,-2-4 2-1,2-5 3-15,-6 2-3 0,4 0 1 16,2-5 1-16,0-5 0 0,-7 0 0 0,6-3-2 16,0 0 0-16,1-4 1 0,0 0 0 0,0 0 1 0,-2-4-1 0,2 0 0 15,6-5 0-15,-6 1-2 16,6-1 0-16,-7 1-1 0,7-5 0 0,0-3 1 16,0-1 0-16,7 1-1 0,-7-5 1 0,6 5 1 0,0-5-1 0,2 5 0 0,-2-5-2 15,6 5 1-15,2 3 1 0,-1 1-3 0,-1 0-3 16,8 4-9-16,-6-1-15 0,5 1-28 15,1 7-34 1,-1-3-40-16,7 3-44 0,-6 6-55 0,6-2-39 16,0 1-3-16,-1 4 17 0</inkml:trace>
  <inkml:trace contextRef="#ctx0" brushRef="#br0" timeOffset="18430.37">16881 6435 248 0,'0'4'310'0,"0"1"16"0,0-5-30 0,0 0-94 16,0 3-84-16,0-3-52 0,6 0-29 0,-6-3-16 15,7 3-7-15,-1 0-6 0,7-5-2 0,1 5-3 16,-2-4-2-16,1 4 0 0,1-4-2 0,4 1-6 16,-4 3-17-16,-1-6-28 0,0 2-37 0,6 1-41 15,-5 3-40-15,-8-4-45 0,7-1-43 0,0 1-2 16,-6 1 19-16</inkml:trace>
  <inkml:trace contextRef="#ctx0" brushRef="#br0" timeOffset="18596.03">17024 6293 161 0,'-6'0'236'0,"-1"4"7"0,0-4-55 15,1 3-71-15,0 2-54 0,-2 3-30 0,2 4-17 0,0 0-8 16,0 0-1-16,6 9-4 0,-7-4-1 15,7 2-6-15,0 3-20 0,0-3-38 0,0 2-42 16,0 2-58-16,0-2-41 0,7 0-19 0,-1-1 9 16</inkml:trace>
  <inkml:trace contextRef="#ctx0" brushRef="#br0" timeOffset="18977.81">17519 6358 22 0,'0'-12'251'0,"0"-1"22"0,0 5 29 16,0-4-46-16,0 4-67 0,0 0-43 0,0-1-25 0,-6 2-21 15,6-2-24-15,0 1-31 0,-7 0-20 16,7 4-8-16,-7-5-6 0,7 6 1 0,-6-1-4 0,6-1 0 15,-6 5-2-15,-1-4-3 0,0 4-1 16,-6 4-2-16,1-4-3 0,-2 5 0 16,2 2 0-16,4-3 1 0,-4 9 0 0,-1-4 0 15,-1 3 1-15,2 0 0 0,6 0 1 0,-8 0 0 0,8 4-1 16,-7 0 1-16,6 1-1 0,0-1 0 0,1 1-2 16,6 2 1-16,-6-6 3 0,6 3-1 0,6-3 2 15,-6 2-1-15,6-2 1 0,1 0-1 16,6-2 0-16,0 1 0 0,7-3-1 0,-1 3 0 15,7-4-10-15,-6-4-28 0,6 1-41 0,-7-2-46 0,7-3-49 16,-6 0-56-16,-1 0-61 0,7-3-11 16,-6 3 20-16,0-9 37 0</inkml:trace>
  <inkml:trace contextRef="#ctx0" brushRef="#br0" timeOffset="19161.2">17728 6455 114 0,'0'0'302'0,"0"5"17"0,0-5 10 0,-8 3-88 0,8 2-96 16,0-1-69-16,0 4-38 16,-6 0-18-16,6 5-8 0,0-2-8 0,0 1-3 15,0 5-1-15,0-1 1 0,0-4-1 0,6 5-6 16,-6-1-22-16,0 1-32 0,8-1-43 0,-2-1-51 16,-6 2-55-16,0-5-56 0,6 5-11 0,-6-6 17 0,7-2 34 15</inkml:trace>
  <inkml:trace contextRef="#ctx0" brushRef="#br0" timeOffset="19752.12">18066 6224 164 0,'0'-4'237'0,"0"-1"9"16,7 2-45-16,-1 3-86 0,0-5-57 0,1 1-29 0,6 0-17 15,0 0-10-15,7 4-5 0,-8-4-8 16,8 0-4-16,-7 4-2 0,7 0 0 0,-8-4 2 16,8 4 2-16,-6 0 5 0,-2 0 3 0,1 0 3 15,1 4 1-15,-8-4 0 0,7 0-1 0,-6 4-1 16,-1 0-3-16,0-4-4 0,-6 4-1 0,7 0 1 15,-7 0 1-15,0-4 4 0,0 8 5 0,-7-3 4 16,7 2 2-16,-6-3 1 0,0 5 2 16,-1-2 0-16,0 6 0 0,-5-4-2 0,5-2 0 15,0 5 1-15,1 0-2 0,-1 1-1 0,1-1-2 16,-7 0 1-16,6 5-1 0,1-1-3 0,-8 1 0 16,8-2 0-16,-7 1 0 0,7 5 0 0,-7-5 0 15,6 4 0-15,-5 1 0 0,4-5 0 0,2 5 0 16,0-4 0-16,-1-2 1 0,-6 1-1 0,13-3 0 0,-6-1 0 15,-1 1-1-15,7-6 0 16,0 2 0-16,-6-1 0 0,6-4 1 0,0 4-1 16,0-4 0-16,0 0 0 0,0 0 1 0,0-4 1 15,0 4 4-15,6-4 3 0,-6 0 4 0,7 0 0 16,-1 0 0-16,1-4 1 0,6 4 0 0,-7-4-4 16,8 4-1-16,-8-4 0 0,7 4-1 0,-7-4-2 15,7-1 0-15,0 5-3 0,1 0 0 0,-2-3 0 16,2 3-1-16,-8 0 1 0,7 0-1 0,0 0 1 15,0 0-1-15,0 0 0 0,0 0-1 0,0 0 0 16,0 0 0-16,-6 0-3 0,5 0-3 16,2 3-12-16,-8-3-18 0,1 0-36 0,-1 0-51 15,1 0-61-15,-7-3-31 0,6-1-7 0,1 4 12 16</inkml:trace>
  <inkml:trace contextRef="#ctx0" brushRef="#br0" timeOffset="19974.16">18079 6428 276 0,'0'0'316'0,"-6"0"13"0,6 0-38 16,6 0-100-1,-6-6-86-15,6 2-54 0,1 4-26 16,6-3-13-16,0-1-7 0,0 4-5 0,0-5-7 0,1 1-19 15,5 1-30-15,-6 3-39 0,6-5-41 16,-5 1-49-16,5 1-58 0,0 3-24 0,1 0 8 0,6-5 26 16</inkml:trace>
  <inkml:trace contextRef="#ctx0" brushRef="#br0" timeOffset="20246.99">18860 6411 34 0,'-6'4'313'0,"6"-4"38"16,0 0 23-16,0 0-45 0,6 0-91 0,-6 0-83 31,0 0-63-31,0 0-37 0,0 0-22 0,7-4-17 15,0 4-8-15,5 0-7 0,2-5-1 0,-1 5-5 16,0-4-15-16,0 4-26 0,7-3-39 0,-1 3-43 16,-6-5-51-16,6 1-56 0,1 1-65 0,-7 3-13 15,0-5 17-15,0 5 31 0</inkml:trace>
  <inkml:trace contextRef="#ctx0" brushRef="#br0" timeOffset="20416.95">18815 6541 33 0,'0'9'258'0,"-6"-6"17"0,-2 1 5 15,8-4-74-15,0 5-88 0,8-5-57 0,-2 0-33 16,0 0-20-16,14 0-17 0,-1 0-20 0,7-5-31 16,1 5-47-16,-1-4-65 0,6 1-50 15,7 3-16-15,-6-5 2 0</inkml:trace>
  <inkml:trace contextRef="#ctx0" brushRef="#br0" timeOffset="21060.15">20228 6394 57 0,'-6'-12'174'0,"-7"0"6"0,6 0-62 0,-5-4-52 15,-8 3-30-15,6 1-16 0,-5 0-8 0,-1 0-5 16,1 0 0-16,0 0 4 0,-1 3 6 16,1 1 5-16,-1-1 1 0,-6 2 4 15,7 2-3-15,-1 1-6 0,7 1-4 0,-7-1-7 0,0 4-1 16,2 4-5-16,4-4 0 0,-5 3 0 15,5 1-3-15,-6 5-1 0,8-2 2 0,-8 2 0 16,7 4 0-16,1-1 1 0,-2 0 2 0,8 4 0 16,-7-4-1-16,6 4 0 0,-6 1-1 0,7-1 0 15,6 4 0-15,-7-4 0 0,0 6 0 0,7-6-1 0,0 0 0 16,7-4 0-16,-7 4 2 0,7-3 2 16,6-2 4-16,0-2 5 0,0-1 3 0,-1-4 2 15,8 0 0-15,0-4-1 0,5 0-2 0,-5-4-4 0,7 0-3 16,-1-4-4-16,0-5-1 15,0 1-1-15,-1 0-1 0,2-4 1 0,-1-5 2 16,-6 5 7-16,-1-4 6 0,7-1 4 0,-6-3 4 0,-1 4 0 16,-6-5 0-16,6-3-4 0,1 4-7 15,-6-5-4-15,-2 1-2 0,1-1-4 0,0 0-1 16,-6-3-2-16,5-1 0 0,-4 0 12 0,4 1 21 16,-5 3 25-16,-7 1 34 0,7 3 43 0,-7 5 52 0,6 4 40 15,-6 0 10-15,0 7-12 0,6 2-30 16,-6 2-46-16,0 1-69 0,0 0-62 15,0 4-39-15,0 4-16 0,0 5-4 0,-6-2 0 16,6 5 16-16,-6 4 12 0,6 1 7 0,-7 4 2 16,7-1 2-16,-7 1 1 0,7 3 2 0,0-4 3 15,-6 4 0-15,6-3 2 0,0 3-2 0,0 0 0 16,0-3-2-16,0 3-2 0,0 1-23 0,0 4-26 0,6-6-35 16,-6 6-37-16,7-5-52 0,-7 5-51 15,7-4-42-15,-1-1-44 0,0 4-38 0,-6-3 1 16,13-1 31-16,-6-4 43 0</inkml:trace>
  <inkml:trace contextRef="#ctx0" brushRef="#br0" timeOffset="21277.32">20482 6390 339 0,'0'-3'526'15,"0"3"61"-15,0-5 30 0,-6 5-91 0,6 0-151 0,0-4-153 16,0 4-116-16,0 4-60 0,0 1-29 16,0 2-15-16,0 1-3 0,0 8-2 15,0 1-39-15,0 3-70 0,0 5-104 16,0-1-142-16,0 5-129 0,-6 0-66 0,6-1 3 16,-8 1 51-16,2-1 92 0</inkml:trace>
  <inkml:trace contextRef="#ctx0" brushRef="#br0" timeOffset="30555.99">13194 7722 109 0,'0'0'174'0,"0"-4"-24"15,0 4-47-15,0 0-37 0,0 0-21 0,0 0-9 16,0 0 2-16,0 0 4 0,0 0 7 0,0 0 4 15,0 0 2-15,0 0-1 0,0 0-5 0,0 0-3 0,0 4-5 16,0-4 0-16,0 0 0 0,0 0 6 16,0 0 4-16,0 0 5 0,0 3 2 0,0-3-2 15,0 0-4-15,0 0-3 0,0-3-4 0,0 3-1 16,0 0 0-16,7-4 5 0,-7-5 11 16,7 5 9-16,-1-4 1 0,-6 0 1 0,6-1 0 15,-6 2-9-15,8-5-15 0,-8 3-14 0,0-3-7 16,0 0-10-16,0 0-9 0,0 0-5 0,-8-1-3 15,8 1 0-15,-6-1-3 0,6-3-2 0,-6 4 1 16,-8 0 0-16,8 0 1 0,-1-1-3 16,1 1 1-16,-7 0 1 0,0 4-1 0,7-1-2 15,-8 6 1-15,-5-6-2 0,6 9 0 0,0 0-1 16,-7 0 0-16,1 5-1 0,-1 2 4 0,-6 6 0 16,6 0 1-16,-5 2 0 0,5 6 4 0,-6-1 0 0,0 9 0 15,7-1 1-15,-1 1 0 0,0-1 0 16,1 1 1-16,-1 4-2 0,14-5-1 0,-8 5 1 15,8-5 0-15,0 4-1 0,-1-4 0 0,1 1-2 16,6 1-2-16,6-11-2 0,-6 5-4 0,7-3-2 16,5-5-3-16,-5-3 1 0,6-2 3 0,7-2 1 15,-1-6 6-15,1-3 2 0,6-7 3 0,0 2 0 16,0-6-3-16,7-2-5 0,-8-7-7 0,9 3-4 16,-9-3-1-16,7 0 0 0,-5 0 4 15,-1-5 5-15,-6 5 7 0,6-5 2 0,-7 6 4 16,1-7 0-16,-8 2 0 0,8 0 0 0,-7 0 0 15,-6-1 0-15,6 1 1 0,-7 3 3 0,0 1 5 16,2 4 21-16,-8-1 33 0,0 9 32 0,6-4 16 16,-6 8 8-16,0-5 0 0,-6 9-18 0,6-3-32 15,-8 6-35-15,2 2-19 0,0-1-10 0,-1 9-8 16,1-2 0-16,-8 9-1 0,8 1 2 0,-6 0 2 16,4-2 0-16,2 6 1 0,0-5-3 0,-1 5-3 15,0-5 3-15,7 4-1 0,-6-3 0 0,6 3-4 16,0-3-7-16,6 3-8 0,-6-3-8 15,7 0-12-15,0-6-16 0,-1 1-11 0,0 0-8 0,8 1-6 16,-2-5-9-16,2-3 0 0,-1-1 9 16,-1-4 13-16,8-4 12 0,0 0 14 0,-1-4 14 15,1-1 12-15,0 2 7 0,-1-6 3 16,-6-3 2-16,6 4-3 0,-5-5-12 0,-2 1-16 16,-5 0-26-16,0-4-26 0,-1 4-26 0,1-5-23 15,-7 1-16-15,6-1-27 0,-6 1-37 0,0 1-8 16,0 2 10-16,0 1 17 0</inkml:trace>
  <inkml:trace contextRef="#ctx0" brushRef="#br0" timeOffset="31171.21">13260 8267 97 0,'-7'-4'302'0,"7"0"27"0,-7-5 21 16,7 5-72-16,0 1-82 16,0-2-62-16,-6 1-40 0,6 0-23 0,6 4-13 15,-6-4-10-15,0 0-10 0,0 4-5 0,0-4-3 16,7 0-4-16,-7 4-8 0,7-4-7 0,-1 4-6 15,1 0-3-15,-1-5-3 0,8 5 0 0,-2 5 1 0,1-5-2 16,-6 4-2-16,6 0 0 16,-7 0 2-16,8 0-3 0,-8 4 0 0,0 1 1 15,0-2 1-15,2 6 0 0,-2-2 2 0,-6 2-1 0,0 0 2 16,0-2 0-16,0 6 1 0,0-5 1 16,-6 0-2-16,-2 4 1 0,2-4-1 0,0 5-1 15,0-5 1-15,-8 5 0 0,8-5 0 0,-7 4 1 16,-1-3 2-16,8-1 0 0,-6 0-1 0,-2-1 1 15,1-2-1-15,7-1 1 0,-8 0 0 0,8-4-2 16,-6 5-1-16,4-6 0 0,2 2-1 16,6-1-1-16,-6-4-1 0,6 3 0 0,0-3-2 15,-7 5 0-15,7-5-2 0,7 0 1 0,-7 4 1 16,6-4 3-16,8 0 2 0,-2 0-2 0,1 0-8 16,13-4-21-16,0-1-32 0,0 2-40 0,7-6-46 15,-7 2-44-15,13-5-40 0,-7 3-43 0,1-4-19 16,6 2 12-16,1-1 30 0</inkml:trace>
  <inkml:trace contextRef="#ctx0" brushRef="#br0" timeOffset="31719.4">13898 7839 313 0,'-7'-3'355'0,"7"-2"17"16,-6 1 2-16,6 4-146 0,0-4-111 16,0 1-56-16,0-2-30 0,6 1-17 0,1-4-8 15,6 3-2-15,-7 5-3 0,7-4-1 0,1 4 0 16,-2 0-1-16,2 0-1 0,-2 4 0 0,1 1 0 16,1 3 0-16,-8-4-1 0,8 8 1 0,-2-3-2 0,-5 3 1 15,-1 4 1-15,1 0 0 16,-7 4 0-16,6 1 1 0,-12-1 1 0,6 0-1 0,-7 5-1 15,-6-5 0-15,7 4 0 0,-8-3 1 0,8-1-2 0,-7 1 2 16,0-5 0-16,6-4 0 16,1 0 1-16,-7-3 0 0,13-2 0 0,-7 2 0 15,7-5 0-15,-6 0 2 0,6-4-2 0,0 0-2 16,6-4-6-16,-6-4-5 0,14 0-1 0,-2-5-7 16,8-2-14-16,-7-1-10 0,7-6-8 15,-1 6-3-15,1-5-2 0,0 2 4 0,-1 2 13 0,0-3 15 16,1 0 12-16,-7-1 7 0,7 2 4 0,-8-2 3 15,1 0 0-15,-6 4 0 0,0-2 8 16,5 7 26-16,-5-1 34 0,-7 5 38 0,7-4 37 16,-1 7 30-16,-6 1 14 0,6 1-12 0,-6-1-30 15,0 4-39-15,0 0-36 0,-6 0-31 0,0 4-19 16,-1-1-18-16,-6 6-3 0,0 3 1 0,6 0-3 16,-6 0 0-16,7 4 4 0,-7 5 3 0,6-4-2 15,1 3-7-15,6 0-13 0,-6 4-23 0,6-3-37 0,0 3-39 16,0-3-40-16,0 3-31 0,6-3-26 15,0-1-20-15,1 4-11 0,6-4-11 16,0 1-27-16,7-5 0 0,-1 1 21 0,0-1 34 0</inkml:trace>
  <inkml:trace contextRef="#ctx0" brushRef="#br0" timeOffset="32179.41">15064 8112 198 0,'0'-4'278'0,"-7"0"37"0,7 4-36 16,0-3-26-16,0 3-21 0,7-5-22 0,-7 5-24 15,0 0-29 1,0 0-32-16,0 0-39 0,6 0-31 0,1 0-21 16,-1 0-20-16,7-4-5 0,1 4-5 0,11-4-3 0,-5 4 2 0,6 0-3 0,0 0 0 15,0 0 0-15,0 0 5 0,0 0 1 0,6 4-9 16,-6-4-14-16,1 0-27 0,-1 4-42 0,0-4-46 16,-7 0-46-1,1 0-39-15,0 0-30 0,-8 0-17 0,2 0-25 16,-8 0-7-16,7 0 20 0,-13-4 31 0</inkml:trace>
  <inkml:trace contextRef="#ctx0" brushRef="#br0" timeOffset="32446.25">15305 7848 104 0,'-7'-12'292'0,"7"-1"54"16,0 5 31-16,-6 0-68 0,6 4-50 0,0-1-46 15,-7 1-53-15,7 1-53 0,0 3-46 0,0 0-31 32,0 0-20-32,0 3-9 0,0 1-2 0,0 9-1 15,7-1 2-15,-7 4 0 0,6 5 2 0,-6-1 0 16,7 5 0-16,-7-1 1 0,6 4 0 0,0 1 0 16,2-1-2-16,-8 0-2 0,6 5-7 0,0-4-36 0,0 3-51 15,-6 1-56-15,7-4-52 16,0 3-50-16,-7-3-50 0,6-1-33 0,1 1 17 0,-1-9 37 15,8 0 44-15</inkml:trace>
  <inkml:trace contextRef="#ctx0" brushRef="#br0" timeOffset="33031.26">15852 7583 198 0,'0'-12'325'0,"0"4"27"0,0-5 15 0,6 9-118 16,-6-4-96-16,0 4-61 0,0 0-40 0,0 4-28 16,0 0-16-16,0 0-8 0,0 4-1 15,-6 0-3-15,6 4 2 0,0 4 2 0,0 5 0 16,0-1 0-16,0 5 0 0,0-1 0 0,-6 4 0 15,6 0 0-15,0 1-2 0,0 3 0 0,0-3 0 16,0 4-5-16,-8-5-8 0,8 4-16 0,0-3-8 16,-6-1-8-16,6-3-2 0,0 3 1 15,0-8 8-15,0 1 8 0,0-1 2 0,0-8-4 0,0 4-3 16,0-3-2-16,0-6 1 0,0 2 5 0,0-1 6 16,0-4 9-16,0 0 5 0,6-4 2 0,-6-1 0 15,8 2 0-15,-2-6 1 0,7-3 0 16,-7 0 4-16,1 0 4 0,6 0 2 0,-7-1 0 15,8-2 1-15,-8 2 0 0,0 0-1 0,7 1 0 16,-6 0 0-16,-1 0 1 0,7 3-1 0,-6-2 2 16,0 6-1-16,-1-3-1 0,0 4 1 0,8 0-1 15,-14 1 1-15,13 3 0 0,-7 0 3 16,0 3-3-16,1 1 2 0,-7 5 1 0,7-6-3 16,-1 9 2-16,0-3-1 0,-6 3 0 0,7-4 0 0,-7 5-2 15,0-1 0-15,7 0 0 0,-7 0-2 16,0 0 3-16,0 1-1 0,0-1 0 0,0 0 0 15,0 0 0-15,-7 0 1 0,7-3-1 0,-7 3 2 16,7-5 0-16,-6 2 0 0,0-1 0 0,-8 0-2 16,8 0 0-16,-7 0 0 0,0-4 0 0,0 0-1 15,0 1-1-15,0-1 0 0,-7-4-7 0,7 0-12 16,-7 0-18-16,8 0-21 0,-8-4-25 16,7-1-33-16,1-3-46 0,4 5-36 0,-4-6-7 15,5-3 7-15</inkml:trace>
  <inkml:trace contextRef="#ctx0" brushRef="#br0" timeOffset="33426.19">16132 7954 103 0,'0'3'318'0,"0"-3"26"16,0 0 13-16,0 0-80 0,6 0-94 16,1 0-78-16,-1 0-49 0,1 0-27 0,-1 0-11 15,7 0-7-15,-7 0-4 0,8 0-4 0,-8 4-1 16,8 1-1-16,-8-2-1 0,0 1-1 0,1 5-1 16,-1-1 1-16,1 4-2 0,0-3 1 0,-7 3 0 15,0 0-2-15,0 4 4 0,0 1-1 0,-7-1 1 16,0 1 0-16,-6-1 0 0,7-1 1 0,-7 1-1 0,0 5 0 15,-1-4-2-15,2-1-1 16,-1 0 1-16,0-4 1 0,0 4 1 0,-1-3-1 0,2-5 1 0,5-1 0 16,1 2-3-16,-1 0-6 15,1-6-11-15,6 2-12 0,-7-1-10 0,7-4-4 16,0 0-5-16,7 0-5 0,-1 0-9 0,7-4-7 16,0-4-9-16,7-1-11 0,-1 0-9 0,7 2-12 15,0-6-6-15,0 2-13 0,7-2-29 0,-1-3-26 16,1 4-4-16,-1-4 10 0</inkml:trace>
  <inkml:trace contextRef="#ctx0" brushRef="#br0" timeOffset="34133.93">16737 7725 57 0,'0'0'283'0,"0"0"19"0,0 0 9 0,0 0-69 15,0 0-100-15,0 0-69 0,0 5-38 16,0-5-19-16,0 3-9 16,0 2-5-16,0-2-2 0,0 2 0 0,0-1 1 0,0 4 0 15,7-3-1-15,-7 2 1 0,7-3 0 16,-7 1-1-16,6 3 0 0,0-4 0 0,-6 3 0 16,7-2-1-16,6-5 0 0,-7 4 0 0,1 0 0 0,6-4-3 0,-6 0 1 15,5-4 1-15,2 4-3 0,-2-4-1 16,-4-1 0-16,4-2 1 15,1 3 0-15,0-4-1 0,0-1 4 0,-7 2 0 0,8-2 1 0,-1 1 0 16,-7 0 1-16,1-5 0 16,6 6 0-16,-7-6 0 0,0 5 0 0,-6 0 2 15,8-5-1-15,-2 10 2 0,-6-6 0 0,6 1 2 16,-6 4 2-16,0 0 0 0,0 1 0 0,0 3 0 16,0-5-2-16,0 5-4 0,0-4-3 0,0 4-3 15,0 4 0-15,0-4-2 0,0 5 3 0,0 2 0 16,-6 2 3-16,6-2 1 0,0 5 0 0,-6 0 0 15,6 5-1-15,-8-4 1 0,8 3 0 0,-6 4 0 0,0 1 0 0,0-2 1 16,-1 6-1-16,7 3 2 0,-7 1-2 0,1 0 1 16,6 3 1-16,-7 5-1 0,1-1 0 0,0 1-1 15,-2 4 1-15,8-4-1 16,-12 3 1-16,5 1-2 0,1-1-1 16,-1-3-1-16,1 4 0 0,-7-8-2 0,7 3-1 0,-2-4 2 0,2-3 0 0,0-1 0 31,-1-3 1-31,0 0 2 0,1-9 1 0,0 4 0 0,6-4 0 15,-7-3 1-15,1-5-1 0,6 4 0 16,-7-4 0-16,0-4 1 0,1 0 3 0,0 1 1 16,-1-5 2-16,0-5 2 0,-5 5 5 0,-2-4 9 15,8-4 10-15,-7 0 9 0,-1 0 8 0,2-4 4 16,-1-1 1-16,6-3-4 0,-6 0-8 0,1-5-8 16,4 1-8-16,-4 0-6 0,6-4-5 0,-2-5-5 15,8 4 6-15,-6-3 11 0,6-5 18 0,0 4 22 16,6 1 18-16,2 0 11 0,-2 4-1 0,0-1-8 15,8 0-13-15,-2 6-21 0,1-2-18 0,1 0-11 16,-2 6-8-16,8-1-10 0,6 3-11 16,-7-4-29-16,7 5-53 0,1 0-64 0,-1 0-70 15,0 0-63-15,0 0-58 0,-1-1-52 0,8 5 9 0,-1 0 42 0,-5 4 58 16</inkml:trace>
  <inkml:trace contextRef="#ctx0" brushRef="#br0" timeOffset="34404.23">17343 8042 213 0,'-6'0'315'0,"6"0"20"0,-7-3-8 0,7 3-104 15,0 0-92-15,0-4-57 0,7 4-33 16,-1-5-21-16,8 2-10 0,-2-1-5 0,1 4-5 16,7-4 0-16,0 4-4 0,-1-5-2 0,0 5-7 15,1-3-9-15,-7 3-16 0,7-5-19 0,-8 5-24 0,8-4-31 0,-7 0-36 16,1 4-50-16,-2-3-47 16,-6-2-14-16,8 5 9 0,-1-4 23 0</inkml:trace>
  <inkml:trace contextRef="#ctx0" brushRef="#br0" timeOffset="34611.48">17578 7823 61 0,'0'4'275'16,"0"-4"18"-16,0 4 8 0,0 1-80 0,0-2-88 15,0 2-64-15,-6 2-35 0,6 2-15 0,0 3-10 16,0 0-3-16,-8 0-4 0,8 5-1 0,0-1 0 15,0 4 0-15,-6-3 0 0,6 3 0 16,0 0-3-16,0 1-28 0,0-1-43 0,0 4-56 16,-6 1-85-16,6-4-46 0,0-2-20 0,6 2 14 15</inkml:trace>
  <inkml:trace contextRef="#ctx0" brushRef="#br0" timeOffset="35286.06">18158 7645 216 0,'0'-9'243'0,"6"1"16"0,-6-4-65 0,6 3-49 16,-6 1-28-16,7 0-17 0,-7-4-6 0,0 4-8 16,0 0-10-1,0 0-12-15,-7-1-12 0,1 1-12 0,0 0-12 16,-2 0-12-16,-4 0-6 0,-1 4-6 0,0 0-4 16,-7 4 0-16,7 0 0 0,-7 4-1 0,1 0 0 15,-1 4 0-15,0 0 1 0,-5 4-1 0,5 4 0 16,0-3 1-16,2 4 0 0,-2 2 2 0,0-3 1 15,1 6 2-15,5 1-1 0,2-2 1 0,-1-1-2 16,6 1-1-16,0-1-1 0,1 0 1 0,6 1 1 16,0-1-3-16,0 0 2 0,6-3 1 15,1 2-1-15,6-2-2 0,0-1 2 0,0 1 3 16,6-5-3-16,1 0 2 0,0 1-3 0,-1-1-13 16,7-5-33-16,1-2-49 0,-1-1-58 0,-7 0-72 0,7-4-67 15,0 0-26-15,0 0 14 0,-6-4 37 0</inkml:trace>
  <inkml:trace contextRef="#ctx0" brushRef="#br0" timeOffset="35604.66">18281 7848 203 0,'7'0'302'0,"-7"0"19"16,6 0-24-16,-6-4-88 15,6 4-81-15,1 0-60 0,0-5-34 0,-1 5-17 16,0 0-10-16,1 0-5 0,-1 0-4 0,-6 5 1 15,7-1 1-15,0-4 1 0,-7 3-1 0,6 1 1 16,-6 5 1-16,0-1-2 0,0 0 0 0,0 0-3 0,0 4 2 0,-6 1 0 16,-1 0 2-16,0-2 3 15,-6 1 3-15,7 5 5 0,-7-1 1 0,6-3 2 16,-5 3 1-16,-2-4-2 0,1 0 0 0,1 0-4 16,5-4-3-16,0 0-4 0,1 0-2 15,6 0-1-15,0 1 0 0,0-5 0 0,0 5 3 0,6-6 1 0,1 1 2 0,6 0-2 16,0 1 0-16,0-5-6 0,6 0-16 0,1-5-27 0,-1 1-42 15,1-3-46 1,6 2-51-16,-6-7-61 16,5 3-37-16,2-3-1 0,-8 0 26 0</inkml:trace>
  <inkml:trace contextRef="#ctx0" brushRef="#br0" timeOffset="36105.94">18691 7648 52 0,'-6'-3'311'0,"6"-6"42"0,-6 5 37 16,6 0-23-16,0-1-96 0,0 5-68 15,0-4-45-15,0 4-42 0,0 0-34 0,6-3-34 0,0-1-23 16,7 4-14-16,1-5-10 0,-2 2 0 0,2-2-1 16,5 1 0-16,1 0-1 0,-2 4-1 15,2-3 0-15,-6 3 2 0,5 0-1 0,-6 0-2 16,0 0 1-16,0 0 2 0,0 0-2 0,-6 0-1 15,6 0 0-15,-6 3-1 0,-7-3-3 0,6 0 0 16,-6 0 0-16,6 4-2 0,-6-4 0 16,0 0 3-16,0 4 2 0,-6 1 3 0,0 3-1 15,-1-1 2-15,0 2 3 0,1-1 0 0,-1 4-1 16,-6 4-2-16,0-4 2 0,0 1 0 0,0 3-3 16,0 1 0-16,7-1 1 0,-14 0 2 0,6 4 0 15,-4 0 1-15,4 1 0 0,-5 3 2 0,5 1 1 16,-4-1-3-16,-2 1 1 0,7-1 0 0,-1 0-1 15,-4-3-2-15,4-1 0 0,8-3 1 0,-7-1-3 16,6-4-1-16,0 0 0 0,1 0-1 0,0-4-2 16,6 1 0-16,-6-5 4 0,6 0-1 0,0-4-1 15,0 5 4-15,6-5 1 0,-6 0-1 0,12 0 0 16,-5 0 3-16,6-5 1 0,-6 5-4 16,5-4 0-16,2 0 0 0,6 0 0 0,-8-1-4 0,1 1 1 15,7 0 1-15,-8 1 2 0,2 3-1 16,5-5 0-16,-5 1-2 0,-2 4-3 0,8-4-23 15,-7 4-41-15,0 0-46 0,0-4-55 0,0 4-50 16,0-4-48-16,-7 4-40 0,8-5-21 0,-8 5 16 16,1 0 36-16,-1-3 45 0</inkml:trace>
  <inkml:trace contextRef="#ctx0" brushRef="#br0" timeOffset="36284.79">18718 7807 358 0,'-7'0'431'0,"0"0"29"0,7 0-2 0,0 0-117 16,0 0-124-16,0 0-102 0,7 0-61 0,0 0-31 15,-1 0-16-15,6-4-20 0,8 4-32 16,0 0-37-16,-1-5-41 0,7 5-57 0,1-4-63 16,5 1-64-16,1-6-44 0,-1 6-7 15,7-2 22-15,1 1 45 0</inkml:trace>
  <inkml:trace contextRef="#ctx0" brushRef="#br0" timeOffset="36487.62">19395 7722 57 0,'0'3'350'0,"-6"2"44"0,6-5 23 0,0 3-42 16,-8-3-104-16,8 0-98 15,0 0-82-15,0 5-42 0,8-5-20 0,-8 0-14 16,6 0-3-16,7 0-4 0,0 0 1 0,0 0-4 15,-1 0-10-15,8 0-24 0,-6 0-39 0,5 0-41 16,-6 0-48-16,6-5-42 0,-5 5-29 0,-2 0-16 0,-5 0-19 16,6 0-13-16,-6 0 15 0,-7 5 30 15</inkml:trace>
  <inkml:trace contextRef="#ctx0" brushRef="#br0" timeOffset="36642.78">19323 7872 152 0,'-13'4'224'0,"7"0"8"0,-1 0-66 15,0 0-61-15,7 1-43 16,-6-5-28-16,6 3-13 0,6-3-5 0,-6 4-3 16,7-4-3-16,6 0-4 0,0 0-5 15,6-4-8-15,1 4-17 0,7-3-34 0,-2-6-54 0,7 5-62 16,2 0-31-16,5-5-12 0,-7 6 5 16</inkml:trace>
  <inkml:trace contextRef="#ctx0" brushRef="#br0" timeOffset="37276.04">20489 7676 51 0,'-7'-12'192'0,"-5"0"6"16,4 0-41-16,-4-5-63 0,-1 6-42 0,0-6-22 15,0 1-7-15,-7 0 3 0,7-1 11 0,-6 5 19 0,6-5 18 0,-7 6 13 16,7-2 3 0,-7 6-5-16,8-6-14 0,-8 9-19 0,6-5-18 15,2 9-13-15,-1-3-10 0,0 3-7 0,0 3-2 0,-1 2-3 0,-5 3-2 0,6 5 2 16,0-1-1 0,0 4 1-16,-6 0 0 0,5 0 0 0,2 1 0 15,-1 3-1-15,-1 1 0 0,2-2 1 0,4-2 1 0,-4 4 0 0,6-2 0 16,-1 2 0-16,-6 0 0 15,13-5 0-15,-7 4-1 0,7-4 0 16,0-3 1-16,7 3 0 0,-1-4 1 0,1-4 0 0,0 0-1 16,5 0-2-16,2-3 0 0,-2-1-2 15,2-4-3-15,5-4-2 0,1-1-2 0,-1-3-4 16,7 0-1-16,-6-4 1 0,6-1 1 0,-7-3 2 0,1 0 4 0,6-4 3 16,-6 4 2-16,-1-9 3 15,1 5 0-15,-1-4-1 0,-6-1 1 0,6-4 0 16,-5 1 0-16,6-5-1 0,-8 1-3 15,-5 0 2-15,6-2-2 0,0-1 0 0,-7 2 0 16,0-5 0-16,2 6 5 0,-2 0 6 0,0-1 10 16,-6 8 19-16,0 1 34 0,0 7 51 0,0 1 50 15,0 4 33-15,0 4 7 0,0 0-10 0,0 0-31 16,0 4-50-16,-6 4-52 0,6 0-39 0,-6 4-18 16,6 4-9-16,-8 5-5 0,2-1 1 0,0 4-2 0,-1 0 2 0,1 4 2 0,6 1 1 15,-7-1-4 1,1 5 1-16,6-1-1 0,0 0-2 0,0 5-2 15,0-4 1-15,0 3 4 0,0 1-2 0,0-1 4 16,0 0 0-16,0 1 1 0,0-1 0 0,0 1 2 0,0-1 1 16,6 1 3-16,-6-4-3 0,0-1-5 15,7 0-28-15,-7 0-44 0,6-3-54 16,-6-5-62-16,0 1-61 0,7-1-55 0,-1-4-54 16,0-4-20-16,8 0 20 0,-8-3 43 0,8-2 52 0</inkml:trace>
  <inkml:trace contextRef="#ctx0" brushRef="#br0" timeOffset="37604.74">20743 7517 264 0,'7'-3'409'0,"-7"-1"31"15,6 0 15-15,0 4-101 0,0-5-127 0,2 5-106 16,-2 0-57-16,7 0-30 0,0 0-15 15,0 5-9-15,-7-1-7 0,8 0-5 0,-8 4-3 0,7-4-1 16,-6 4-1-16,-1 0 0 0,1 5 2 16,-7-2 1-16,6 2 2 0,-6 3 1 0,0 1-1 15,0-1 2-15,-6 4-2 0,6-4 2 0,-7 5-1 16,1-5 2-16,-1 1-1 0,-6-2 2 0,7-2-2 16,-8 4 2-16,8-10 0 0,0 5-2 0,-8-3 2 15,8-2-1-15,6 2-1 0,-7-1 0 0,1-3 0 16,6-2-3-16,0 1 1 0,6 0 1 0,1 1 1 15,-1-2-1-15,8-3-5 0,6 0-17 0,-2 0-35 16,9 0-47-16,5-3-45 0,1-6-46 0,-1 5-45 16,7-4-56-16,1 4-33 0,-8 0 10 15,1 0 24-15,-7-1 38 0</inkml:trace>
  <inkml:trace contextRef="#ctx0" brushRef="#br0" timeOffset="38588.3">13285 9378 153 0,'0'-20'262'0,"0"-1"17"0,0 2-14 0,0-2-81 16,0 0-59-16,-6 1-35 0,6-5-23 0,-6 1-15 16,-1 3-12-16,1-3-16 0,-1 4-10 15,-6 0-3-15,7 3-5 0,-8 1-1 16,2 0-1-16,-2 4-3 0,1 3 0 0,1 1-1 0,-2 4 0 0,-5 1-1 16,-1 3-1-16,1 3 1 15,0 6-3-15,-1 3 2 0,0 0-1 0,-5 8 2 16,5 1 0-16,0 3-1 0,1 0 3 0,-1 4-1 0,0 1-1 15,1 4-2-15,6-5 1 0,0 5 2 16,-1 3-3-16,8-7-1 0,0 4 4 16,6 0 0-16,6-5 0 0,0-4-1 0,2-3 1 15,4-1 0-15,1-4 0 0,7-4 0 0,0-4 1 16,-1 0 2-16,7-3-1 0,0-10 0 0,0 5-2 16,7-8-1-16,-1 0-2 0,-6-4-2 0,7-1 0 0,-1 2 2 15,-5-6 0-15,5 1 3 0,-6 0 0 16,1-4 0-16,-9 4 1 0,9-1 1 0,-7-4 2 15,-2 2 2-15,-4 2 4 0,-1-4 3 0,0 2 0 16,0-2 1-16,-1 1-1 0,-4 3 0 0,-8-3-4 0,6-1 6 0,-6 5 11 16,0 4 15-16,0-1 14 15,0 6 10-15,0-2 5 0,0 1-5 0,0 4-13 16,-6 4-17-16,6 4-17 0,-8 0-12 0,2 5-6 16,0 8-1-16,0-1-1 0,-8 3-1 15,8 2 1-15,6 3 1 0,-7 5 1 0,7-4-4 0,0 3-12 0,0 1-38 0,0-1-46 16,7 1-54-1,-1-6-49-15,1 3-52 0,0-7-51 0,5 2-8 16,2-4 24-16,-8-2 39 0</inkml:trace>
  <inkml:trace contextRef="#ctx0" brushRef="#br0" timeOffset="38994.55">13676 9467 126 0,'0'-7'294'0,"7"2"15"0,0 1 9 16,-1-3-99 0,1 2-95-16,5-3-59 0,2 4-31 0,-2-1-18 15,-5 1-9-15,6 1-3 0,0 3-4 0,0 0-1 16,0 0-2-16,-7 3-3 0,2 1 2 16,-2 1 0-16,0-1-1 0,-6 0 1 0,0 5 2 15,0-2 2-15,0 2 1 0,-6 3 0 0,0-4 1 16,-2 5-2-16,-4-2 3 0,5 2-2 0,0-1 0 15,1-4 0-15,0 5 0 0,-1-6 0 0,1 5-1 16,6-3-1-16,-7-1 1 0,7 3-2 0,0-2 0 16,0-1-1-16,0 4 2 0,7 0 0 0,-1-4 0 15,1 5-1-15,-1-4 1 0,0 2 2 0,1-3-1 16,6 1-1-16,-7-2 1 0,2 2 0 0,-2-1-1 16,0 0 1-16,1 1 0 0,-1-5 1 0,-6-1 0 15,0 6 0-15,7-6 2 0,-14 1 2 16,7-4 0-16,0 5 2 0,-6-1 0 0,-1-1 1 0,-5-3 1 0,4 5-1 15,-4-5-2-15,-2 0-3 16,2 0 0-16,-1 0-7 0,-1-5-13 0,2 2-19 16,-2-1-26-16,2-5-33 0,-1 1-39 0,-1-3-45 15,8-1-57-15,0-1-20 0,6-3 9 0,0-1 21 0</inkml:trace>
  <inkml:trace contextRef="#ctx0" brushRef="#br0" timeOffset="39415.39">13976 9313 147 0,'13'5'205'16,"-7"-5"10"-16,8 3-72 0,-2 6-56 15,2-6-33-15,-1 6-16 0,-7 3-11 0,7-4-10 16,0 4-5-16,-7-4-6 0,8 4-2 0,-8 5 0 16,-6-6-2-16,7 2 1 0,-7-1-3 0,6 4 1 15,-12 1-1-15,6-4 0 0,0 2-1 16,-7 1 1-16,1-3 2 0,0 3-2 0,-2-7 3 0,8 2 1 15,-6-3 1-15,0-3 1 0,6-1 1 0,0-1 4 16,0 1 4-16,-7-4 4 0,7 0-4 0,7-4-2 16,-7 1-3-16,6-6-4 0,0 1-8 0,2-3-5 15,-2-1-7-15,7-5-2 0,-7 5-4 16,7-5-5-16,0 1-4 0,-6-5-1 0,6 5 0 16,-7-4 5-16,1 4 4 0,0-1 6 0,-1-3 8 15,0 7 13-15,1-3 20 0,-7 4 30 0,6 5 27 16,-6-2 20-16,0 6 9 0,7-2-2 0,-7 1-17 15,0 0-25-15,0 4-30 0,0 4-19 16,-7 0-12-16,7 4-7 0,0 4-1 0,-6 4 0 0,6 0 1 16,0 1 1-16,0-1 0 0,0 4 0 15,0 1 0-15,6 0 2 0,1 3-4 0,0-4-12 0,5 5-20 16,-5-4-29-16,6-2-29 0,0 2-32 0,0-1-27 16,6 0-21-16,1 1-28 0,0-4-20 15,5-2 3-15,1-2 20 0</inkml:trace>
  <inkml:trace contextRef="#ctx0" brushRef="#br0" timeOffset="39732.87">15142 9418 374 0,'6'0'486'0,"-6"0"38"16,0 0 20-16,7 0-117 0,-1-3-147 16,8-1-126-16,-8-1-77 0,14 2-38 0,-8-2-18 15,8 1-7-15,6-3-4 0,-7 2-8 0,8 1-11 0,-1 4-21 0,0-4-20 16,-1 0-27-16,9-1-34 0,-9 2-42 15,1 3-42-15,-6-4-35 16,6 0-32-16,-7-1-21 0,1 5-10 0,-7-3-5 16,0-1 0-16,0 4 25 0,-7-5 37 0</inkml:trace>
  <inkml:trace contextRef="#ctx0" brushRef="#br0" timeOffset="39926.28">15461 9215 258 0,'-6'-3'302'0,"-1"-2"21"0,0 1-47 16,1 4-87-16,6 0-66 0,-7 0-49 0,7 4-35 16,-6 4-20-16,0 5-9 0,6 2-5 15,0 1-2-15,0 5-3 0,0-1 3 0,0 5-2 16,6-1 1-16,0-3-1 0,1 7-5 0,-1-4-18 16,1 1-36-16,0 3-41 0,-1-3-45 0,0-1-57 15,0 2-63-15,2-3-16 0,-8 1 15 0,12-7 31 0</inkml:trace>
  <inkml:trace contextRef="#ctx0" brushRef="#br0" timeOffset="40418.39">15891 9073 281 0,'0'-8'452'15,"6"4"40"-15,-6-5 19 0,0 9-99 0,0-3-136 16,6 3-124 0,-6 3-81-16,0 1-37 0,0 8-21 0,8 1-5 15,-8-1-1-15,0 5-7 0,6 3 3 0,-6 0-4 16,0 0 2-16,6 0-4 0,-6 5-8 0,0 0-11 16,0-1-8-16,0 1-8 0,0-5-5 0,0 1 2 15,0-5 7-15,-6 0 9 0,6-4 10 0,0-4 8 16,0 0 5-16,0-4 0 0,0 0 1 15,0 1 1-15,0-5 0 0,0 3 0 0,0-3 1 16,0 0 5-16,0 0 1 0,0 0-2 0,0-3-3 16,6-2-3-16,-6 1-3 0,7-3-5 0,-1-2-1 15,1-4-3-15,-1 6 1 0,7-5-3 0,-6-1 0 16,6 1-5-16,0 0-1 0,-6 0 3 0,6 4 1 0,-1-5 6 0,2 6 4 16,-2 2 3-16,2-3 2 15,-1 4-1-15,0 0 0 0,0 4-1 0,-7 0-1 16,8 0 0-16,-8 4 2 0,7 0 0 0,-7 4 0 0,1 4 1 0,-1-3 1 15,-6 3 1-15,7 4-2 16,-7-4 3-16,-7 0 0 0,7 5-2 16,-6-6-2-16,6 6 3 0,-7-5 1 0,-6 5-1 15,7-6 0-15,-8 2 2 0,8-1-2 0,-7 1-3 16,0-1-20-16,0 0-35 0,0 0-47 0,0-4-56 16,-7-4-51-16,1 5-58 0,6-9-60 0,-6 4-9 15,5-1 23-15,8-3 41 0</inkml:trace>
  <inkml:trace contextRef="#ctx0" brushRef="#br0" timeOffset="40796.18">16288 9289 209 0,'13'0'236'0,"-6"0"8"0,6 0-71 15,-7 0-74 1,8 3-45-16,-2-3-26 0,-6 5-11 0,8-2-7 15,-8 6-4-15,7-5-3 0,-7 4-1 0,2-4-1 16,-8 4 0-16,6 1 0 0,-6-2 0 0,0 2 0 0,0-2 0 16,-6 6 2-16,-2-4 0 0,8 2 0 15,-6-3 0-15,0 4 1 0,-1-3 0 0,1-1 2 0,-1 1 0 0,0-6 1 16,1 5-1-16,6 0-1 16,-6-4-2-16,6 4-2 0,-6 1-1 0,6 0 0 15,0-2-1-15,0 1-1 0,0 1 3 0,6-2-1 0,-6 2 0 16,0-2 0-16,0 6-1 0,6-4 1 15,-6-2-2-15,0 2 2 0,0-6 1 0,0 6 1 0,0-2 0 0,0-2 0 16,0-1 2-16,-6 4-1 0,6-3 2 0,-6-1 1 16,-2-1 1-16,2 1 1 0,-7-4 0 0,7 5 1 15,-8-5-4-15,2 0-1 0,-2 0-4 0,2 0-7 16,-2 0-19-16,1-5-23 0,1 1-37 0,-2 1-51 16,8-6-61-16,-8 5-29 0,8-9-1 0,0 6 15 15</inkml:trace>
  <inkml:trace contextRef="#ctx0" brushRef="#br0" timeOffset="41436.85">16686 9061 99 0,'0'0'368'0,"0"4"36"15,0-4 16-15,0 3-48 16,0 2-118-16,0-5-115 0,0 4-68 0,0 3-38 16,-7-2-16-16,7 3-10 0,0 0-5 0,7 1 0 15,-7 2-1-15,6-2-1 0,-6 3 1 0,6 0-1 16,0 0 1-16,2-3-1 0,-2-2 0 16,7 6 3-16,-7-9 1 0,8 5 0 0,-8-6-1 15,7 1 0-15,0 0 1 0,0 1-4 0,0-5 1 16,0-5-2-16,0 5-1 0,6-4 2 0,-5 0 0 15,-1 1-1-15,6-6-1 0,-6 2-1 0,7 1-4 16,-7-5-13-16,0 2-18 0,6 1-22 0,-5-4-22 16,-2 0-17-16,2-1-10 0,-1 5 5 0,-7-4 16 15,0 4 22-15,1 4 23 0,0-5 19 0,-7 6 13 16,0-1 3-16,6 4 0 0,-6 0 1 0,-6 4-1 16,6-1 0-16,-7 10 2 0,7 0 4 0,-7 2 1 15,1 6 0-15,0 3 1 0,6 5 0 16,-7 0 0-16,7-1 0 0,-6 5 0 0,6 3 3 15,0 1-2-15,-7-1 0 0,7 10 1 0,-7-2 1 16,7 1 1-16,-6 0-2 0,0 3 0 0,-2 1 1 16,2 1-2-16,0-3-1 0,-7-1 0 0,6-2 0 15,1 1 0-15,-1-5 0 0,1-2 0 0,0-6-2 16,-2-3 2-16,2 0 0 0,0-6 0 16,-1-2 0-16,1-1 3 0,-1-4 1 0,1-3 2 15,-1 0 2-15,-5-6 3 0,4-3 3 0,2 0-2 16,-7-4-1-16,0 0 1 0,0-8-4 0,0 4-2 15,6-8-3-15,-5 4 0 0,-2-8-2 0,2 0-2 16,5-1 1-16,0-4 0 0,1-3 0 0,-1-4-1 16,7 3-1-16,-6-7 1 0,6-1-1 0,6 0 2 15,-6 1 0-15,7-1 6 0,-1 0 5 0,1 5 7 16,6 0 3-16,0 0 2 0,6-1-1 0,-5 8-2 16,5-3-4-16,7 4-8 0,-6 0-12 0,6-1-23 15,7 5-41-15,-8-1-59 0,7 1-80 0,2 0-68 16,-2 3-28-16,7-3 3 0,-6 8 30 0</inkml:trace>
  <inkml:trace contextRef="#ctx0" brushRef="#br0" timeOffset="41641.53">17422 9508 144 0,'0'9'330'16,"0"-9"24"-16,0 4 13 0,6-4-87 15,0 0-105-15,8 0-80 0,-2 0-44 0,1-4-23 16,1 4-12-16,5-5-8 0,0 5-3 0,1-4-6 0,7 0-11 16,-9 0-25-16,2-3-30 0,-1 2-31 15,7-3-35-15,-6 0-42 0,7-1-43 0,-9 1-48 16,2 0-6-16,0 0 9 0,-7 0 26 0</inkml:trace>
  <inkml:trace contextRef="#ctx0" brushRef="#br0" timeOffset="41821.62">17682 9269 3 0,'-13'0'253'0,"7"0"18"0,-2 0 10 15,8 0-67-15,-6 3-76 0,0 1-64 16,6 5-34-16,-6 3-19 0,6 0-9 16,-8 0-4-16,8 4-4 0,0 1 0 0,0-1 0 0,0 1-1 15,0 2-3-15,8 2-13 0,-8-4-27 16,0 2-40-16,6-2-45 0,-6 3-59 0,0-3-51 15,6 3-14-15,0-4 13 0</inkml:trace>
  <inkml:trace contextRef="#ctx0" brushRef="#br0" timeOffset="42147.37">18118 9015 13 0,'0'-20'251'0,"0"5"37"0,0-3 34 0,0 3-45 15,0 6-49-15,0 2-43 16,-6-2-38-16,-1 5-33 0,1 4-36 0,-1 0-39 16,-6 8-21-16,0-3-9 0,0 6-4 0,-6 2-5 0,5 3-2 0,2-4 2 15,-8 4-1-15,7 5-1 0,0-1-1 0,-6-4 0 16,5 9 2-16,2-5 0 0,-2 1 1 0,1 3 0 15,7 0 4 1,-1-4-2-16,0 5-2 0,1 0 2 0,6-6 1 16,0 2-1-16,6-1-2 0,1 1 2 0,6-5 0 15,0-4 0-15,1 1-5 0,4-1-20 0,2-4-39 16,7-3-49-16,-1-2-57 0,-7-3-59 0,7-3-71 16,6 3-28-16,-5-9 13 0,-1 5 38 0</inkml:trace>
  <inkml:trace contextRef="#ctx0" brushRef="#br0" timeOffset="42540.76">18320 9174 231 0,'6'-4'276'15,"1"4"12"1,-1-4-46-16,8 4-83 0,-8 0-68 0,8 4-39 16,-2-4-19-16,1 4-13 0,-6 1-8 15,6 2-5-15,-1-3-3 0,-4 2-1 0,-2 1-2 16,0 2 0-16,1-2-1 0,-7 5 0 0,7-3 0 15,-7 3 0-15,0 0 1 0,-7 0 0 0,0-3 1 0,1 6 0 0,0-2 2 0,-2-1 1 16,-4 0-1-16,5 0-1 0,1-3 0 0,-1-2 1 31,1 6-2-31,-1-4-1 0,1 2-1 0,6-3 0 16,-6 1-1-16,6 3 0 0,0-4 0 0,6 4 0 0,-6-4-1 0,6 4 3 16,-6 1 1-16,7-5 0 15,-1 4-1-15,1 0 0 0,-1 0 1 0,1-3-2 16,-1-2 1-16,0 6-1 0,-6-4 0 0,8-2 2 15,-8-3 2-15,0 4-1 0,0 1 2 0,0-2 2 16,-8-2 1-16,8 3 1 0,-6 1 1 0,-7-5 0 16,7 3-1-16,-7-2-1 0,0 3-2 0,-7-5-1 15,7-3-3-15,0 5-1 0,-6-5-3 0,5 0-8 16,2-5-18-16,-2 2-28 0,1-2-36 0,1-3-45 16,5-3-60-16,-6 2-52 0,13-4-16 15,0-3 9-15,0 4 27 0</inkml:trace>
  <inkml:trace contextRef="#ctx0" brushRef="#br0" timeOffset="42998.35">18679 8962 249 0,'6'-7'385'16,"0"3"26"-16,1-5 13 0,6 5-101 0,0-3-133 15,7-2-91-15,-1 5-48 0,1-5-25 0,-2 5-14 16,2 1-5-16,0-1-4 0,-1 4-3 0,1 0 0 16,-7 0-2-16,7 0 2 0,-7 0-1 0,6 4-3 15,1-4 1-15,-7 7 2 0,0-2-2 0,0-1-2 16,-1 4 1-16,-4-3 3 0,-2 2 0 0,-6 2 0 16,0 3 2-16,0-4 2 0,-6 8 1 0,-2-4 0 15,-4 4-1-15,-1 1-1 0,0-1 1 16,0 5 0-16,-1-2 0 0,-4 2 1 0,4 4-3 15,1-5 1-15,0 4 0 0,-6-2-3 0,5 1-2 16,2 1 1-16,-1 2 2 0,-1-3 0 0,2-2-1 16,-2 3 2-16,2-3 1 0,5-5 1 0,-6 4 0 15,6 1 3-15,1-5-2 0,0 0-1 16,-2 4-2-16,2-3 2 0,6-1-3 0,0-4-2 16,-6 5 2-16,6-6 2 0,6 2 2 0,-6-1-4 0,6 1 1 15,2-5 1-15,-2 3-2 0,0-2 0 16,1-5 0-16,6 0 1 0,0 1 1 0,-1-1 0 15,2-4 1-15,-1 0 0 0,7 0 1 0,-8-4-2 16,8-1-1-16,0 1-1 0,-1 0-6 0,7 0-24 16,-6-5-48-16,-1 2-62 0,7-1-71 0,-12-5-91 15,5 1-62-15,-6-1-10 0,0 2 26 0,0-1 54 16</inkml:trace>
  <inkml:trace contextRef="#ctx0" brushRef="#br0" timeOffset="43205.55">18711 9223 315 0,'-7'5'474'0,"7"-5"43"0,-6 0 21 0,12 3-91 0,-6-3-148 16,7 0-139-16,6 0-81 0,-1 0-58 15,2 0-54-15,5 0-50 0,7 0-43 16,0 0-47-16,7 0-64 0,-1 0-60 0,8-3-65 0,-1 3-29 15,6-5 4-15,-5 1 26 0,5 0 54 0</inkml:trace>
  <inkml:trace contextRef="#ctx0" brushRef="#br0" timeOffset="43404.29">19590 9166 340 0,'-6'0'463'15,"6"4"43"-15,0-4 22 0,0 0-118 16,0 0-130-16,6-4-118 0,0 0-81 16,2 0-47-16,4 1-38 0,8-6-34 0,-1 5-39 15,1 0-32-15,-1-4-24 0,7 0-37 0,0 3-38 0,0-2-34 16,1 2-27-16,-1 1-39 0,0 0-33 16,-1 0 8-16,-5 0 36 0,0-1 48 15</inkml:trace>
  <inkml:trace contextRef="#ctx0" brushRef="#br0" timeOffset="43575.6">19649 9289 6 0,'-7'8'239'16,"1"0"17"-16,-1-4 8 0,0 0-70 0,7 1-70 16,7-2-49-16,-7-3-27 0,13 4-14 15,-6-4-8-15,13 0-9 0,-2 0-13 0,2 0-24 16,13-4-35-16,-7 4-40 0,7-3-49 0,-1-2-67 0,1-3-32 0,-1 3 1 15,7 2 21-15</inkml:trace>
  <inkml:trace contextRef="#ctx0" brushRef="#br0" timeOffset="44168.96">20873 8931 170 0,'-6'-13'228'0,"-1"-3"15"16,0 4-54-16,-5 3-55 0,-2-3-37 15,2 5-23-15,-8 2-12 0,7-3-13 0,-7 4-15 0,-6 0-8 16,7 4-2-16,-7 0-3 0,0 0 3 16,6 4 2-16,-5 0 1 0,5 0 0 0,-7 5 0 0,8-2-1 15,-7 5 0-15,6 0-1 0,1 0-3 16,0 1-4-16,-1 3-2 0,0 1-4 0,1-1-5 15,5 0-2-15,-5 5-2 0,6-1-3 0,7 0-1 0,-7 1 1 16,6 3 0-16,0-3 2 16,7-1-1-16,-6 0 1 0,6 0 1 0,6 0-2 15,-6-3 1-15,14-1-1 0,-8 1 1 0,7-5 0 16,0-5 1-16,0 3 2 0,7-7-1 0,-1 1 2 16,1-4 0-16,6 0 0 0,0-4-2 0,-7-4-1 0,14 0 0 0,-7-5-3 15,0-2 0-15,0-1 1 16,7-6-1-16,-13 2 0 0,5 0 0 0,-5-5 0 15,6 1 1-15,-6 0-1 0,-1-4 0 0,-6-1 1 16,6-3-1-16,-5-1 0 0,5-4-1 0,-6 0 1 16,0-3 0-16,1 4-1 0,4-6 0 0,-4 2 1 15,-8-1 0-15,7 1 0 0,1 2 9 0,-8-2 31 16,0 7 65-16,0 1 101 0,-6 7 108 0,8 5 80 16,-8 4 44-16,0 4-4 0,6 4-52 15,-6 3-100-15,0-2-141 0,0 7-110 0,0 0-71 0,0 3-34 16,0 1-15-16,-6 9-2 0,6-1 29 15,-8 8 30-15,8 1 19 0,-6-1 3 0,6 5 4 16,-6-1 3-16,6 4 5 0,-6 0 2 0,6 5-2 0,-7 0 4 16,7-1-3-16,-7 5 3 0,7 0-26 15,0-1-46-15,-6 37-183 0,6-40 57 0,0 0-54 16,0 4-42-16,-7-5-32 16,7-3-34-16,7-1-30 0,-7 0-35 0,6-8-13 15,1 1 28-15,0-1 58 0,5-7 63 0</inkml:trace>
  <inkml:trace contextRef="#ctx0" brushRef="#br0" timeOffset="44564.85">21446 8836 368 0,'7'-7'488'0,"-7"-2"64"0,0 1 40 15,0 1-99-15,6 2-158 0,-6 1-108 0,7 0-88 16,-1-1-60-16,8 2-40 0,-2-1-21 16,1 0-11-16,0 4-8 0,0 0-2 0,7 0-1 0,-7 0 0 0,0 4-2 15,0-4 2-15,0 4-1 0,0 4-1 0,-7 0-6 16,2 0 2-16,-2 1 0 0,0 3 2 0,0-5-2 16,-6 6 1-16,0 0 2 15,0 2-3-15,-6 1 2 0,0-4-1 0,0 5 2 16,-8-1 2-16,1 1-2 0,0-1 1 0,0-4-1 15,0 4-1-15,0-4 2 0,0 5-1 0,6-5 5 16,1 0-1-16,-1 1 0 0,1-1 0 0,6 4-2 0,0-4 1 16,0 0-2-16,6 1 3 0,1-1 0 15,-1 4-1-15,1-4 4 0,6 1 1 0,-7 0 2 16,8-2-1-16,-2 5 0 0,-5-3-1 16,6-1-2-16,-6-1 1 0,-1-1 1 0,-6-3 0 15,0 6-1-15,-13-5-36 0,0 4-92 0,-20-3-141 16,-12 3-154-16,-14-5-80 0,-19 2-43 0,-6-1 15 15,-21 0 80-15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5:01:33.5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12419 4090 25 0,'0'0'190'0,"0"-3"15"16,0 3-32-16,0-4-42 16,0 4-22-16,0 0-7 0,0-5-7 0,0 5-3 15,0-4-6-15,0 0-4 0,0 4 6 0,0-4 4 16,6 0 12-16,-6-4 10 0,0 4 11 0,8-1 2 15,-8-3-6-15,0 0-12 0,6 5-12 0,-6-6-9 16,0 6 0-16,0-7 0 0,6 7-1 16,-6-6-2-16,0 5-6 0,0-3-12 0,0 2-18 15,0 1-13-15,0-4-9 0,0 4-8 0,0-4-10 16,0 4-2-16,0-3 3 0,-6-3 6 0,6 3 7 16,-6-2 5-16,6 5 4 0,-8-4 3 0,-4 0-2 15,6 4-3-15,-1-5-8 0,-6 6-6 0,0-1-2 16,-1-1-3-16,2 5-1 0,-1 0-7 0,0 5 1 15,-7-1 1-15,1-1-1 0,-1 10-1 0,1-5-1 16,-1 4 1-16,0 1-2 0,1 3-1 16,6 0-2-16,-6 0 0 0,5 0-3 0,2 6 1 15,-2-7 0-15,8 6-1 0,-7-1 2 0,6 0-1 16,0-3 5-16,1 3-2 0,0 0-2 0,6-4-2 16,-6 1-5-16,6-1-10 0,6 0-13 0,-6-3-13 15,6-1-9-15,0 0-8 0,1 1-2 0,6-10 3 0,0 6 8 16,1-9 9-16,-2 4 4 0,2-8 8 15,5-1 5-15,1 1 8 0,-8-4 6 0,8 0 2 16,-7 0 6-16,7-4 2 0,0 0 4 0,-8 0-1 16,1-1-2-16,7-3 2 0,-7 3 0 15,0-3 1-15,-7 4-1 0,8-4 1 0,-2 0 0 0,-5 0 3 16,-1-1 2-16,8 4 0 0,-8-2 2 16,-6 2 1-16,6 1 5 0,-6 4 3 0,6 0 4 15,-6-1 2-15,0 5 3 0,0 1-7 0,0 3-4 16,0-4-3-16,0 4-7 0,0 4-2 0,0-1-2 15,-6 6 2-15,6-2-1 0,-6 6 0 0,0-1-1 16,6 1 0-16,-7-1-1 0,7 0 2 16,0 0-1-16,-7 4-2 0,7 0 0 0,0-3-1 15,0 3-1-15,7 1-4 0,-7-6-1 0,7 6-1 16,-7-5-3-16,6 0-1 0,0-3 0 0,0-1 2 16,2-4 1-16,4 0 2 0,-5-4 5 0,6 0 0 15,0-4 0-15,0 0 0 0,0-1 1 0,0-3 0 16,7-4 2-16,-8 4 0 0,2-4 1 0,6-5 0 15,-8 5 2-15,1 0-2 0,1-4-2 0,-2 0 1 16,-6 3-1-16,2-3 1 0,-2 4 0 0,0 0 3 0,-6 3-26 0,7 1-46 0,-7 4-52 16,-7 0-62-16,1 1-62 0,0 3-59 0,-2 0-36 15,2 3-26-15,0 5 14 0,0 0 40 16,-1 4 51 0</inkml:trace>
  <inkml:trace contextRef="#ctx0" brushRef="#br0" timeOffset="262.81">12680 4274 14 0,'0'0'278'15,"0"-5"30"-15,0 5 15 0,0 0-56 0,-6 0-92 16,6 0-65-16,0 5-50 0,-7-1-28 0,0 8-17 15,7-4-5-15,-6 8-5 0,0-4-2 0,-2 4 0 16,2 6-1-16,6-3 0 0,-6 2 1 16,6-1 0-16,-6 0-1 0,6 6 0 0,0-7-2 15,0 2 0-15,0 3 0 0,0-3-7 0,0-6-23 16,0 2-38-16,0-1-39 0,0-3-43 0,0-5-48 16,6 0-56-16,-6 0-15 0,0-3 18 0,6-5 29 15</inkml:trace>
  <inkml:trace contextRef="#ctx0" brushRef="#br0" timeOffset="810.72">12928 3981 90 0,'0'-9'297'0,"0"-3"22"15,0 0 9-15,0 5-70 0,6 2-120 0,-6 0-65 16,0-2-36-16,6 7-20 0,1-5-8 0,6 1 0 0,-7 4 3 16,7-4-2-16,-6 4 2 0,6 4-2 15,-7-4 2-15,8 4 1 0,-8 5 0 0,0-1 2 16,1 4 0-16,0 0 0 0,-1 9-1 0,-6-1-4 16,-6 5-4-16,6 3-4 0,-7 1-6 0,0-2-4 15,-5 2-7-15,6-1-4 0,-8-3 0 16,8 0 0-16,-8-5 2 0,8-4 7 0,-1 0 4 15,-5-3 4-15,12-5 2 0,-7 0 4 0,0-4 1 16,7 1-1-16,0-5-1 0,0 0-2 0,7-5-2 16,0-2-2-16,-1-6-1 0,0 0 2 0,7 1 0 15,1-4 2-15,6 0 0 0,-8-1-2 0,8 1 1 16,-7 0 0-16,7-4-1 0,-8 3 0 16,8 1 2-16,-1-4 0 0,-5 0-1 0,-2-1 0 0,8 1 1 0,-7-5 1 15,0 0 0-15,0 5 0 16,1-4 3-16,-2 4 2 0,-6 0 10 0,1 3 37 15,0 5 45-15,-7 3 46 0,0 1 42 0,0 4 18 16,0 0 1-16,-7 4-30 0,0 0-42 0,1 4-44 16,0 5-39-16,-8 3-21 0,2 4-10 0,-2-3-9 15,-5 7-3-15,6 0-2 0,0 1-2 0,7 2-3 16,-8-1-3-16,8 1 5 0,-7 2-3 0,6-4-3 16,7 3-1-16,-6-4 0 0,6 4-3 0,0-3-9 15,6-1-27-15,1 0-43 0,-1 1-64 0,7-5-62 16,1-3-54-16,-2 3-53 0,8-4-40 0,-1 0-36 0,1-4 22 15,6-4 39-15,0 0 45 16</inkml:trace>
  <inkml:trace contextRef="#ctx0" brushRef="#br0" timeOffset="1013.97">13455 4103 161 0,'-6'-9'331'0,"6"5"40"0,-8-3 31 0,8 2-91 15,0 1-95-15,0 0-61 0,8 0-45 16,4 4-39-16,2-4-29 0,-1-1-15 16,-1-2-9-16,8 2-14 0,0 2-27 0,5-6-31 0,-5 5-36 0,0-4-36 15,6 4-30-15,-7-4-16 0,7 0-1 0,-6 4-9 16,-1-5-26 0,7 2-33-16,-6-2-6 0,-1 1 2 0,1 1 13 15</inkml:trace>
  <inkml:trace contextRef="#ctx0" brushRef="#br0" timeOffset="1176.71">13703 3846 110 0,'-13'8'240'0,"-1"5"21"0,2-1-17 0,-2 4-70 16,2 0-52-16,5 4-34 0,-6 1-20 16,6 3-22-16,1 1-19 0,0-5-11 0,6 4-8 15,-8 1-5-15,8-1-3 0,0 5-12 0,0-5-33 0,-6 5-51 0,6-5-62 0,0 1-70 16,0-1-36-1,0-4-11-15,6 1 24 0</inkml:trace>
  <inkml:trace contextRef="#ctx0" brushRef="#br0" timeOffset="1676.51">14171 3606 168 0,'-6'-3'315'0,"0"3"18"0,-1 0 10 16,0 3-113-1,-6 5-92-15,7 4-64 0,-1 5-37 16,1 0-16-16,-1-1-12 0,1 3-3 0,0 2-2 16,-2-1-2-16,-4 5 0 0,5-1-2 0,1 1 3 0,-1-1-2 15,7 0-2-15,-6 0-1 0,-1 2 0 0,7-6 1 16,0-4-3-16,0 0 1 0,-6-4 2 0,6 1 0 0,0-6 1 0,6-2 0 15,-6-1 2-15,0-1 2 0,0-3 0 16,7 0 1 0,-1-3-3-16,-6-6 0 0,13 2-2 0,-6-2-2 0,-1-3 1 15,8-4-1-15,-2 4 2 0,1-5 1 0,0 1-1 16,0 4-1-16,1-4 1 0,-2 3 1 16,2 2 0-16,-2-2 2 0,1 4 2 0,1 2 1 15,5-2 2-15,-6 9-1 0,0-3 0 0,0 3-1 16,0 3-1-16,-7 2-2 0,8-1 0 0,-8 3 0 15,0 2 1-15,1-1 1 0,-7 4 3 0,7-3 10 0,-7 3 12 16,0 0 11-16,-7-3 8 0,7 2 10 16,-7 2 0-16,1-1-4 0,0 0-12 0,-8 0-10 15,2-3-9-15,-1-2-8 0,-7 5-5 0,0-8-4 16,1 5 0-16,-1-1 2 0,-6-3-4 0,7-2-4 16,-1 1-1-16,1 1 0 0,0-5-5 0,5 0-10 0,-5 0-19 15,6 0-40-15,6 0-61 16,-5-5-77-16,4 1-83 0,8 1-60 0,0-7-15 15,8 3 23-15,-2-2 51 0</inkml:trace>
  <inkml:trace contextRef="#ctx0" brushRef="#br0" timeOffset="1849.69">14425 3838 198 0,'14'0'239'0,"-2"4"17"0,2 0-60 16,-2 1-61-16,-5 2-43 0,6 2-21 0,-6-1-14 31,-7-1-17-31,6 2-13 0,-6 3-7 0,0-4-5 15,0 5-4-15,0 4-4 0,0-6-2 0,-6 6-2 16,6-1-3-16,0 0-1 0,0 0-13 0,0-4-27 0,-7 4-43 16,7-4-60-16,0 1-74 0,-6 0-37 15,6-6-10-15,0 2 16 0</inkml:trace>
  <inkml:trace contextRef="#ctx0" brushRef="#br0" timeOffset="2431.41">14784 3638 71 0,'0'-3'282'0,"0"3"14"16,0-4 1-16,0 4-82 0,0 0-101 0,6 0-66 15,-6 4-36-15,0-1-17 0,6 2-2 0,-6-1 1 16,7-1 3-16,-7 1 0 0,0 5 1 0,7-5-1 15,-1 0 2-15,0 1-1 0,-6-2 1 0,8 1 1 16,-2 0 1-16,7-4 3 0,-7 0 0 0,1 0 2 16,-1 0 1-16,7 0 3 0,-7-4 3 0,2 0 2 15,4 1 3-15,-5-2 5 0,-1 1 6 0,1 0 8 16,-1-5 5-16,1 5 3 0,-1 1 2 0,1-6 9 16,0 6 7-16,-1-1 1 0,-6-1-2 15,0 5-4-15,6-4-5 0,-6 4-16 0,0 0-24 0,0-3-27 16,0 6-18-16,7-3-10 0,-7 4-3 15,0 5 1-15,0 3 5 0,0 4 17 0,0 0 12 16,-7 9 6-16,7-1 2 0,-12 4 2 0,5 5 2 0,-6 4 3 16,6 4-2-16,-6 3 3 0,0 5 0 15,1 5-1-15,-2-2-2 0,1 1-2 0,7 0 0 16,-7-5-2-16,6 1 0 0,-5-4 1 0,4-4 0 16,2-1 0-16,0-7 0 0,-1-4 0 15,7-1 0-15,-7-7 0 0,7-1-1 0,0-7 2 16,-6-2 0-16,6 2 9 0,0-9 35 0,0-1 67 0,-6-3 41 15,6 0 11-15,-7-3 1 0,1-1-10 16,-1-4-36-16,0-5-69 0,1 1-37 0,0-4-16 16,-1 0-1-16,0 0-1 0,1-5-2 0,6-3-6 15,-6 0-6-15,6-1-1 0,0-8-7 0,6 1-1 16,-6-1 1-16,6-4-5 0,1 1-1 16,0-1-5-16,5-4-2 0,2 5-6 0,-1-1 1 15,-1 0-2-15,8 5-12 0,-6 4-28 0,5 3-38 16,0 0-39-16,8 1-48 0,-8 4-62 0,0-1-58 15,8 1-9-15,-8 4 26 0,7 4 34 0</inkml:trace>
  <inkml:trace contextRef="#ctx0" brushRef="#br0" timeOffset="2619.27">15266 3782 160 0,'0'3'391'0,"6"-3"37"0,-6 0 21 0,6 0-66 15,1-3-126-15,-7 3-114 0,7-5-77 0,6 1-33 16,-7-4-25-16,8 4-14 0,-2-4-19 0,1 4-25 16,-6-5-31-16,6 5-34 0,-1-4-28 0,2 4-20 15,-8 0-7-15,8 0-2 0,-8 0 3 0,0-1 6 16,-6 2 7-16,7 3 0 0,-14 3-6 0,7 2-17 16,-12 3 2-16,4 0 11 0</inkml:trace>
  <inkml:trace contextRef="#ctx0" brushRef="#br0" timeOffset="2766.62">15220 3875 111 0,'-7'7'113'0,"-5"2"-29"16,5 0-30-16,0-6-20 0,7 5-17 0,-6-4-3 16,6 0 8-16,0 1 12 0,6-1 13 0,1-4 7 0,0 3 6 15,-1 2-1-15,7-5-9 0,0 0-12 16,6 0-16-16,1-5-12 0,6 2-21 16,1-1-39-16,-2-1-63 0,1 1-48 0,0-3-24 15,7 2-9-15</inkml:trace>
  <inkml:trace contextRef="#ctx0" brushRef="#br0" timeOffset="3183.8">15930 3610 52 0,'6'-7'258'0,"-6"2"21"0,0 1 34 15,0 0-48-15,0 0-39 0,7-1-16 16,-7 1-7-16,0 1 21 0,-7-2 26 0,7 1 14 0,0 4-7 0,0-3-19 16,-6 3-15-16,6 0-39 15,-7 0-60-15,1 0-55 0,0 0-40 0,-8 3-19 16,8 1-11-16,-7 1-3 0,6 2-2 0,-6 2-1 0,1 4-1 0,-8-2 3 16,13 1 3-16,-6 0-3 0,0 0 4 15,0 5-4-15,6-5-38 0,1 4-34 0,0-4-19 0,6 1-16 16,-7 3-34-1,7-3-18-15,7-1 16 0,-1 0 17 0,0 0 11 16,8 0 13-16,-1-3 31 0,6-2 18 0,0-2 19 0,1-1 13 0,0-4 11 16,5 0 6-1,-5-4 3-15,0-1 6 0,-1-2 6 0,1-2 9 16,0-3 5-16,-1 0 7 0,-6 0 26 0,0 0 37 16,-7-4 38-16,8 3 24 0,-8 0 21 0,-6-2-3 0,0-1-34 0,-6 3-69 15,-1-3-96-15,-6 0-111 16,-7-5-120-16,-5 9-112 0,-15-5-121 0,1 5-39 15,-6 5 20-15,-1-2 60 0,-6-3 84 0</inkml:trace>
  <inkml:trace contextRef="#ctx0" brushRef="#br0" timeOffset="4181.64">12413 5291 56 0,'0'-12'177'0,"-6"0"8"15,6-4-57-15,-7 3-42 0,0-3-20 0,1-5-9 16,6 6-3-16,-13-6-1 0,7 1 2 16,-2 4-3-16,-4-5 1 0,6 5-3 0,-8 0-1 15,1 3 1-15,0 2-2 16,0 2-4-16,1 1-5 0,-2 3-8 0,1 1-7 15,0 1-9-15,0 3-8 0,7 3-5 0,-8 1-4 16,2 5-2-16,-2 4-1 0,1-2-1 0,1 2 1 16,5 3 0-16,-6 0 2 0,7 1 0 0,6 3-1 15,-7-4 2-15,7 0-1 0,0 5 3 0,0-5 0 16,7 0-1-16,-7-3 1 0,6 3 2 0,7-4 0 16,-6-4-2-16,5 0 1 0,-5 0 0 0,6-3-1 15,0-5 0-15,1 4-2 0,-2-4-3 0,1-4-5 16,0 4-1-16,0-5-2 0,1-3 1 0,-2 4 2 15,1-5 4-15,-6 2 4 0,-1-1 3 0,1 0 1 0,-1 0 2 16,1-1-1-16,0 2 2 16,-7-2 2-16,6 1 6 0,-6-1 16 0,0 6 25 15,0-6 25-15,0 6 13 0,0-2 6 0,0 5-5 16,0-4-18-16,0 4-27 0,0 0-33 0,0 0-26 16,0 0-13-16,0 0-4 0,0 4-1 0,0 4-17 0,0 1-16 15,0-2-13-15,6 6-21 0,-6-1-21 0,6 1-29 16,-6-1-22-16,8 0-25 15,-2-5-36-15,0 2-6 0,1-1 8 0</inkml:trace>
  <inkml:trace contextRef="#ctx0" brushRef="#br0" timeOffset="4475.92">12595 5238 86 0,'7'0'302'0,"-7"-4"16"15,6 4 2-15,-6-4-78 16,7 4-106-16,0 0-79 0,-1-3-40 0,0 3-19 16,0 0-4-16,2 0-1 0,-2 0 0 0,0 0 0 15,-6 3 0-15,7 1 2 0,0 0 1 0,-7 1 0 16,0-2 3-16,0 6 0 0,0 3 1 0,0-5 0 16,-7 6 1-16,0 0 0 0,1-2 1 15,0 2-2-15,-2-1 0 0,2-3-1 0,0 3-1 0,0-5 1 0,-1 2-2 16,7-2 0-16,0-2-2 15,0 3 1-15,0-4-1 0,0 0 0 0,13 1-2 16,-7-5-7-16,8 0-15 0,5 0-17 0,1-5-22 16,-1-3-29-16,0 0-36 0,8-4-41 0,-1 3-40 0,0-3-13 15,0 0 9-15</inkml:trace>
  <inkml:trace contextRef="#ctx0" brushRef="#br0" timeOffset="4961.22">13051 5023 292 0,'0'0'351'0,"-6"0"18"0,6 0-24 0,0 0-109 16,0 0-105-16,0 0-73 0,0 0-44 16,0 0-22-16,0 0-9 15,0 0-3-15,6 0 6 0,1 0 2 0,-1 0 2 16,0 3 4-16,8 1 1 0,-1 1 1 0,0 3-2 15,-7 1 3-15,7-2 1 0,1 5 0 0,-8-3 2 16,7 3-1-16,-6 0 2 0,-1 0-1 0,0 1-1 16,-6 3 1-16,0-3-1 0,7-1-1 0,-7-1-1 0,0 1 1 0,-7-4 0 15,7 1-1-15,0-1 3 0,0-4 0 16,0 1-2-16,0-2 2 16,0-3 1-16,0 0 2 0,0 4 1 0,0-4 2 15,0 0-10-15,0-4-17 0,0 1-14 0,7-2-6 0,-1-3-5 0,1-5-3 0,0 5 9 16,-1-4 16-16,0 1 12 0,8-6 5 0,-8 5 2 15,7-4 4-15,-6-1 1 0,6 1 0 16,-7 0 1-16,0-1 0 16,2 1 2-16,-2 3 4 0,0-3 16 0,-6 4 30 15,6 5 33-15,-6 2 32 0,0-3 17 0,0 4 6 0,0 4-12 0,0-5-32 16,0 5-39-16,0 0-38 16,0 5-20-16,0-1-10 0,0 4-4 0,-6 0 1 15,6 8 6-15,-6 0 4 0,0 6-10 16,6-3-16-16,-8 2-19 0,8-1-22 0,0 5-22 15,0-4-26-15,0-2-17 0,0 5-10 0,8-7-9 16,-2 3-14-16,0-3-19 0,0-1-33 0,1-4-23 0,6 0 2 0,0-3 15 0</inkml:trace>
  <inkml:trace contextRef="#ctx0" brushRef="#br0" timeOffset="5176.08">13618 5092 262 0,'0'0'506'0,"0"0"58"0,0 0 23 15,0 0-96 1,0 0-198-16,0-4-201 0,6 4-145 16,1 0-81-16,0-5-41 0,5 2-12 0,2 3-2 0,-2-4-4 0,2-1-3 0,-1 2-14 0,-1-2-17 31,8 1-12-31,-7 0-20 0,0 1 7 0,6-2 17 15,-5 1 26-15</inkml:trace>
  <inkml:trace contextRef="#ctx0" brushRef="#br0" timeOffset="5364.34">13755 4896 273 0,'-7'4'294'0,"7"1"11"16,-7-2-51-16,1 10-94 0,0-1-78 0,-1 5-41 15,0-2-20-15,1 6-10 0,0-1-4 16,-1 4-5-16,7-2 1 0,0 2-2 0,-6-4-1 0,6 4-2 16,0-3-1-16,0 3-18 0,6 0-33 0,-6-3-43 15,0 3-63-15,7-3-71 0,-1-5-38 0,0 0-1 16,8-3 20-16</inkml:trace>
  <inkml:trace contextRef="#ctx0" brushRef="#br0" timeOffset="5825.81">14094 4860 127 0,'6'-16'330'0,"-6"8"33"0,0-5 18 16,0 10-96-16,0-2-99 0,0 1-85 0,0 4-62 15,0 0-38-15,0 4-19 0,0 1-5 16,0 2 5-16,-6 2 7 0,6 3 4 0,0 4 4 0,-8 0 0 15,8 0 2-15,-6 5-1 0,6-1 0 0,-6 0 0 16,-1 1-3-16,7-1-4 0,-6 5-2 16,-1-5-3-16,7 0-3 0,0-3 0 0,-6-1 3 15,6-4 3-15,0-4 3 0,0 1 1 0,0-5-1 0,0-1-3 16,0 2-5-16,0-1-5 0,0-4-7 16,0 4-3-16,0-4-3 0,0-4-6 0,6 0-1 15,1-1 5-15,-1-2 5 0,1-2 3 0,5 1 6 16,-4-4 11-16,4 4 5 0,-5-4 1 0,6 4 3 15,-7-5 1-15,7 5 0 0,1-4-1 16,-8 3-1-16,7 2 2 0,-6 2-2 0,5 2 0 16,-5-2 0-16,-1 5 0 0,1-4 0 0,0 8-2 0,-1-4 1 15,0 5 0-15,1-2 0 0,-7 6 2 0,7-2 2 16,-7 2 0-16,0 4 0 0,0-6 0 16,0 5 1-16,0 0-1 0,-7 1 0 0,7-1 1 15,-7 0 0-15,1 0 2 0,0-3 0 0,-1 3-1 16,0 0 1-16,-6-4-3 0,1 5-7 0,-2-6-14 0,2 1-22 15,5 1-33-15,-13-5-44 16,14 0-60-16,-7-4-37 0,6 0-11 0,1 0 10 16</inkml:trace>
  <inkml:trace contextRef="#ctx0" brushRef="#br0" timeOffset="6049.56">14347 5006 92 0,'7'0'176'0,"-1"0"-3"16,0 0-67-16,2 0-49 0,-8 5-27 16,6-2-13-16,0 6-8 0,-6-2-1 0,0 2 0 15,6-1 0-15,-6 0-1 0,-6 5 0 0,6-5-1 0,0 4 1 0,-6-4-2 16,6 4 0-16,-6-4-1 16,6 1-3-16,0-2 1 0,0 2-3 0,0-1-1 15,0-4 1-15,0 1 0 0,6-2-2 0,0-3-17 16,0 0-29-16,8-3-51 0,5-6-45 15,-5 1-24-15,4-4-7 0</inkml:trace>
  <inkml:trace contextRef="#ctx0" brushRef="#br0" timeOffset="6582.48">14725 4864 147 0,'0'0'210'15,"0"0"0"-15,0 0-63 0,-6 4-63 0,6 0-42 16,0 4-21-16,-7 0-10 0,7 0-6 0,0 1 0 15,0-1-3-15,0 0 0 0,0 0 1 0,0 4-3 16,7-8 1-16,-1 5-2 0,0-6 0 0,8 2-4 0,-8-2-6 16,7-3-7-16,0 0-8 0,6 0-4 15,-5-3-5-15,6-2 2 0,-8-2 2 0,1 2-3 0,7-3 1 0,-8 0 3 0,2 0 3 16,-1 0 2-16,-7 0 8 0,1-4 16 0,-1 3 12 16,1 2 7-16,-1-2 6 0,-6 1 2 15,7-1 7-15,-7 2 2 0,0-1 4 0,7-1 6 16,-7 2 5-16,0 2 10 15,0 1 5-15,0 0-2 0,-7 0-7 16,7-1-9-16,0 5-13 0,0 0-15 0,0 0-13 0,-7 5-8 0,7 3-3 0,-6 4 0 16,6 1 2-1,-7 2 2-15,7 6 1 0,-6 0-1 0,-1 3-1 16,7 4 2-16,-6 0 0 0,-1 1 0 16,7 4 1-16,-6 0 0 0,0 3 1 0,-2 1 0 0,2-1 0 15,-7 1 0-15,7 0-1 0,-1-1 0 0,-6 1 0 16,7 0 0-16,0-5 2 0,-8-4 4 15,8 5 2-15,-1-9 4 0,0 1 0 0,1-4 2 16,0-2-1-16,6-2 0 0,-7-1-1 0,1-8 7 16,-1 4 16-16,0-3 16 0,1-5 20 0,0 4 22 15,-1-8 34-15,-6 4 38 0,7-4 30 0,-8-4 14 16,8-4 0-16,-1 4-7 0,-5-5-30 0,4-3-38 16,2-4-48-16,0 3-31 0,6-6-24 0,-6-2-25 15,6 1-21-15,6-5-22 0,0-3-26 0,0-1-38 0,2 1-41 0,4-5-35 16,1-3-32-1,7-1-23-15,0 1-11 0,-1-6 10 0,1 6 11 16,6 3 7-16,0-3-2 0,-7 8-20 0,7-1-10 16,0 1 6-16,0 7 18 0</inkml:trace>
  <inkml:trace contextRef="#ctx0" brushRef="#br0" timeOffset="6849.84">15194 4827 312 0,'7'0'517'0,"-7"0"76"0,0 0 54 15,0 0-71-15,0 0-126 0,0 0-142 0,6-4-119 16,-6 4-77 0,6-3-49-16,1-6-36 0,-1 5-16 15,8-5-8-15,-2 6-3 0,2-5 0 0,-2 3-5 0,2-3-11 0,5 0-26 0,1 4-30 16,-1 0-42-1,-6 0-44-15,6 0-43 0,-5 4-34 0,6-4-26 16,-8 4-18-16,1-4-4 0,1 4 10 0,-2 0 10 16,-6 4 4-16,2-4 0 0,-8 4-13 0,0 0 7 15,-8 4 14-15,2 0 24 0</inkml:trace>
  <inkml:trace contextRef="#ctx0" brushRef="#br0" timeOffset="7022.63">15233 4957 166 0,'0'5'230'16,"0"-5"5"-16,0 3-58 0,0-3-68 0,0 0-51 16,7 5-24-1,-1-5-6-15,0 0 0 0,8-5-1 16,-8 5-2-16,7 0-1 0,7-3-6 0,0-2-16 0,-2 5-26 0,2-7-44 16,-1 2-63-16,7-3-66 15,1 0-33-15,-1 0-9 0,0 0 9 0</inkml:trace>
  <inkml:trace contextRef="#ctx0" brushRef="#br0" timeOffset="7319.51">15884 4685 182 0,'-6'0'248'0,"-1"0"8"16,1 4-49-16,-1-1-85 0,1 2-59 0,0-1-32 15,-2 4-16-15,2-3-8 0,0 2-4 0,-1 2-2 16,0-1-2-16,1 4 2 0,0-4-1 16,-1 4 0-16,7-4 1 0,-6 5 1 0,6-1-1 0,0-4-1 15,0 4 1-15,0-3 0 0,0-2-1 0,6 2 2 16,1-2 2-16,-1-2 3 0,0 3 0 16,8-8 1-16,-8 4 5 0,14-8 8 0,-7 4 5 15,0-4 8-15,0 0 8 0,-1-5 8 0,2 2 9 16,-1-1 6-16,0-5 3 0,0 1-4 0,-7-1-6 15,1-3-29-15,-7 0-55 0,-7-4-82 0,-6-1-124 16,0-3-66-16,-12-1-35 0,-15 1 1 0,-5-4 33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5:04:49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22064 1546 93 0,'0'-4'152'0,"0"1"-45"0,0-6-35 0,8 6-19 16,-8-1-6-16,0-5-2 0,0 5 3 0,0 0 7 31,6-1 2-31,-6-2 3 0,0 2-1 0,0-2 3 0,0 2 0 15,0-3 2-15,6 4 1 0,-6-4 2 0,0 0-1 16,0 0 0-16,7-1-3 0,-7-2-5 0,0 2-6 16,0 1-6-16,0-4-8 0,0-1-11 0,0 1-10 15,0 0-7-15,0-1-4 0,0 2-2 0,0-5-3 16,0 3 0-16,0-3 0 0,-7-1 2 0,7 6 0 16,-6-6 8-16,6 5 11 0,-6 0 9 15,-2 3 2-15,2 2 3 0,0-5-1 0,0 7-7 0,-8-3-12 16,8 5-6-16,-7-2-5 0,-1 0-4 0,2 5 0 15,-8 5-1-15,1 0 2 0,-1-2-1 0,0 5 3 16,1 0 0-16,-7 4 0 0,6 1 0 0,-6-1 1 16,7 0-4-16,-1 0 2 0,1 1 0 0,-7 3 2 15,6 0-1-15,8 1 2 0,-8-1 4 0,0 4-2 0,7-4 1 0,1 5 1 16,-2-1-1-16,1 0-1 16,0 1-2-16,0 3-1 0,0-3 0 0,0 2 0 15,7-1-2-15,-1 2 0 0,0 0-1 0,1-4-2 16,-1 5-1-16,7-5-2 0,0 4 0 0,0-3 0 0,0-1 0 0,0 1 1 0,7-1-2 15,-1 0-1 1,1 1-5-16,0-5-9 0,-1 0-14 0,0-3-17 16,8-2-18-16,-8 2-17 0,7-4-11 0,-7-2-2 15,8-2 8-15,-2-2 12 0,2-3 19 0,-2 0 17 16,8-3 14-16,-7-6 12 0,7 6 7 0,-1-10 5 16,1 4 1-16,0-2 1 0,6-5 3 0,-7-1-1 15,1 1 0-15,6-1 0 0,-7-3 0 0,1-5-2 16,0 6 0-16,-2-6 0 0,9-4-2 0,-7 5 0 0,-2-5-1 0,-4 5 2 15,5-4-1-15,1 3 3 16,-8-4 1-16,2 5 3 0,-1 4 3 0,0-5 1 16,-6 9 5-16,-1-5 6 0,0 5 19 0,1 4 19 15,-7 0 19-15,7 5 19 0,-7-2 11 0,0 5 7 16,0 0-7-16,0 4-13 0,0-5-15 0,-7 5-19 16,7 0-15-16,0 0-17 0,-7 5-9 0,1-1-8 15,0 0-5-15,-7 5 1 0,6-2 0 0,-6 5 1 16,7 0 2-16,-8 1 1 0,8 3 3 0,-7 0 2 15,0 1 0-15,0 3 4 0,7-4-1 0,-8 8 2 16,2-2-4-16,4 1-5 0,-4-2-1 0,5 8-4 0,-6-5-3 16,6 1-1-16,1-1-2 0,0 0 0 15,6 0-3-15,0 1 1 0,0-5 0 0,0 5-5 16,6-5-3-16,-6-4-8 0,6 5-17 0,8-5-22 16,-8-4-27-16,7 0-27 0,1 0-28 0,-2-3-26 15,8-6-34-15,-7 6-39 0,7-5-44 0,-2-4-5 0,9 0 9 0,-7-4 27 0</inkml:trace>
  <inkml:trace contextRef="#ctx0" brushRef="#br0" timeOffset="621.45">22391 1550 50 0,'-7'-4'287'0,"1"0"22"0,-1 1 12 0,7-2-65 0,-7 1-98 15,1 1-71-15,6 3-43 0,0-4-19 0,0 4-15 16,0-6-6 0,0 6-6-16,0 0-2 0,6 0 0 15,1 0 1-15,0 0 2 0,-1 6 1 0,7-2 2 16,0-1 2-16,0 6 0 0,7-6-3 0,-7 10-1 0,6-1 0 0,-6 0 0 0,1 0-1 16,-2 4 0-16,-5 1 1 15,-1-1 0-15,-6 4-2 0,7-4 1 16,-7 5-1-16,-7-1 1 0,7 5-2 0,-6-5 1 15,-1 0 0-15,1 0 1 0,-8-2 0 0,8 1 0 0,-7-3 0 16,0 1 1-16,0-5 0 0,1 0 0 16,-2 0 1-16,1-3 1 0,0-2-1 0,7 2 3 0,-7-5 0 15,6 0 2-15,-6 1 1 0,7-1 1 0,6-4 0 16,-7 0 0-16,7-4-4 0,7-1-2 0,-7 1-4 16,6-4 0-16,7 0-1 0,0-1-1 0,0 2 1 0,0-6 1 0,6 1 2 0,1 0-1 15,-7-5-1 1,7 5 0-16,0-4 0 0,-8 0 2 0,8-1-1 15,-1 1-1-15,-5 0 2 0,5-4 3 16,0-1-2-16,1 1 0 0,-7-1 1 0,7-3 0 0,-8 4 0 16,2 0 2-16,-1-1 7 0,-1 0 15 15,2 6 20-15,-8 2 27 0,0 1 33 0,1-1 33 0,-7 6 34 16,0-2 30-16,7 5 10 0,-7-4-6 0,0 8-23 16,-7-4-31-16,7 4-35 0,-7 0-43 0,1 4-30 15,0 1-21-15,0 2-9 0,-8 6-4 0,1-4-5 16,0 2 2-16,0 1-5 0,7 5 4 0,-8-6-1 15,8 6 1-15,-7-1-2 0,6 1-3 0,-6-1 4 16,7 0-3-16,0 4-1 0,-8-3-3 0,8-1 0 0,0 5 2 0,-1-5-4 0,7 0 1 16,-7 4 2-1,7-3 0-15,0-1-2 0,0 0-13 0,0 1-21 16,7-5-39-16,-7 0-54 0,13 0-56 0,0 0-66 16,0 0-53-16,0 1-43 0,13-5-25 0,-6 0-19 15,6 1-1-15,7-2 35 0,-1-3 48 0,7 1 55 16</inkml:trace>
  <inkml:trace contextRef="#ctx0" brushRef="#br0" timeOffset="1454.33">22137 2002 84 0,'0'0'185'0,"-7"0"-11"0,7-4-22 0,0 4-9 16,0 0 1-16,0-3 8 0,0 3 17 0,0-5 18 16,0 5 21-16,-7 0 18 15,7-4 8-15,0 4-1 0,0 4-12 0,0-4-25 16,0 0-28-16,0 0-19 0,0 5 4 0,0 2 4 0,-6 1 1 0,6 5-1 15,-6 0-7-15,6-2-24 0,-7 6-44 0,1-1-36 16,-1 4-29-16,7 0-49 0,-7 0-87 16,1 1-121-16,0 0-109 0,-2-1-112 15,8 0-113-15,-6-4-47 0,0 1 37 0,0-1 95 16,-1 0 98-16</inkml:trace>
  <inkml:trace contextRef="#ctx0" brushRef="#br0" timeOffset="2289.71">23114 1790 4 0,'0'-3'170'0,"-7"3"5"0,7 0-27 16,0-5-19-16,0 5-15 0,0 0-8 16,0 0-10-16,0 0-9 0,0 0-10 0,0 0-9 15,7 0-10-15,-7 0-9 0,6 0-4 0,1 5 0 0,5-5 0 16,2 3 2-16,-2 2-5 0,8-5-2 0,-1 4-6 16,7-1-9-16,-6 2-9 0,7-1-6 0,-1 5-6 15,6-6-2-15,-6 5-4 0,7-4 0 0,-8 0-5 16,1 5-11-16,1-6-18 0,-1 6-23 0,0-5-27 15,-7 0-29-15,1 0-29 0,0 1-22 0,-1-5-26 16,-6 3-29-16,-7-3-3 0,7 0 14 0</inkml:trace>
  <inkml:trace contextRef="#ctx0" brushRef="#br0" timeOffset="2581.96">23361 1587 19 0,'0'-8'183'0,"0"3"14"0,0 1-40 0,0 1-35 0,0 3-25 15,0-4-15-15,0 4-11 0,0 0-9 16,0 0-9-16,0 0-6 0,0 4-3 0,0-4 2 16,0 3 4-16,7 6 3 0,-7-1 5 0,0 1 1 15,0 2-3-15,0 6-10 0,-7-1-8 0,7 0-6 16,0 4-6-16,-7 1-5 0,7-1-7 0,-6 1-1 15,0 3-4-15,-1 1-4 0,7-1 0 0,-7 4-4 16,1-3-1-16,-1 0-6 0,1-6-13 0,0 6-22 16,-2-5-28-16,2 1-27 0,6 0-22 0,-6-6-23 15,0 2-10-15,6-5-9 0,0 1-8 0,0-1-18 16,0-5-8-16,6 2 10 0</inkml:trace>
  <inkml:trace contextRef="#ctx0" brushRef="#br0" timeOffset="3447.22">24019 1400 2 0,'0'-8'159'0,"6"-1"-8"0,-6 5-26 16,6-4-21-16,-6 4-9 0,8 1-4 0,-8-6-2 15,0 5-1-15,6 4 7 16,-6-3 2-16,6-3-2 0,-6 3-2 0,0 3 1 16,7-4 0-16,-7 4-2 0,0 0 1 0,0 0-3 0,6 0-3 15,-6 0-9-15,0 0-7 0,0 0-11 0,0 0-17 16,0 0-11-16,0 0-12 0,0 4-8 0,-6-1-5 15,6 6 0-15,0 4 2 0,-7-1 0 16,1 4 0-16,0 4 0 0,-2 0-1 0,-4 0-3 0,6 5 0 16,-8 4 0-16,8-5-2 0,-7 4-1 0,-1 1-1 0,-4 4 0 0,4-5-1 15,1 0-3-15,0 1-1 16,6-4-2-16,-5-1 0 0,5-4-1 16,0-4 0-16,1 1 0 0,0-1 1 0,6-8 1 15,0 5 0-15,-7-6 1 0,7-3 0 0,0 5 0 0,0-5-2 16,0-4 2-16,0 0 1 0,0 0-3 0,7 0 5 15,-7 0 1-15,6-4-1 0,-6-5-1 0,6 5 2 16,1-3 3-16,0-2 1 0,-1 2-2 0,0-1-1 16,8-5 1-16,-8 5 1 0,7-4-2 15,-7-1-2-15,8-3-2 0,-8 4 1 0,7-4 1 0,-6 3-2 16,6-2 0-16,-1 2-1 0,2 0 1 0,-2 1 0 0,-4 0-1 16,4 0-3-16,-5 4 2 0,6 0 3 15,0 4-3-15,-7-1 2 0,8 2-2 16,-8 3 2-16,0 0-4 0,7 0-2 0,-6 0-1 0,0 3-1 15,-1 6-1-15,0-6 0 0,1 2 4 0,0-1 0 0,-1 5 3 0,0-2 2 16,-6 1 2-16,7 5 0 16,-7-5-1-16,7 4 2 0,-7-3 0 0,6 3 0 15,-6-1-1-15,0 2 1 0,0-2 1 0,0 2 0 16,0-1-1-16,-6 1 1 0,6-1 0 0,-7 0-1 16,7-3 0-16,-7-1 2 0,1-1-2 0,0 2 1 15,-1-5 0-15,0-1 4 0,1 1-3 0,-7 1 0 16,0-1 0-16,6-4 1 0,-5 0-2 0,-2 0-1 0,2-4-1 15,-2 4 1-15,-5-5 0 0,5 1-3 16,2 4-1-16,-2-3-19 0,2-6-31 0,-8 5-36 16,7-3-35-16,-7 2-36 0,8-3-38 0,5 0-33 15,1 0-42-15,-1-1-3 0,7 1 16 0,0 0 25 0</inkml:trace>
  <inkml:trace contextRef="#ctx0" brushRef="#br0" timeOffset="5706.69">24319 1864 71 0,'6'-13'226'0,"-6"6"26"0,6-2-35 16,-6 5-38-16,7-4-31 16,-7 5-20-16,0-2-11 0,0 5 8 0,0-4 19 15,0 4 27-15,0-4 29 0,0 4 34 0,0 0 14 0,0 0 5 0,0-5-4 16,0 5-12-16,0 0-21 16,-7 0-35-16,7 0-32 0,0 0-32 0,0 0-32 15,0 0-29-15,0 5-24 0,0-5-16 0,0 0-2 16,0 4-15-16,-6 8-45 0,0-4-26 0,-2 9-12 0,2-10-8 0,0 6-10 0,6-9 4 15,0 4 39-15,-6 1 26 0,-1-2 12 0,7 5 13 16,-7 1-19 0,1 3-39-16,-1-3-56 0,1 2-57 0,0-2-53 0,-2-1-67 15,2 0-43-15,0 5-40 0,0-6-33 16,6-2 4-16,-8 4 28 0,8-6 48 0</inkml:trace>
  <inkml:trace contextRef="#ctx0" brushRef="#br0" timeOffset="6533.18">24729 1497 165 0,'6'-3'345'0,"-6"-6"57"0,6 9 9 0,2-3-52 31,-8 3-64-31,6-5-55 0,-6 5-49 0,0 0-34 15,0 0-14-15,0 0-13 0,0 0-16 0,0 0-21 16,0 0-25-16,0 0-26 0,0 0-26 0,0 5-16 16,0-5-8-16,0 0-5 0,0 0-5 0,0 0-2 15,0 0 2-15,0 3 4 0,0 1 1 0,0 4 5 16,0 1 1-16,0-1-3 0,0 1-19 0,0-2-11 0,0-3-6 0,0 4-10 0,0-4-14 0,6 5-4 16,-6-6 2-16,7 6-7 0,-1-6-12 15,1 1-10 1,6 1-2-16,-1-5-6 0,2 0 2 0,-1 0 9 15,0 0 8-15,0 0 15 0,0-5 13 0,0 1 16 16,0 1 12-16,-6-1 10 0,5-1 8 0,2-3 6 0,-8 4 4 0,7-3 4 0,-7-2 2 0,2 2 1 31,4-2 4-31,-12 1 4 0,6 3 7 0,1-2 22 16,0-2 34-16,-7 6 34 0,0-2 34 0,6 1 21 16,-6 0 12-16,0 4-17 0,0 0-30 0,7-4-36 0,-7 4-38 15,0 0-30-15,0 0-31 0,0 0-30 16,0 0-22-16,-7 4-12 0,7-4-1 0,0 8 0 0,-6 0 12 15,6 4 23-15,-7 1 18 0,0 4 10 16,1 2 5-16,0 5 3 0,-8 2 3 0,8-2-1 16,0 4 1-16,-7 5 0 0,6 0 4 0,-6 2-1 0,0 3-2 15,0-2 1-15,0 1 1 0,6 4-3 0,-6-5-6 16,1 1-12-16,-2-1-9 0,2-3-3 16,-2-5-2-16,8 1-1 0,-7-1 4 0,6-7 13 15,1-1 8-15,-1 0 4 0,1-7 3 0,0-1 1 0,-2 1 0 16,8-10 3-16,-6 5 3 0,6-3 10 0,0-5 9 15,0 3 5-15,-6-6 5 0,-1-2 2 0,1 1-3 16,-1-3-8-16,1-2-6 0,-1-4-3 16,1 2-3-16,6-6-3 0,-7 5-2 0,7-4-2 0,0-5 0 15,0 5-3-15,7-4-2 0,-1-1-2 0,7-3 0 16,-6 0 0-16,6-4-2 0,-1 3-3 0,2-4 1 16,-1 0 1-16,6 6 2 0,-6-6-2 0,1 8 2 15,5-3 1-15,-6 8-3 0,0-1-3 0,0 1-6 16,6 4-18-16,1 0-33 0,-7 3-38 15,7 1-48-15,0 0-48 0,-2 5-53 0,2-6-52 0,-1 9-33 16,7-3 4-16,-6 3 32 0,0-5 43 0</inkml:trace>
  <inkml:trace contextRef="#ctx0" brushRef="#br0" timeOffset="6727.07">25327 1697 220 0,'0'0'350'16,"0"-4"26"-16,8 4-8 0,-8-4-93 0,0 4-102 16,6-4-83-16,0 4-52 0,7-4-29 15,-6 4-25-15,6-5-27 0,0 5-30 0,0-3-35 16,7 3-32-16,-7 0-38 0,-1 0-36 0,2 0-47 16,-2 3-12-16,2-3 14 0,-1 5 24 15</inkml:trace>
  <inkml:trace contextRef="#ctx0" brushRef="#br0" timeOffset="6904.68">25256 1823 170 0,'-6'5'183'0,"6"-2"-32"16,0-3-56-16,-6 4-43 16,6 0-22-16,6-4-4 0,-6 5 3 0,6-1 2 15,0-4 1-15,8 3-1 0,-1-3-3 0,7 4-8 16,-2 1-9-16,9-5-4 0,-1 4-7 0,6-4-14 15,1 4-41-15,-1-4-58 0,1 0-50 0,-1 0-29 16,8 0-12-16</inkml:trace>
  <inkml:trace contextRef="#ctx0" brushRef="#br0" timeOffset="7279.58">26266 1563 50 0,'6'-13'274'0,"0"2"23"16,2-1 18-16,-8-1-63 16,6 5-55-16,-6-1-26 0,6-3 0 0,-6 4 6 15,7 0 18-15,-7 0 15 0,0-1 30 0,0 1-7 16,0 1-20-16,-7-2-23 0,1 5-35 0,0-4-36 0,-8 4-59 0,8 0-36 0,-8 0-18 16,-5 0-10-1,6 4-2-15,-6 0 3 0,5 0 2 0,-5 4 7 16,-1-4 2-16,1 8 0 0,0-4 4 0,-1 4-4 15,1 0-1-15,5 1-2 0,-6 2-3 0,8-2 0 0,-8 3-2 0,13-3 2 0,-5 3-1 16,-2 0-2-16,8-1-3 0,0 2-3 0,6-1-1 16,-7 1-5-16,7-1 1 0,7 4-4 0,-7 0 3 15,6 0 2 1,8 1 1-16,-2-1 1 0,1 0-7 0,0-4-11 16,6 5-16-16,1-5-20 0,0 0-14 0,6 1-29 15,0-5-34-15,-7 3-36 0,14-6-24 0,-7 3-10 0,0-4-9 16,7 4-5-16,-7-4 0 0,0 0-9 15,-1-4-32-15,2 0-40 0,-7 5-11 0,6-5 16 16,0-5 32-16</inkml:trace>
  <inkml:trace contextRef="#ctx0" brushRef="#br0" timeOffset="7501.58">26670 1697 203 0,'0'0'379'0,"0"0"45"16,0 0 20-16,0-4-89 0,0 4-80 0,0 0-57 0,6 0-27 0,-6 0-8 15,0 0-6-15,0 0-5 16,0 0-20-16,0 0-34 0,0 0-44 16,0 0-41-16,0 4-19 0,0-4-10 0,-6 5-5 0,6-2-5 15,0 6-1-15,-7 2 7 0,7 2-3 0,-6-2-1 16,6 6 2-16,-7 4 1 0,0-6 3 0,7 6-7 16,-6 0-45-16,0 3-89 0,-2 0-88 0,-4 1-87 0,-1-1-141 0,0 0-83 0,0 1 3 15,-1-1 64-15,2 1 75 16</inkml:trace>
  <inkml:trace contextRef="#ctx0" brushRef="#br0" timeOffset="8732.73">22013 2918 133 0,'0'-3'193'0,"0"-2"-18"0,6 5-36 16,-6-4-26-16,0 0-13 0,7 4-2 15,-7-4-6-15,0-1-5 0,6 2-8 16,-6-1-12-16,0 0-14 0,0-4-17 15,0-1-13-15,0 5-13 0,0-8-5 0,0 4-5 16,-6 0-1-16,6 0-1 0,-7-4-1 0,1 3 0 16,0 2 1-16,-2-3-1 0,2 3-1 0,-6-2 0 0,4 6 0 0,-4-1 0 15,-1-1 0-15,-1 2 0 0,2 3 2 16,-2 0-3-16,-5 0 3 0,6 0 0 16,-6 3 2-16,5 6-2 0,-5-6 1 0,6 6 1 0,-6 3-1 0,5 0-1 15,2-3-1 1,-2 3 2-16,1 4-1 0,0-4 2 0,6 5-1 15,-5-1 1-15,6 0 2 0,-2 0-1 0,2 4 1 16,6-3-2-16,0 0-2 0,0-6-2 0,0 1-1 16,6 5 0-16,-6-10 0 0,14 6 1 0,-8-5-2 0,0 1-9 0,8-2-12 0,-1-2-13 15,0-1-10 1,0-1-9-16,7-3-7 0,-8 0 8 0,8 0 10 16,-1 0 11-16,-5-3 11 0,5-1 10 0,1-1 9 0,-8-2 4 0,2-2 3 15,-2-3 1-15,2 3 1 0,5-2 0 0,-13-2-1 16,8 1 0-16,-2 4 1 15,-4-4 2-15,4-1 6 0,-5 1 14 16,-1 0 17-16,1 4 21 0,-7 0 20 0,7 0 24 16,-7 4 20-16,0-1 4 0,6 5-5 0,-6-3-16 15,0 3-19-15,0 0-24 0,0-4-27 0,0 4-18 0,0 0-14 0,0 0-6 16,0 0-3 0,0 0-5-16,0 0-3 0,0 0-1 0,0 0 1 15,0 0-1-15,0 4 2 0,0-4 2 0,0 0 4 16,0 3 0-16,-6 2 2 0,6-1 1 0,0 0 0 15,0 0 0-15,0 1-1 0,-7 2 0 0,7-3-2 0,0 4 2 16,0-4 0-16,0 4-1 0,0-4 0 0,0 5-3 0,0-5 0 16,7 5-3-16,-7-6-3 0,0 1-2 15,0 0-4-15,6 1-3 0,-6-5-3 16,0 3-11-16,0-3-17 0,0 0-18 0,0 0-23 16,0 0-32-16,0 0-44 0,0 0-63 0,6-3-32 15,-6-2-3-15,0 1 14 0</inkml:trace>
  <inkml:trace contextRef="#ctx0" brushRef="#br0" timeOffset="9446.41">22143 2865 105 0,'0'0'117'0,"0"0"-36"0,0-4-27 16,0 4-16-16,0 0-6 0,0 0-7 0,0 0-3 15,0 0-1-15,0 0-4 0,0 0-6 0,0 0-7 16,0 0-2-16,0 0-2 0,0 0-2 0,0 0 1 15,0 0 0-15,0 0-2 0,0 0 1 0,0 0 1 16,0 0 0-16,0 0-2 0,0 0-1 0,0 4-1 16,0-4 2-16,0 0-4 0,0 0-20 0,0 0-29 15,0 0-46-15,-6 0-24 0,6 5-13 0</inkml:trace>
  <inkml:trace contextRef="#ctx0" brushRef="#br0" timeOffset="10774.25">22130 2910 71 0,'0'0'207'0,"0"-4"10"16,0 4-37-16,0 0-29 0,0 0-16 0,0 0-10 16,0 0-4-16,0 0 3 0,0 0 6 0,0 0-2 0,0 0-6 15,0 0-14-15,0 0-18 0,0 0-20 16,0 0-23-16,0 0-16 0,0 0-16 0,0 0-7 15,0 0-7-15,0 0-3 0,0 0-1 0,0 0-2 16,0 0 0-16,0 0 1 0,0 4 0 16,0-4 2-16,-7 5 2 0,7 2 0 0,-6-3 0 0,6 4 0 0,-6 1 1 15,6-2 0-15,-7 6-3 16,7-4 1-16,0-2 0 0,0 2 3 0,0 3-2 16,0 0 1-16,0-5 1 0,7 6-1 0,-1-5-2 15,0 4-8-15,1-3-20 0,0-2-32 0,-1 3-41 16,7-7-42-16,-6 6-58 0,-1-6-78 0,7 1-41 15,-7 0 1-15,1 1 23 0,6-2 37 0</inkml:trace>
  <inkml:trace contextRef="#ctx0" brushRef="#br0" timeOffset="11211.35">22241 3227 62 0,'0'0'382'0,"0"0"64"0,0 0 34 0,0 0-37 16,0 0-112-16,0 0-116 0,0 0-103 0,0 0-62 15,0 0-35-15,6 0-15 0,-6 0-2 16,7 0-4-16,6 4 0 0,-7-4-1 0,0 5-1 16,8-1-9-16,-8 0-16 0,7 5-12 0,-6-6-8 15,-7 5-4-15,7 0-1 0,-1 1 8 0,-6 3 15 16,0-5 11-16,0 2 10 0,-6 3 4 0,-1 0 4 16,0 1 3-16,-6-2 3 0,7 1 0 0,-14-3-1 15,14 3 0-15,-7 0 1 0,0-3 0 16,0-1 1-16,-1 1 1 0,8-2 0 0,-7-3 0 15,6 1-1-15,7-2-1 0,-6 2 2 0,0-1-3 0,6-4-3 16,0 0-15-16,0 3-12 0,0-3-12 16,6 0-23-16,0 0-31 0,1 0-27 0,12 0-16 15,1-3-25-15,0-1-29 0,-1 4-22 0,7-5-33 16,1 2-6-16,-1-6 12 0,0 5 27 0</inkml:trace>
  <inkml:trace contextRef="#ctx0" brushRef="#br0" timeOffset="11733.71">22684 3016 97 0,'-7'-8'272'16,"7"4"17"-16,-7 4-9 0,7-4-78 0,0-1-81 15,7 5-59-15,-7 0-32 0,7-4-18 16,-1 4-7-16,1 0-3 0,5 0-2 0,-4 4-1 15,4-4-2-15,-6 5 0 0,8 3 2 0,-1-4-2 0,-7 3 0 16,8 2 2-16,-8-1 0 0,0 1 0 16,1-2 1-16,-7 2 0 0,7 3 1 0,-7 0-1 15,-7 0 1-15,7 0-1 0,-7 1-1 0,1 3 0 16,0-3 0-16,-8-1 2 0,8-1-1 0,-7 2 2 16,-1-1-2-16,8-4 1 0,0 0-1 0,0-3 2 15,-2-1 0-15,8-1 0 0,0-3 0 0,-6 0 3 16,6 4-2-16,0-4 0 0,0 0 0 0,6-4-4 15,-6 4-2-15,14-7-2 0,-2-1-2 16,2-5 0-16,-1 5-2 0,-1-4 5 0,2-1 2 16,6 1-1-16,-8-4 2 0,1 3 1 0,1-3 2 15,-2 0-1-15,2 1-1 0,-2-2 0 0,-5 5 1 16,6-5 0-16,-6 4 2 0,-1 2 6 16,0 3 18-16,-6-1 22 0,8 1 23 0,-8 4 14 0,0 0 12 0,0 4-4 15,6-3-15-15,-6 3-22 0,0 0-24 16,0 0-18-16,-6 3-12 0,6-3-4 15,-8 8-3-15,2 0 1 0,0 5 2 0,-1-1-1 16,1 4 1-16,-1-3 3 0,0 3 0 0,1 1-1 0,6-2 1 16,-6 1-2-16,-1 0 0 0,7 0-2 15,0 6 0-15,0-6-7 0,0-1-10 0,7 3-16 16,-1-3-34-16,0-2-44 0,8 3-52 0,5-3-65 16,1-1-66-16,-1-5-23 0,7 2 10 0,6-6 38 15</inkml:trace>
  <inkml:trace contextRef="#ctx0" brushRef="#br0" timeOffset="11995.05">23387 3183 410 0,'0'0'516'15,"0"-4"43"-15,0 4 22 0,0 0-125 0,7 0-150 16,-7 0-140-16,6 0-85 0,7 0-41 0,0 4-21 15,0-4-10-15,7 4-3 16,-1-4-5-16,1 4-1 0,6-1-3 0,-7-3-1 16,7 5 4-16,0-1-6 0,0 5-17 15,1-6-47-15,-1 2-55 0,-7-1-53 0,1-1-46 16,0-3-38-16,-8 0-15 0,-5 0 14 0,6 0 35 16,-7 0 36-16,1 0 17 0,-7 0 5 0,6 0-6 15,-6-3-9-15,0-6-14 0,0 6-4 0,0-10 17 16</inkml:trace>
  <inkml:trace contextRef="#ctx0" brushRef="#br0" timeOffset="12173.07">23739 3052 168 0,'-6'-7'210'0,"6"-2"0"16,0 5-8-16,0 0-15 0,0 4-19 15,-8 0-32-15,8-4-40 0,0 4-38 16,0 4-25-16,-6-4-18 0,6 4-7 0,-6 0-7 16,-1 5 2-16,-6 2 0 0,6-2-2 0,1 7 3 15,0-4-2-15,-8 4 0 0,8 0 0 0,0 0-1 16,-1 1 1-16,0-1-2 0,1 4 1 0,-1 6 1 15,1-6 0-15,6 4-4 0,-6 0-27 0,-1 1-46 16,0 0-45-16,1-6-84 0,6 6-57 0,-6-9-26 16,6 1 9-16,6-1 38 0</inkml:trace>
  <inkml:trace contextRef="#ctx0" brushRef="#br0" timeOffset="12702.82">24084 2946 69 0,'0'-3'372'0,"0"3"42"16,0-5 18-16,0 5-63 0,0 0-135 16,6 5-125-16,-6-5-88 0,0 7-43 15,0-2-19-15,0 3 16 0,0 1 11 0,0-2 6 16,0 2 5-16,0 3 3 0,0-4 3 0,6 3-1 15,-6 2 3-15,0 0-3 0,0-2-2 0,0 6-1 0,0-5 1 0,0 4 0 16,0-4-3-16,0 0-10 16,0 1-7-16,0-5-6 0,0 4-3 0,0-7-2 15,0 3 2-15,0-5 10 0,0 2 7 0,8-5 5 0,-8 4 7 0,0-4 2 16,0 0 3-16,0 0-1 16,0 0-8-16,0 0-10 0,0-4-7 0,0-4-4 15,6 3-2-15,-6-3 1 0,6 4 6 0,1-4 7 0,-7 0 6 16,6 0 1-16,8 0 4 15,-8-1 1-15,0 2 1 0,1-2 3 0,0 5 1 16,-1 1 0-16,0-6-1 0,1 9-2 0,0-3 0 16,-1 3-1-16,1-5 0 0,-1 5 0 0,0 0-1 15,2 0 1-15,-2 5 0 0,0-5-1 0,0 3-1 16,2 1-1-16,-2 4 1 0,0 0 0 0,1-3 0 16,-7 7 1-16,6-5 1 0,-6 2 0 0,0 3 0 0,0 0-1 15,0 1 1-15,0-1 0 0,0-1-2 16,0-2 1-16,-6 3 0 0,-1 0-1 0,1-3 1 15,0-1-1-15,6 4 1 0,-8-4-1 0,2-3 1 0,0 2 0 16,0-2-4-16,-8-2-15 16,8 1-22-16,-7-4-22 0,6 0-29 0,-6 0-39 15,0 0-51-15,0-4-53 0,0 1-13 0,6-6 2 16,-6 6 18-16</inkml:trace>
  <inkml:trace contextRef="#ctx0" brushRef="#br0" timeOffset="12981.72">24429 3134 116 0,'13'0'158'0,"-6"4"-33"0,-1-1-40 0,-6 2-23 16,6 0-13-16,2 2-7 0,-8-2-5 0,6-2-11 15,-6 5-5-15,0-3-2 16,0 3-1-16,0-1 1 0,0 2-1 15,-6 0 2-15,6-1-1 0,-8-1-2 0,2 2-2 16,0-5-1-16,-1 4-3 0,0 0-3 0,1 0-3 16,0 0 1-16,6-4-2 0,-7 4-2 0,7-4-1 15,-6 1-1-15,6-1 2 0,0-4 0 0,0 3-2 16,6 2-1-16,1-1-5 0,5-4-29 0,2 0-53 0,6 0-67 16,5 0-33-16,1-4-16 0,0-1-5 15</inkml:trace>
  <inkml:trace contextRef="#ctx0" brushRef="#br0" timeOffset="13569.32">24950 3052 40 0,'-6'4'177'16,"-1"1"7"-16,7-1-44 0,-6 4-62 0,6 0-34 15,-7 1-21-15,7-2-9 0,0 2-6 16,0-2-2-16,7 2-1 15,-7 3-3-15,6-5 1 0,1 3 1 0,-1-3-2 16,8 1 2-16,-8-3-3 0,6-2 0 0,2 2-1 16,-8-1-1-16,7-4 1 0,7 4 0 0,-8-4 0 15,2-4 0-15,-1 4 2 0,0-4 0 0,6-1 0 16,-5-3-1-16,5 0 0 0,-6 1 1 0,0-3-1 16,1-1-2-16,-2-1 1 0,1 0-1 0,0-1 0 0,-6 1 2 15,5-4 0-15,-4 3 2 0,4 1 2 16,-6-4 16-16,2 4 17 0,-8 4 18 0,6-5 22 15,0 5 26-15,-6 4 20 0,7 0 0 16,-7 1-9-16,0-2-18 0,6 5-22 0,-6 0-28 16,0-4-25-16,0 8-17 0,0-4-8 0,0 5-3 0,0 2-1 0,0 2 1 0,-6-2 1 15,6 10 4-15,-7-1-1 0,7 5 1 0,-6-2 2 16,0 3 0 0,-8 6 1-16,8-5 0 0,0 7-1 0,-8-2 1 15,1 4-1-15,7 1-1 0,-8 3-2 16,2-3 1-16,-2 3-2 0,2-3-10 0,-2 4-5 15,1-4-3-15,7-4 0 0,-8-5-3 0,8 0 2 0,0 1 10 0,0-5 5 16,-1-4 2-16,0-4 4 16,1 1 2-16,6-5 1 0,-7-4 1 0,7 3 2 15,-6-7 1-15,6 6 1 0,-6-12 0 0,6 2-1 0,-8 1-1 0,2-6 0 0,6-3 1 16,-6 0 2 0,6-4 7-16,-6-1 13 0,6 5 6 0,0-8 5 15,0 3 0-15,0-2-2 0,6-2-9 16,-6 1-12-16,6-5-8 0,0 1-5 0,2 3-3 0,4-3-1 15,1 0 0-15,1-4-1 0,-2 2-1 0,8 2-2 16,-1 4-5-16,1-5-17 0,0 6-28 16,-1-2-37-16,1 1-42 0,6 3-65 0,-6 1-74 15,5 3-23-15,-5 1 5 0,6 5 26 0</inkml:trace>
  <inkml:trace contextRef="#ctx0" brushRef="#br0" timeOffset="13799.26">25712 2983 224 0,'0'0'460'0,"0"0"53"0,7 0 27 0,-1-4-65 0,1 4-133 0,6-4-136 0,-1 4-101 16,2 0-55-16,5 0-34 0,1 0-30 0,0 0-27 31,-1 0-28-31,0 0-29 0,-6 0-33 0,7 0-26 0,0 0-24 15,-8 4-18-15,1-4-18 0,1 4-13 0,-8-4-5 16,0 0-25-16,2 5-27 0,-8-2 3 16,-8 6 24-16,2-5 34 0</inkml:trace>
  <inkml:trace contextRef="#ctx0" brushRef="#br0" timeOffset="13959.68">25732 3130 207 0,'0'0'227'0,"0"0"-6"15,0 4-64-15,6-4-54 0,1 0-38 0,-1 0-23 16,0 4-12-16,8-4-7 0,-1 0-5 0,0 0-6 16,0 0-6-16,7 0-3 0,-8 3 0 0,8-3-13 15,-1 0-16-15,1 0-26 0,6 5-66 16,0-5-66-16,-7 0-35 0,7 0-8 0,1 0 6 16</inkml:trace>
  <inkml:trace contextRef="#ctx0" brushRef="#br0" timeOffset="14357.93">26585 2950 73 0,'6'-7'203'0,"-6"2"19"16,7 1-44-16,-7-4-46 0,0 4-26 15,0 0-20-15,0 1-12 0,0-6-13 16,-7 5-6-16,7-5-7 0,-6 6-8 0,6-1-8 16,-7-5-5-16,1 6-6 0,0-1-6 0,-2-1-4 15,2 1-4-15,-7 4-3 0,7-4-3 0,-1 4 0 16,1 0-1-16,-1 0 0 0,1 4 1 0,-1 0 0 16,-6 1 1-16,7-1 0 0,-8 4 1 0,2 0 1 15,5-5 0-15,-6 6-1 0,6 4 1 16,-5-6-1-16,-2 5 1 0,8-3-2 0,-7 3 0 15,6 0 1-15,1 0-2 0,-1 0 1 0,1 1 0 16,6-1-1-16,-6 0 0 0,6 0 2 0,0 0 0 16,6 1 0-16,-6 0 0 0,6-1 1 0,7-1 1 15,-6 1-3-15,6-3 0 0,-1 3-9 0,8-5-14 16,-6 3-12-16,5-7-22 0,1 6-49 0,6-9-89 16,-7 3-50-16,7-3-18 0,-6 0-6 0,6 0 14 15</inkml:trace>
  <inkml:trace contextRef="#ctx0" brushRef="#br0" timeOffset="14621.47">26806 3068 112 0,'7'0'264'0,"-7"0"16"0,0 0-20 0,0 0-76 16,6 0-71-16,-6 0-52 0,0 0-29 15,7 5-15-15,-7 0-7 0,6-5-5 0,-6 3 0 16,0 6-2-16,6-6-2 0,-6 5 0 0,0-3-1 0,0 2 0 15,0 2-2-15,0 3 1 0,0-5 1 16,0 3 2-16,-6-3 0 0,0 1-1 16,-1 0 0-16,1 1-1 0,-1-1 0 0,1 0-1 15,-1 0 0-15,1-3 1 0,0-2 1 0,6 2 0 0,-8 2-1 0,8-7 1 16,-6 4 1-16,6 1-1 16,0-1-1-16,6 0-11 0,2-4-28 0,4 0-60 0,1 0-94 15,7 0-50-15,6-4-25 0,6 0-3 16</inkml:trace>
  <inkml:trace contextRef="#ctx0" brushRef="#br0" timeOffset="40802.21">19271 2621 50 0,'6'-9'146'15,"-6"-3"-21"-15,7 1-53 0,-1 3-31 0,-6-5-14 16,7 1-12-16,0 4-1 0,-1-4-3 16,0-1 3-16,1 5 7 0,0-4 12 0,-1 4 14 15,0-4 16-15,-6 4 18 0,7 3 13 0,-7-2 14 16,6 3 10-16,-6-1 10 0,0 1 1 0,0 0-7 16,0 4-11-16,0 0-15 0,0 0-23 0,0 0-25 15,0 0-20-15,0 0-15 0,0 4-7 0,-6 5-6 16,6-2 0-16,-7 5 0 0,1 5 0 0,6 3 2 15,-6 4-1-15,-1 5-1 0,0 3 0 16,1 1 0-16,0 4-1 0,-1 4 1 0,0-1 0 16,1 6 2-16,6-2 0 0,-7 1-1 0,1 0 2 15,6 3 0-15,-6 1-2 0,-1 4 1 0,7 0 2 16,-7 4-1-16,7 0-1 0,0 0 1 0,-6 4 0 16,6 1 2-16,0 2 2 0,-6-3 5 0,6 5 2 15,-8-2 6-15,8 2 2 0,-6-2 0 0,6 5-2 16,-6 6-5-16,-1-6-1 0,7 4-7 0,-6 0-2 15,-1 0-3-15,1 0 1 0,-1 4 1 0,1-7 2 16,0 4 0-16,-2-1-3 0,2-5 2 16,0 2-2-16,-1 0-1 0,1-2-2 0,-1 6 0 0,-6-6 0 15,7-2 1-15,-1-1 0 0,-6 1 0 16,7-10 0-16,-1 1 3 0,0 0 2 0,7-4 0 16,-6-4-2-16,0 0-1 0,6-4-1 0,-7 0-2 15,7-5-3-15,-6-4 0 0,6-3 2 0,0 0 1 16,0-5 1-16,-7-3 0 0,7-5-1 0,0-4-7 15,0 1-18-15,0-5-27 0,0-1-33 0,0-6-49 16,-7 0-67-16,7-5-94 0,-6-5-38 0,6 0-2 16,-6-6 17-16,-2-1 39 0</inkml:trace>
  <inkml:trace contextRef="#ctx0" brushRef="#br0" timeOffset="81840.96">28578 712 23 0,'-6'-8'98'0,"6"4"-13"0,-7-5-6 16,7 6 0-16,-7-2 5 0,7-2 4 0,0 2 8 16,-6 1 6-16,6 0 3 0,0 1 1 0,0-2 3 15,0 1 5-15,0 0 0 0,0 4 4 0,0-4 4 16,0 4 0-16,0 0-2 0,0 0-7 0,0 0-6 15,0-5-3-15,0 5 3 0,0 0 8 0,0 0 1 16,0 0-5-16,0 0-5 0,0-4-13 0,0 4-18 0,0 0-22 16,0 0-18-16,0 0-14 0,0 0-12 15,0 0-5-15,0 0-9 0,0 0-3 0,0 0 0 16,0 4 1-16,0-4 0 0,0 0-1 0,0 0-2 16,0 0 3-16,0 0 1 0,0 5 1 0,-7-5-1 0,7 8-1 15,0-4 7-15,-6 4 0 0,6 0 0 16,-7 4 0-16,0 0 0 0,7 0-1 0,-6 1-3 15,0 0 0-15,-1 2-1 0,7 3 3 0,-7-7-2 16,7 1 2-16,0 5-5 0,0-5-3 0,0 5-6 16,7-6-6-16,0 1 0 0,-1 0-6 0,7 0 0 15,0 1-4-15,0-5 3 0,1 4 2 0,4-8-1 16,2 5 6-16,-7-5 3 0,7 0 6 0,6-4 4 16,-6 0 2-16,5-4 5 0,1 0-2 0,-6 0 2 15,6-1 2-15,-7-3 1 0,1 0 2 0,0-3-2 16,-7 1 0-16,7-2 1 0,-8 0 0 0,2 0-2 15,-2 1 2-15,1-2 3 0,1 0 1 0,-2 1 5 16,2 0-1-16,-8 0 3 0,0 0 0 0,7-1 4 16,-6 1 12-16,-7 0 49 0,7 4 55 0,-1-1 41 15,-6 6 24-15,6-1 14 0,-6-1-8 0,0 1-49 16,0 4-58-16,0-3-46 0,8 3-33 0,-8 0-31 16,0 0-31-16,0 0-27 0,0 3-13 0,-8 1-5 15,8 1 1-15,-6 7 13 0,0 0 24 0,-8 0 23 16,1 9 12-16,7-1 6 0,-7 4 2 0,0 1 0 15,0 0 2-15,0 6 1 0,0 2 2 0,0 0 0 16,6 4 2-16,-13 4 2 0,8-1-4 0,5 1-7 16,-6 3-10-16,0 1-9 0,1 0-4 0,4 4-13 15,-4-4-12-15,5 3-7 0,-6 1-9 0,0-4-23 16,0 5-23-16,0-7-18 0,0 2-11 0,0-4-7 16,7 0 4-16,-7 0 19 0,6-5 15 0,-6 1 17 15,7 0 14-15,-2-8 8 0,2 2 5 0,-6-6 4 16,5-1 4-16,0-3-5 0,1-1-6 0,-1-4-7 15,-5 0-4-15,4-3-1 0,2-4 5 0,-6-6 12 16,5 1 18-16,-6-4 20 0,6 0 16 0,1-4 12 16,-1 1 7-16,-6-10 10 0,7 1 10 0,-1-1 12 0,0-6 13 15,1-2 12-15,0-7 8 0,6-1 2 16,-7-4-3-16,7 0-5 0,0-7-6 0,0 3-7 16,0-7-4-16,0 3 1 0,13-3 5 0,-7-2 11 0,1 5 11 15,6-3 14-15,0 3 16 0,7 5 6 0,-7-1 2 16,12 1-7-16,-5 3-14 0,0 4-20 0,5 1-21 15,2 3-18-15,-1 5-12 0,6-1-11 16,-5 5-6-16,5 4-1 0,-6 0-3 0,0 0 2 0,1 3-2 16,-1 6-1-16,-1-6 0 0,-5 6 0 0,6-2-15 15,0 1-37-15,-7 4-46 0,1 0-46 0,0 0-65 16,-1 0-63-16,1 0-70 0,-7 4-4 0,6-4 20 16,-6 0 38-16</inkml:trace>
  <inkml:trace contextRef="#ctx0" brushRef="#br0" timeOffset="82026.22">29223 1163 116 0,'-7'0'387'0,"7"0"41"0,0 0 23 0,0 0-51 16,0 0-115-16,0 0-121 0,0 0-79 0,0 0-41 16,0 0-20-16,0 0-13 0,0 0-5 0,0 0-4 15,7 0-2-15,-1 0-2 0,8 0-15 0,-8 0-41 16,6 5-56-16,-5 0-68 0,6-5-69 0,-6 3-75 15,-1 1-55-15,0 0 6 0,2 1 37 0,-8-2 57 16</inkml:trace>
  <inkml:trace contextRef="#ctx0" brushRef="#br0" timeOffset="82205.64">29144 1339 56 0,'-6'9'274'16,"6"-6"18"-16,-7 1 9 0,7 0-79 0,0 1-89 0,0-2-65 15,0-3-35-15,0 4-16 16,0 1-9-16,0-5-2 0,7 3 0 0,-1-3 0 0,8 4-1 16,-8 1-3-16,7-1-4 0,6-4-15 0,1 3-28 15,-1-3-45-15,1 0-63 0,0-3-73 0,-1-1-37 16,1-1-7-16,-8 1 16 0</inkml:trace>
  <inkml:trace contextRef="#ctx0" brushRef="#br0" timeOffset="82913.42">29620 1050 186 0,'6'-8'354'0,"1"-1"34"0,-7 5 15 0,6-4-99 16,-6 4-105-16,7 4-84 16,-7-3-54-16,0 3-34 0,0 0-17 0,0 0-8 15,0 0-5-15,0 0 1 0,7 7 1 0,-7-2-1 16,0 2 0-16,0 5 1 0,0 1 2 0,0-1-1 15,6 4 0-15,-6 1 3 0,0-1-1 0,0 0-1 16,0 5 0-16,0-4-1 0,0 2 0 0,0 2 0 16,0-5-1-16,0 1-1 0,0-2-2 0,0-2 1 15,0-1-3-15,0-4 1 0,0 5 0 0,0-5 1 16,0-4-2-16,0-1-2 0,0 1-4 0,0 1 1 16,0-1-1-16,0-4-6 0,0 0-15 0,6-4-22 15,0-1-11-15,-6 1-7 0,8-3-4 0,-2-1 4 16,0-1 16-16,1-3 24 0,6 3 14 0,-6-2 9 15,-1-6 4-15,0 4 2 0,8 2 3 0,-8-6 1 16,7 1 0-16,-6 0-1 0,-1 3 1 0,1-3 1 16,5 4 2-16,-5 0 3 0,0 0 8 0,-7 4 23 15,6-1 18-15,-6 1 10 0,6 5 2 0,-6-2-1 16,0 1-8-16,0 4-23 0,0 0-21 0,0 0-12 16,8 0-5-16,-8 4-3 0,0 1 1 0,0 2 0 0,0 6 1 15,0-5 4-15,6 4 0 0,-6 0 0 16,0 0 1-16,0 4 0 0,0-3 1 0,0 3-1 15,0 0 1-15,0 5-2 0,0-4 0 0,0-2 0 16,0 1-2-16,0-3-3 0,6 4-1 0,-6-5-1 16,0 0-2-16,0-4 0 0,7 4 0 0,-7-8 1 15,0 5 2-15,0-6 2 0,0 1 3 0,0-4 4 0,0 5 0 16,6-5 2-16,-6-5 0 0,7 1-2 0,-1 1 0 0,1-2-3 16,-1-3 0-16,0-4 2 0,2 4 0 15,-2-1-1-15,7-3 1 0,-6-4 1 0,-1 4 0 0,0-1-1 16,7-3 0-16,-6-1 1 0,0 1-1 15,5 0-1-15,2 4 8 0,-8-4 19 0,1 3 29 16,5 1 42-16,-5 5 31 0,0-2 21 16,-7 1 4-16,6 4-15 0,0 4-29 0,-6-4-43 0,0 4-33 15,0 0-24-15,8 0-15 0,-8 0-6 0,6 8-3 16,-6-3 1-16,6 3 0 0,-6-1 3 0,7 6 4 16,-1 0 0-16,-6 3 3 0,7-1 2 15,-7 1 0-15,6 0 0 0,-6 1-3 0,7-1-9 0,-7 1-19 16,6-1-33-16,-6 1-41 0,6-5-49 0,2 5-42 15,-8-6-44-15,6-3-35 0,0 1-29 16,1-2-33-16,6 2 6 0,-7-1 24 0,7-4 40 0</inkml:trace>
  <inkml:trace contextRef="#ctx0" brushRef="#br0" timeOffset="83423.39">30440 1180 6 0,'7'-7'274'0,"0"-3"29"0,-1 3 19 0,-6-2-48 0,6 6-90 16,-6-1-73-16,6 4-45 0,-6-5-27 0,8 5-19 15,-8 0-12-15,6 0-4 0,0 5-1 0,1-5-2 16,0 7-2-16,-1-3 2 0,1 5 0 16,-1 4-1-16,0-6 0 0,2 5 0 0,-2 0 1 15,0 4-2-15,0 0-3 0,-6 1 2 0,0-1 2 0,0 5 2 16,0-4-2-16,-6 2 1 0,6-3 0 0,-6 6-1 15,6-10 0-15,-6 4-3 0,6-4 2 0,0-4-1 16,0 1 1-16,0-6 1 0,0 5-2 16,-8-3 2-16,8-5 1 0,0 4 2 0,0-4 4 0,0 0 2 15,0 0 2-15,8 0-2 0,-8-4-2 0,6-5-2 16,0 2-3-16,0-2-4 0,1 1 0 0,0-4 1 16,6-1 0-16,-1 1 0 0,2 0 1 0,-8-1 0 15,8-3-1-15,-2 0 1 0,1 0 0 0,7-1 1 16,-8 1-1-16,2 1 0 0,-1-6 0 0,0 4 0 15,0 1 1-15,0 0 1 0,-6 0 6 0,5 3 29 0,-5 1 43 16,0 4 38-16,-1 0 26 0,-6 0 13 16,7 4 0-16,-7 4-27 0,6-4-42 0,-6 4-42 0,0 0-32 15,0 0-15-15,0 0-6 0,-6 4-3 0,6 3 0 16,0 2 6-16,-7 0 3 0,1 3 2 0,6 0 1 0,-7 0 1 0,7 4 1 16,-7 1-3-16,1-1 1 15,6 0-2-15,0 0 1 0,-6 1 0 0,6-1-2 16,0 0-2-16,0 5 0 0,6-5-4 0,-6 0-10 15,6 4-15-15,1-8-36 0,0 5-48 0,6-1-50 0,-1-4-54 16,2-3-51-16,6-2-51 0,-8 6-36 0,8-9 12 16,5 4 31-16,-5-4 44 0</inkml:trace>
  <inkml:trace contextRef="#ctx0" brushRef="#br0" timeOffset="83647.77">31228 1269 100 0,'0'0'376'16,"0"0"43"-16,0 0 21 0,7 0-52 0,-7 0-118 15,0 0-112-15,0 0-82 0,0 0-41 0,6 5-24 0,1-5-9 16,0 0 0-16,5 3-1 0,-5 2-1 0,12-5-2 16,-5 4 2-16,5 0-1 0,1 0-3 0,-1 0-1 15,1 0-6-15,-8 4-15 0,8-8-32 0,0 5-28 16,-1-1-33-16,-5-1-48 0,-2-3-58 0,8 4-49 15,-7-4-39-15,0 0-9 0,-6-4 14 0,5 4 39 16</inkml:trace>
  <inkml:trace contextRef="#ctx0" brushRef="#br0" timeOffset="83894.49">31535 1103 47 0,'-7'-4'255'0,"7"4"17"0,0-5 1 16,0 5-78-1,-6 0-77-15,6 0-53 0,-7 0-33 0,0 5-15 0,7-5-7 0,-6 4-3 0,-7 0-2 16,6 0 0-16,1 4 1 16,0-4 1-16,-1 5-1 0,-6-1 1 0,6 3 0 15,-5 1 0-15,4 1-2 0,-4 0-1 0,-2 2 0 16,8 1 0-16,-7 0-2 0,0 1 0 0,6-1 0 0,-5 1-1 16,6 4 0-16,-2-6-1 0,2 2 0 15,0-1-1-15,-1 0 0 0,7 1-3 0,0-5-5 0,0 4-20 16,0-4-34-16,0 1-47 0,0-2-59 0,7-2-58 15,5 3-29-15,-4-3 4 0,4-2 26 0</inkml:trace>
  <inkml:trace contextRef="#ctx0" brushRef="#br0" timeOffset="84287.49">32101 1236 188 0,'7'-3'245'0,"-1"-1"31"0,1 4-33 15,-1-4-28-15,-6 4-5 0,0-5 11 16,0 2-3-16,0-1-18 0,0-1-30 0,-6 5-39 0,6-4-42 15,0 1-44-15,-7 3-18 0,7-5-15 0,-6 5-7 16,-7 0-4-16,6 0-4 0,-5 5 2 0,-8-2-1 16,6 1 2-16,-5 1-3 0,-7 7-1 0,6-4 1 0,-6 5 1 15,7-1-2-15,-1-1-1 0,1 2 4 0,-1-1-1 16,8 4-1-16,-2-4-3 0,8 1-1 16,-1 0 0-16,7-2 0 0,0 1 1 0,0 0 0 0,7 0 1 15,5 1 1-15,2 0 1 0,-1-2-3 0,13 1-2 16,0 1-2-16,0-1-20 0,7 1-27 0,-7-1-29 15,6-5-26-15,1 6-29 0,-7-4-36 0,7-2-24 16,-8 2-26-16,1-6-49 0,0 5-22 0,-6-3 2 0,-7-5 24 16</inkml:trace>
  <inkml:trace contextRef="#ctx0" brushRef="#br0" timeOffset="85757.97">30336 794 133 0,'6'-5'138'0,"1"1"-28"16,-7-4-24-16,7 4-18 15,-1-3-10-15,-6-2-7 0,7 5-7 0,-7-9-3 16,0 6-4-16,0-2 0 0,0 1-1 0,-7-1-2 15,7 2-1-15,-6-5-7 0,-1 3-3 0,7 1-6 16,-13-3-6-16,7 2-4 0,0-4-4 0,-2 6-2 16,-4-2-1-16,5 1-2 0,-6-5 0 0,6 6-1 15,-5-1 1-15,-2 0-1 0,2 0 0 0,-2-1 1 0,1 6-1 16,1-2 1-16,-8-3 0 0,7 4 0 16,-7 0 0-16,7-1 0 0,-6 5-1 0,-1-3 1 0,1 3 0 0,6-4 1 0,-6 4-1 15,-1 0 0-15,0 0 0 16,-6 0 0-16,7 4-1 0,-1-1 0 0,1 2 0 15,-7-1 2-15,6 0-2 0,-6 4 1 0,7 0 0 16,-8 1 1-16,1-1 1 0,0 0 0 0,6 0-1 0,-5-1-1 0,5 6 1 0,-6-5 0 16,6 1 0-16,1 3 0 0,-1-4 1 0,0 4-1 15,1-4 0-15,-1 4 0 0,8 0 0 0,-8-3 0 0,7 3 0 16,-7 5-1-16,8-5 1 16,-2 0-1-16,2 4 2 15,-2 0 0-15,1 1-1 0,1-1 1 0,-2 0-1 0,2 0 1 0,-2 5 0 0,1-4 0 0,0 2 1 16,0 2 1-1,1-1 0-15,-2 0 0 0,1 5 0 0,7-5 1 16,-8 1-1-16,2-1-1 0,-2 0-1 0,8 1 0 16,-7-1 2-16,6-4-1 0,1 0 0 15,-1 1 1-15,1-1 0 0,0 1 0 0,-1-1-1 0,7-4 0 16,-7 5-1-16,7-5 1 0,-6 4-1 0,6 0 1 16,0-4 1-16,0 5-1 0,0-1 2 0,0 0-2 0,0 0 0 0,0 0 0 0,6 5 1 15,-6-4 0-15,0 3-1 16,7 0-1-16,-7 1 0 0,0-2 1 15,7 3-2-15,-7-3 0 0,0 2 0 0,6-1 0 16,-6 0 0-16,6 1 0 0,-6-5 1 0,7 4 0 16,-1 1 0-16,1 0 0 0,0-6 0 0,-7 6 1 15,12-1 0-15,-4-4 0 0,-2 0 0 0,6 1-1 16,-5-1 0-16,6-4-2 0,-6 1 2 0,5-1 1 16,-4-4 0-16,4 4 0 0,1-3 0 0,0-6 2 15,-6 6-1-15,6-2-2 0,0-3 1 0,-1 5 1 0,8-6 2 16,-7 2-4-16,1 3 2 0,4-4 1 15,2 1-2-15,-6-1 0 0,5-1 1 0,1 1 0 16,-8 1-2-16,8-2 0 0,-1-3 1 0,1 5 1 16,-6-5-1-16,5 4 1 0,1-4 1 0,-8 0-1 15,8 4 0-15,0-4-1 0,-7 0-1 0,6 0 0 16,-6-4 1-16,7 4 1 0,-7 0 1 0,6-4 0 0,-6 4 1 16,1 0 0-16,5-5-2 0,-6 5 3 15,0-3-3-15,-1 3 2 0,2-5-1 0,-1 1 2 16,6 1 0-16,-6-1 1 0,1-1 2 0,-2-3 2 15,2 4 4-15,-1-4 3 0,-1-1 2 0,2 2 5 16,-2-2 6-16,2 2 2 0,-1-5 2 0,0-1 0 16,0 0-1-16,-1 1-4 0,2 1-7 0,-1-6-3 15,0 5-6-15,0-5-3 0,0 1-3 0,0-1-1 16,0 6 1-16,0-6 0 0,0 5 0 0,0 0-1 16,-6-4 1-16,5 4 1 0,2 3-1 0,-2-3 0 15,-5 0 0-15,6 3 3 0,0-3 5 0,-7 0 5 16,8 5 4-16,-8-6 0 0,7 0 1 0,-6 1-3 15,6 0-4-15,-7 0-7 0,8 1-5 0,-8-6-2 16,6 5-4-16,-4-5 0 0,4 1-1 0,1-1-2 16,-6 1 0-16,6-4 0 0,-1 4 1 0,2-5 1 15,-1 1 0-15,0 4 1 0,0-4 1 0,1 3 0 0,-8 1 0 16,0 3 1-16,0-3-1 0,1 4 2 16,0 0-3-16,-1 0 2 0,1 3-1 0,-1 2 4 15,-6-5 15-15,6 3 15 0,-6 2 10 0,8-3 8 16,-8 3 8-16,6-2 10 0,-6 2 0 0,0-1-5 15,0-1-2-15,6 0-2 0,-6 2-7 0,0-1-8 0,0-1-12 16,0 2 3-16,0-6 19 0,0 5 15 16,0 0 12-16,0-1 3 0,0 2 3 0,0-5-9 0,0 3-26 15,0 1-18-15,-6-4-14 0,6 3-7 16,0-3-6-16,0 5-3 0,0-6-2 0,-6 1-2 16,6 4-3-16,0-4 0 0,-8-1-1 0,8 1-6 0,0 5-34 15,0-6-88-15,0-3-122 0,0-1-151 0,-6 1-78 16,0-5-37-16,-1 1 11 0,-6-8 75 0</inkml:trace>
  <inkml:trace contextRef="#ctx0" brushRef="#br0" timeOffset="87527.41">32531 956 111 0,'0'-12'85'0,"-7"0"-30"0,7-5-12 16,-6 1-2-16,0 4 2 16,6-5 7-16,-7 1 7 0,0 0 11 0,7 0 0 15,-6 0-4-15,0-1-8 0,-1 1-10 0,-6 4-10 16,6-4-14-16,1-1-9 0,-7 5-5 0,6-4-3 0,-5 4-2 15,-2-5-3-15,1 6 1 0,0-2 0 0,0 0-1 16,1 1 0-16,-8 0 1 0,7 0 1 0,-7 5-3 0,7-3 1 16,-6 2-1-16,-1 0-1 0,1 1 0 0,5 2-1 15,-5-3 1-15,-1 4 0 0,1 0-1 0,0 4 1 16,-1-5 2-16,0 5 0 0,1-3 0 0,-1 3 0 0,0 0-1 0,1 0 1 0,-7 0-1 16,6 3 0-1,-6-3 1-15,1 5 0 0,-2-5 1 0,1 4 0 0,6 0 0 16,-6 0 1-16,1 0 1 0,-1 1-1 0,6-2-1 15,-6 1 0-15,7 4 1 0,-1-3 0 0,0 3-2 0,1 0 0 16,-1-1 1-16,0 2 1 0,8 0-1 16,-8 3-1-16,7-5 1 0,-7 2 1 0,8 4-2 0,-1-6 0 15,-1 5 0-15,2-3-1 0,-2 3 1 0,8 0-2 0,-7 0 0 16,0 0 1-16,0 5 1 0,-1-4 1 16,2 2 0-16,-2-2-1 0,2 2 0 0,-1 2 0 0,-7-1-2 15,14 0-2-15,-8 1 1 0,-5 0 0 0,6 2 2 16,0-2 0-16,0 3-1 0,0 1 2 0,0-2 0 15,0 2-1-15,0-1-2 0,-7-4 2 0,14 5 2 16,-14-1 0-16,14-3-1 0,-7-1 0 0,0-3 1 16,6 2-1-16,1-2 1 0,0 3 0 0,-2-3 2 15,2 2 0-15,0-2-2 0,-1-1 4 0,1 0-2 16,-1 5 1-16,1-6-2 0,6 6-1 0,-7-5 2 16,7 0-1-16,-6 4 0 0,6-3-1 0,0 3 4 0,0 0-3 15,0-4 1-15,0 9-1 0,0-4 1 0,0-1 2 16,0 4-1-16,6 0 0 0,-6 0 0 0,7 6-3 15,-7-7 0-15,6 6-1 0,1-1 0 0,-7 0-1 16,6 1 1-16,1 4 0 0,-1-5 0 0,0 0-1 0,2 5 1 16,-8-1-1-16,6-3 0 0,0 4 0 15,1-2 2-15,-1-2-1 0,1 0 0 0,6-1 0 0,-7-3 1 16,8-1 1-16,-2 0-2 0,2 0 2 0,-8-3-1 16,13-1 1-16,-5 0-1 0,5 1-1 0,0-6 0 0,1 2 0 0,-1-1 0 0,1 1-2 0,0-1 2 15,5 0 1 1,-5-3 0-16,6 2 0 0,-6-3 1 15,6 4 0-15,0-3 0 0,0 3-1 0,0-4-1 0,0 1 0 16,1-2 0-16,-1 2 0 0,6-1-1 0,-7-1-2 0,2-3 1 0,5 1 1 0,1-1-1 16,-7 0 1-16,6 0 1 0,1 1 0 15,-1-5 0-15,1 0-1 16,0 0-1-16,-7 0 1 0,6 0 0 0,-6-5 1 16,1 1 1-16,5 0-1 0,-6 0 2 0,0-1 0 15,1-2-1-15,5-2-1 0,-6 6 0 0,-7-6 0 16,7 2 1-16,1-2 0 0,-7-4-1 0,-2 2 0 0,9-1 0 15,-7-1 3-15,-1 2 0 0,0-7 5 0,1 6 13 16,-1-4 18-16,1-4 13 0,0-1 11 0,-1 2 10 16,1-3 8-16,-1-2 0 0,1 0 3 0,0-1 7 0,-2-3 10 0,2 0 9 0,0-1 7 0,-1-4 3 15,1 5 1-15,-1-5-3 0,1 1 2 0,0 0 5 32,-8-1 0-32,2 0-3 0,5-3-3 0,-6 3-1 0,0 0-6 15,1-3-13-15,-8 3-15 0,7 5-12 0,-7-5-13 16,1 5-31-16,-7-1-68 0,7 5-118 0,-14-4-153 15,0-2-160-15,-6 2-82 0,-13-8-33 0,0-1 27 16,-7-7 92-16</inkml:trace>
  <inkml:trace contextRef="#ctx0" brushRef="#br0" timeOffset="90243.6">21577 6422 18 0,'0'0'87'0,"6"0"-21"15,-6-4-16-15,6 4-12 16,-6 0-3-16,7-3-5 0,-7 3-3 0,6 0 0 0,-6 0-6 0,7-4-4 16,0 4-5-16,-1 0-5 15,-6-5-1-15,6 5-2 0,8 0 1 0,-8 0 0 16,0 0 1-16,8-4-1 0,-8 4-1 0,7 0 2 15,-7 0 1-15,8 0 6 0,-2 0 2 16,2 0 1-16,5 0 4 0,-5 0 0 0,5 4-2 0,0-4-2 16,1 0 0-16,-1 5 1 0,1-5 0 0,0 4 0 0,5-4 0 15,-5 3-2-15,6-3-3 16,1 4-2-16,-1 2 0 0,-1-6 0 0,7 3 3 16,2 1 0-16,-2-4 0 0,1 4 1 0,-1-4-1 15,7 5-2-15,-6-2-2 0,6 1-2 0,0-4 0 16,0 4-2-16,0 1 1 0,0-5-3 0,1 3 2 15,5 2-2-15,1-5 1 0,-7 4-2 0,6-1 0 16,7 2 1-16,-7-5 0 0,8 4-1 16,-1 0-2-16,1-1 0 0,4 2 0 0,-4-5-3 0,5 5 1 15,-5-2 2-15,5 1 0 0,1 5 1 0,-1-5 1 0,1-1 1 16,-1 6-2-16,1-5-1 16,0 0 1-16,6 5-2 0,0-6 0 0,0 6-1 15,7-6 1-15,-7 6 0 0,6-5 0 0,-6 4 1 16,8-4 3-16,-8 3 0 0,6 2 0 0,-6-5-2 15,14 5 1-15,-8-2-2 0,0 2-2 0,8-1 1 0,-1-1-1 16,-6 2 1-16,6-1 3 0,-6 1 1 16,5-2-1-16,-4 6-1 0,-2-5 0 0,7 0-1 15,0 0-1-15,0 0 0 0,1 1-1 16,-1-2 0-16,0 2 3 0,0-2 2 0,-6-2-2 0,-1 2-1 0,8 3 0 16,-8-3 0-16,8 1-2 15,-2 0-1-15,-4-3 0 0,4 3 2 0,-6-4-1 16,8 4 2-16,-8-4 2 0,2 4-1 0,-2-4-1 15,0 5 3-15,2-2-1 0,-2-2-2 0,0-1 0 16,2 3 0-16,-2-2 0 0,-6-1-1 0,6 0 1 16,-6 0 1-16,-6 1 0 0,6-2 0 0,-6 1 0 15,-7-4 3-15,7 5-3 0,-7-2-1 16,0-3 0-16,0 0 0 0,0 4 0 0,-6-4-3 0,0 0 1 0,-8 0 1 16,1 0-6-16,-6-4-33 15,-7 4-65-15,0-3-53 0,-13-6-29 0,0 6-16 16</inkml:trace>
  <inkml:trace contextRef="#ctx0" brushRef="#br0" timeOffset="91251.64">24201 4123 213 0,'7'-4'242'0,"-7"4"4"16,0-3-72-16,0 3-80 0,0 0-55 16,0 0-28-16,0 3-17 0,0-3-7 0,0 8 0 15,0-3 5-15,0 2 3 0,0 5 2 16,0 0 3-16,-7 1 0 0,7 3 1 0,-6 4 0 15,-1 5-1-15,0 0 0 0,1-2 1 0,0 6-1 16,-1-1 0-16,-6 1 0 0,7 4-1 0,-8 0 2 16,8 0-1-16,-7 3 1 0,-1 0-2 0,2 1 3 15,6 8 0-15,-8-5 0 0,1 5 1 0,-7 0-2 16,8 4 2-16,-2-1-3 0,2 1 0 16,-1 5-1-16,-7-6 0 0,8 2 0 0,-2-3 0 0,1-1 1 15,0-2 1-15,0 5 0 0,0-8 0 16,0 4 1-16,0-1 3 0,0 1 0 0,0 4 0 0,0-3 2 15,0 1 0-15,-1 3 0 0,-5 3-2 16,6-5-1-16,0 5-1 0,1 1-1 0,-8-6 1 0,7 5 0 16,-1-5-1-16,2 2 1 0,-2-6 0 0,2 6-3 15,-2-2 1-15,1 1 0 0,1 0 1 16,-2-1 0-16,2 1 0 0,-2 1 1 0,1-2-1 16,-6 1-1-16,6 0-1 0,-1 0-1 15,-5 0 1-15,6 4 0 0,-6-5-1 0,5-3 1 0,-5 4 0 16,6 0 0-16,0-5 0 0,-7 5 0 0,8 1 2 15,-2-2 0-15,2-3 1 0,-8 4 0 16,7-1-2-16,-1 1-1 0,2-4 0 0,-8 5-1 16,7-1 0-16,1-5 0 0,-2 0 2 0,1 1-1 15,0-3 0-15,0-2 1 0,0 0 0 0,0 1 0 0,0 0 0 16,0-4 0-16,0 3 2 0,0-3-1 16,0-1 0-16,7 5 1 0,-8-4 0 15,2-1 0-15,-2 1-2 0,1-4 1 0,7 3 0 16,-8-3-2-16,2 0-1 0,6-1 0 0,-8 0 0 15,8 1-2-15,-7 0 2 0,6-5 1 0,-6 1 1 16,7-5-1-16,0 5 1 0,-2-9 2 0,2 4-1 16,0-3-1-16,-1-1 0 0,1 0-1 0,6-3 0 15,-7-1 0-15,0 1 0 0,7-6-2 0,0 1 3 16,-6 1 0-16,6-1-1 0,0-4 1 0,-6 0 0 0,6 1-1 16,0-5-3-16,0-1 2 0,0 2-7 0,0-5-8 15,-7 4-12-15,7-4-26 0,0 0-53 16,0-4-69-16,-7-1-31 0,7-2-12 0,0-2 2 0</inkml:trace>
  <inkml:trace contextRef="#ctx0" brushRef="#br0" timeOffset="92206.33">20222 6650 35 0,'13'-3'39'0,"-1"-1"-17"0,2-1-9 16,-1-3-4-16,6 4-2 0,1-3 1 0,-1 2 0 15,1-3 0-15,-1 4 5 0,7-4 9 16,-6 0 10-16,6 3 7 0,7-2 7 0,-1-5 7 16,1 3 2-16,-1 1-6 0,7 0-8 0,-6-5-8 15,7 1-5-15,5 4-4 0,-7-5-6 0,9 2-2 16,-2-1-3-16,1-1 0 0,-1 2-3 0,7-5-1 16,1 3-2-16,-2-3-2 0,8 4 0 0,-7-5-2 15,7 1 0-15,0-1-1 0,6 1 2 0,-7 0-2 16,7-5 0-16,0 6 2 0,7-7 3 15,-7 6 3-15,7-3 5 0,-1 2 5 0,1-4 5 16,6 5 3-16,1 0 1 0,-1-4-1 0,0-1-4 16,0 5-2-16,0-4 1 0,6-1-1 0,-5 1 0 0,0 4 2 15,-2-4-1-15,8-1-2 0,0 1-6 16,-1-5-3-16,1 5-5 0,0-1 0 0,0 1-1 16,-1 0-3-16,1 3-1 0,6-3 0 0,0 0 0 15,0-1-2-15,7 1-1 0,-7 4-2 0,6-5 3 16,-5 1 1-16,-1 4 0 0,6-1-2 0,-5-3 1 15,5 4-1-15,-6-5-2 0,1 6-3 0,-1-6 2 16,0 0 2-16,0 6 2 0,-6-1 2 0,6-6 0 16,1 6 2-16,-7 0 0 0,6-1-4 15,-7 1 0-15,1 1-2 0,-1-2 2 0,-6 1 2 0,1 0-1 16,-8 4 1-16,1 0 1 0,0-1 0 16,-1-3-2-16,1 3-1 0,0 1-1 0,-7 4 0 15,-7-4 0-15,1-1-2 0,-8 1 2 0,8 5 0 16,-13-6 2-16,-1 4-1 0,1 2 1 0,-7-2 1 0,-6 6-1 15,-1-6 0-15,-5 2-2 0,-1 2 1 16,0 1 0-16,-7-4-1 0,1 4-1 0,-8 0 1 16,2 0 0-16,-8 4-2 0,8-4-4 0,-14 4-17 0,6-5-35 0,-6 5-59 15,0 0-63-15,0 0-32 0,-6 0-16 0,-1 0 9 16</inkml:trace>
  <inkml:trace contextRef="#ctx0" brushRef="#br0" timeOffset="94265.73">19349 8776 152 0,'0'-9'189'0,"0"5"-26"16,0-3-48-16,-7 2-40 0,7-3-22 0,0 0-16 15,0 3-9-15,7-2-5 16,-7-1-5-16,6 3-5 15,-6-3-2-15,7 0 5 0,0 1 6 16,-1-3 6-16,8 3 5 0,-2-2 6 0,-5 2 1 16,6-2-3-16,0-3-7 0,-1 4-4 0,8 0-7 15,-6 0-4-15,-2 0-3 0,8-1-3 0,-7-2-1 16,7 2-2-16,-1 1-2 0,1-1 0 0,0-3-3 16,-2 5-1-16,2-5 0 0,-1 3 0 0,1-4-1 15,6 6 1-15,-6-6-2 0,5 1 1 0,2 0-1 16,5 0 2-16,-6 0 0 0,1-4-1 0,5-1 1 15,-6 1 0-15,7-1 1 0,-1 1-1 0,-5-3 0 16,5-3 1-16,1 3-2 0,5-2 0 0,-5 0 0 16,-1-3 1-16,8 3 0 0,-1-3 0 0,-7 0 2 15,7-1 0-15,0 1-1 0,1 0-2 16,5-1 0-16,-5-4 1 0,5 5-1 0,-6 0 0 16,7-4 1-16,-1 3 1 0,1-4 0 0,-1 1-1 15,-6 4 0-15,7-4 0 0,-1-1 0 0,8 1 1 16,-7-2 0-16,5 2 0 0,-5-1 0 0,6 1-1 15,0-4 0-15,7-1-1 0,0 0-1 0,-7 0 0 16,7 2 0-16,-2-2 0 0,2 0 0 0,0 0 1 16,-7 1 2-16,7 0 0 0,0-1-1 15,-1 0 0-15,1 1 2 0,-1-1-1 0,0 1-4 16,7-5 1-16,-6 5 2 0,6-1 0 0,1 0 0 16,-8 1 0-16,1-4 0 0,7 3 0 0,-9 0 0 15,2-3-1-15,6 3 0 0,-6-4-2 0,6 1 2 16,-6-1-2-16,6-4 3 0,7 5-2 0,-7-2 0 15,0 3-1-15,0-6 1 0,0 4-1 0,7-3 2 16,-7 2 2-16,0-2 2 0,0 3 1 0,7 1 1 16,0-1-1-16,-1 1-2 0,1-1-3 0,0 0-4 15,-7 0 0-15,6 1 2 0,0-5 2 0,2 4 0 16,-8-3 2-16,0-1 2 0,6 4-1 0,-6-4 0 16,7 5-2-16,-7-5 0 0,7 5-2 0,-7-4-1 15,0-1 1-15,7 4 0 0,-7-3-1 16,0 2 2-16,0 2 1 0,0-1 0 0,0 1-1 0,8 3 1 15,-8-3-1-15,6-2-2 0,-6 1 0 16,6 1-1-16,-5-1 2 0,-1 6-2 0,0-7 2 16,0 2 2-16,0 3 0 0,-6 0 2 0,6-2-1 15,-6 2 2-15,6 0-2 0,-7 4-1 0,1-3 1 16,0 0-1-16,0 3 1 0,-1-4 0 0,-6 5-1 16,6 0-1-16,-5-1 0 0,-1 0 1 0,0 1 1 15,0 3 0-15,0 1 0 0,0-1 0 16,0 1 0-16,1 0-1 0,-8-1-1 0,7 5 0 15,1-1 0-15,-8-3 0 0,1 4-2 0,-1 3 0 16,0-2 1-16,-5-3 1 0,-1 3 0 0,-7 3 0 16,7-1 3-16,-7 1 0 0,1-1 1 0,-7 5-1 15,0 0-1-15,1-4 2 0,-8 4-1 0,7-1-1 16,-6 5 1-16,-7-4-1 0,6 3 0 0,-5 2-1 16,-2-2 0-16,1 6-1 0,1-6 0 0,-8 6 0 15,0-2-1-15,0 1-1 0,2 0-4 0,-2 4-35 16,-6-3-68-16,0 3-75 0,0 0-38 0,-6 0-20 15,-8 0-8-15</inkml:trace>
  <inkml:trace contextRef="#ctx0" brushRef="#br0" timeOffset="99594.27">25041 5458 118 0,'0'0'117'0,"0"0"-65"0,0 0-67 0,-6 4-60 16,6-4-27-16</inkml:trace>
  <inkml:trace contextRef="#ctx0" brushRef="#br0" timeOffset="99822.6">24989 5584 2 0,'0'0'144'0,"0"0"-6"0,-7 0-53 16,7 4-41-16,-6 1-27 0,6-2-20 0,-6 6-18 15,6-5-26-15,-6 4-36 0,6 0-30 16,-8 0-13-16</inkml:trace>
  <inkml:trace contextRef="#ctx0" brushRef="#br0" timeOffset="100725.43">25080 5385 100 0,'0'-5'132'0,"0"2"-49"0,0 3-35 16,0 0-21-16,0-4-11 0,0 4-6 0,0 0-4 16,0-5-2-16,0 5-3 0,-6-4 4 0,6 4 2 15,0 0 4-15,-7 0 2 0,7-3 2 0,-6 3 2 16,6 0-1-16,-6 0 0 0,-2 3 5 15,2-3 5-15,0 4 7 0,-8 1 6 0,8-1 5 0,-7 4 2 16,0-4-2-16,0 4-5 0,1 4-4 16,-2-3-7-16,1-1-6 0,0 3-5 0,6 2-7 0,-5-1-3 15,5 1-3-15,-6-2-1 0,7 2-2 16,-1-1 0-16,7 1 1 0,-7-1-1 0,7-5-1 16,7 2 0-16,-7-1 1 0,7 0 0 0,-7 0 0 15,6-3 0-15,7-2-1 0,-6 1-2 0,5 1-1 16,-5-5-1-16,6 0-2 0,0-5 3 0,-7 1-1 15,8 1 2-15,-2-6-1 0,2 5 1 0,-8-4 2 16,7 0 0-16,-7-1 1 0,2-2 0 0,-2 3-1 0,0-5 1 16,-6 1 1-16,6 4 1 15,-6-5 0-15,0 2-1 0,0-2 3 0,0 1 0 0,-6 0 1 16,6 3 6-16,-6-3 16 0,6 4 12 16,-6 4 10-16,-2-4 6 0,2 4 3 0,0 4-3 15,-1-5-14-15,-6 5-12 0,6 0-11 0,1 5-6 16,-6-1-7-16,4 4-3 0,-4 1-2 0,5-2-2 15,1 6 1-15,-8-2 0 0,8 6 1 0,0-4 0 16,-1 2 1-16,0 2-1 0,7-1-1 0,-6 1 0 16,6-1 0-16,0 1-1 0,0-6-2 0,6 1 0 15,-6 1 0-15,7-5-2 0,0 0-1 0,-1 0-1 16,0 0 0-16,1-3 0 0,0-1 2 16,6-4 2-16,-7 0 1 0,8 0 2 0,-8-4 0 15,6-1 0-15,-5 1 0 0,0-4 1 0,6-1 0 16,-7 2-1-16,0-2 4 0,2-3-1 0,-2 4 0 0,0-3 0 15,-6-2 0-15,6 0 1 0,-6 1-1 16,8 4 1-16,-8-3-1 0,0-2 1 0,0 0-2 16,0 6 1-16,0-6-3 0,0 5 0 0,0 0 0 15,-8-1-3-15,8 6 1 0,0-1-4 16,-6 4-3-16,0 0-35 0,0 4-54 0,-2-1-83 16,2 6-54-16,0-1-28 0,-1 5-9 0,1-5 25 0</inkml:trace>
  <inkml:trace contextRef="#ctx0" brushRef="#br0" timeOffset="101318.24">25302 5833 128 0,'7'-9'215'15,"-7"1"16"-15,-7 0-50 16,7 4-48-16,0-4-24 0,0 4-15 0,0-1-9 16,-7 5-8-16,7-3-14 0,-6-1-14 0,6 4-13 15,-7 0-9-15,1 0-10 0,6 4-6 0,-6-4-5 16,-2 3-4-16,2 6 1 0,6-5-1 0,-6 4-1 16,6 0-1-16,-6 0 1 0,-2 1-2 0,8 4 0 15,0-2 0-15,0 1-1 0,0 0 0 0,0 5 1 0,0-6 0 0,8 2-3 16,-8 4-1-16,6-6-2 15,6 1-6-15,-4 1-17 0,4 0-19 0,1-2-18 16,7-2-19-16,-8-1-16 0,8-3-11 0,0 2 2 16,-7-7 7-16,7 4 11 0,-1-4 12 15,1 0 16-15,-8-4 16 0,8 0 15 0,-7 1 12 0,0-6 11 0,0 1 8 16,-6-1 3-16,6 2 3 16,-7-6 2-16,0 0 3 0,2 1 7 0,-2-4 10 15,0 4 10-15,1-1 13 0,-7-3 13 16,6 4 17-16,1 0 16 0,-7 4 8 0,0 0-2 0,0 1-5 15,0-3-12-15,6 7-18 0,-6-1-26 16,0 4-23-16,0-5-22 0,-6 5-17 0,6 0-17 16,-7 5-26-16,7-1-29 0,-6-1-27 0,-1 2-30 15,1 3-48-15,0-4-15 0,6 4 8 0</inkml:trace>
  <inkml:trace contextRef="#ctx0" brushRef="#br0" timeOffset="101824.75">25686 5893 170 0,'6'-3'254'0,"-6"-6"15"16,0 5-38-16,7 1-85 15,-7 3-56-15,0 0-37 0,0-5-22 0,0 5-15 16,7 5-9-16,-7-2-3 0,0 1-2 15,6 1-1-15,-6 2 0 0,7 2 0 0,-7 3-1 0,6 0 0 16,-6 1 1-16,0-2 0 0,7 1-2 16,-7 6-2-16,-7-7 0 0,7 6-1 0,0-4-3 0,-6-2-1 0,6 1 0 0,-7 0-2 15,7 0 1-15,-6-3 0 0,6-1 2 0,-7-4 0 16,7 1 3-16,0-2 3 16,-7 1 3-16,7-4 3 15,0 0 0-15,0 0 0 0,0 0-1 0,0-4-3 16,7 1 0-16,-7-6-1 0,0 5 0 0,7-4-1 15,-1 0 2-15,1-5 0 0,-1 5 0 0,1-4-1 16,-1 4 0-16,1-4 0 0,-1-1-1 0,0 5 1 16,8-3 0-16,-8-2 1 0,1 5 1 0,-1-1 1 15,1 1 2-15,-7 0 6 0,6 5 6 0,-6-2 3 16,7 1 2-16,-7 1-1 0,0 3 0 0,0-5-8 16,6 5-7-16,-6 0-5 0,0 0-1 0,0 5 2 0,0-2 2 0,0 1 0 15,0 1 1 1,-6 3 1-16,6 0-2 0,0 0-1 0,0-1-2 0,0 6 0 15,0-5 1-15,0 4-2 0,6-3-1 16,-6 3-2-16,6-4-3 0,-6 0-9 0,8 4-16 16,-2-7-21-16,7 2-25 0,-6-2-28 0,5 2-29 15,1-2-33-15,1-5-36 0,-2 0-11 0,2 0 8 16</inkml:trace>
  <inkml:trace contextRef="#ctx0" brushRef="#br0" timeOffset="102010.02">26063 5934 127 0,'0'-8'195'0,"0"1"-17"0,0 2-31 0,0 0-29 16,0 2-24-16,0 3-18 0,0 0-21 0,0 0-20 15,0 0-15-15,0 3-9 0,-6 2-5 0,6 3-4 16,0 4-1-16,0-4-1 0,0 5 0 0,6-1-1 0,-6 1 0 0,8-2-1 16,-2 2-1-16,0-1-4 0,-6 0-14 0,13 0-25 15,-6-3-33 1,0-2-46-16,5 2-56 0,2-1-27 0,-2-4-2 15</inkml:trace>
  <inkml:trace contextRef="#ctx0" brushRef="#br0" timeOffset="102206.63">26337 5756 41 0,'-6'-9'230'0,"0"5"11"0,-1-5 8 15,0 6-97-15,1-1-70 0,6 0-39 0,0 4-23 16,0 0-10 0,-7 0-7-16,7 4-4 0,7 0-8 0,-7 5-24 15,6-6-36-15,-6 5-55 0,7 0-60 0,0 5-29 0,-1-1-11 0,0-4 15 16</inkml:trace>
  <inkml:trace contextRef="#ctx0" brushRef="#br0" timeOffset="102677.55">26500 5980 80 0,'0'-9'194'16,"0"0"14"-16,0-3-49 0,0 1-57 0,0-2-36 16,0 1-18-16,0 4-7 0,0-5 2 0,-7 1 10 15,1 0 11-15,6 4 14 0,-6-4 11 0,-1 4 3 16,-6 3-9-16,7-2-16 0,-1 7-16 0,-6-5-18 15,6 10-14-15,-5-5-8 0,4 4-7 0,-4-1-2 16,6 7-1-16,-8-3-1 0,8 1 1 0,-1 5-1 16,1-6 0-16,0 5 0 0,6 4-2 15,-8-3 0-15,8-1-4 0,8 1-2 0,-8-1-5 0,6 0-10 16,0 0-15-16,7 0-19 0,-6-3-16 16,6-1-12-16,-7-4-7 0,8 4-1 0,-2-4 7 15,2 0 15-15,-1-4 17 0,-1 0 15 0,2 0 14 16,-2 0 10-16,2 0 11 0,-1-4 4 0,0 0 3 15,-7-4 3-15,7 4-3 0,-7-4 4 16,2-1 4-16,-2 5 9 0,0-4 12 0,1 0 14 0,-7 0 16 16,0 0 11-16,6-1 11 0,-6 6 13 15,0-5 7-15,0 3 0 0,0 2-12 0,0 3-11 16,0-5-15-16,0 10-20 0,0-5-22 0,-6 3-13 16,-1 5-8-16,1 5 0 0,0-1-2 0,-2 1-2 15,2 2 1-15,0 6 0 0,-1 0 3 0,1-2-2 16,-1 6-1-16,-6 0 1 0,7-1-2 0,-1 4-5 15,0-3-22-15,1-1-33 0,0 0-33 0,-1 1-39 16,0-5-34-16,1 1-38 0,0-5-39 0,6 0-12 16,6 1 8-16,-6-5 26 0</inkml:trace>
  <inkml:trace contextRef="#ctx0" brushRef="#br0" timeOffset="103335.87">26741 5983 2 0,'-6'-3'235'0,"6"-2"13"16,0 1 9-16,0 0-75 0,0 4-75 0,0 4-47 16,-7 0-31-16,7 1-12 0,-6 3-6 0,6-5-4 15,0 5-2-15,-7 5-1 0,7-4 1 0,0 2-1 16,0 1-1-16,0 0-2 0,0 0 0 0,0 1-1 15,0 0 1-15,0-1 1 0,0-1 0 0,0 2-2 16,0-1 1-16,0-4-1 0,0 0-1 0,0 0 1 16,0-4-3-16,7 5 1 0,-7-9 1 15,0 4 2-15,0 0 4 0,0-4 4 0,0 0 4 16,6 0 1-16,1-4-1 0,-1 0 0 0,1-1-5 0,-1-3-2 16,7 0-5-16,-7 0-1 0,2 0 0 0,4 0 0 15,-5-4-1-15,6-1 1 0,-7 1 0 0,7 0 1 16,-7-5-1-16,8 5 2 0,-8-4 1 15,1 4-1-15,6 0 13 0,-7 0 24 0,1 3 19 16,-7 5 15-16,6-4 7 0,-6 5 2 0,7 3-13 16,-7-5-23-16,0 5-20 0,0 5-15 15,0-2-6-15,0 2-3 0,0 6 0 0,0-2 1 16,0 4-1-16,0 3-1 0,0-1 0 0,0 6-2 16,0-5 1-16,0 1-2 0,7-1-1 0,-7-1-1 15,6 2 1-15,0-1-2 0,1-3-3 16,6 3-13-16,-7-3-20 0,7-1-21 0,1-5-18 15,-2 2-18-15,2-2-12 0,5-2-2 0,1-1 6 16,0 0 16-16,-2 0 18 0,2 1 13 0,0-5 20 16,-1 0 15-16,-5 0 15 0,5-5 4 0,-6 1 6 15,0 0 6-15,1 0 7 0,-2-5 12 0,1 2 13 16,-6-2 15-16,-1 2 16 0,1-6 11 0,-1 1 10 16,0 0 9-16,2-1 17 0,-8-3 24 0,0 4 26 15,0 0 20-15,0-1 10 0,-8 2 0 0,8 2-15 16,-6-3-35-16,0 4-36 0,-1 4-35 0,1-1-29 15,-1 5-24-15,0 5-12 0,-5-1-5 0,6 4-6 16,-8 1 3-16,8-2-1 0,-1 5-1 16,0 0 1-16,7 5-2 0,-6-1-20 0,6 5-78 0,0-5-94 15,0 4-111-15,0 1-121 0,0-1-64 0,6-4-13 16,1 5 57-16,6-5 85 0</inkml:trace>
  <inkml:trace contextRef="#ctx0" brushRef="#br0" timeOffset="109453.71">28357 2177 49 0,'0'0'54'0,"-7"0"-5"16,0 0 0-16,1 0 3 0,-1 0-2 0,7 0-3 15,-6 0-5-15,6 0-7 0,0 0-8 0,0 0-9 16,-7 0-4-16,7 0-3 0,0 0-2 0,0 5 3 16,0-5 6-16,0 0 6 0,0 0 10 0,0 0 7 15,0 0 5-15,0 0 3 0,0 0-1 0,0 0-5 16,0 4-8-16,0-4-9 0,0 0-5 0,0 0-8 15,0 0-3-15,0 0-4 0,0 0-2 0,0 0-1 0,0 0-2 0,0 0 6 16,0 0 6-16,7 3 10 16,-7-3 7-16,6 5 4 0,7-5 3 0,-6 4-2 15,6 0-6-15,-1-4-8 0,2 3-7 0,5 2-4 16,-5-1-3-16,4-4-3 0,2 4-2 0,-6 0 0 16,5 1-2-16,-6-2 0 0,6 1 0 0,-5 0-1 15,-1 1-1-15,0-2 1 0,0 2 1 0,-1 2 0 16,2-3 0-16,-1 1 1 0,0-1-1 0,-6 0 0 15,5 0 0-15,2 1 0 0,-8-2 0 0,7 1-1 16,-6 0 1-16,-1 1-2 0,1-2-1 0,-7-3 1 0,6 5-3 16,-6-5-5-16,0 4-24 15,0-4-40-15,-6 0-55 0,6 3-66 0,-13-3-34 0,6 0-12 16,0 0 13-16</inkml:trace>
  <inkml:trace contextRef="#ctx0" brushRef="#br0" timeOffset="109668.21">28369 2385 128 0,'-6'0'170'15,"-7"0"-38"-15,6 5-23 16,1-5-7-16,-1 0-5 0,1 0 1 0,-1 0-1 16,7 0-6-16,0 0-10 0,-7 0-17 0,7 0-13 15,0 0-12-15,7 3-9 0,-7-3-4 0,7 0-5 16,6 4 0-16,0 1-3 0,6-5-4 0,7 3-4 15,1-3-5-15,-1 4-2 0,6 0-3 0,-6-4-8 16,7 5-29-16,-7-2-57 0,-7 1-87 16,1-4-59-16,-7 5-31 0,0-2-10 0,-6-3 21 0</inkml:trace>
  <inkml:trace contextRef="#ctx0" brushRef="#br0" timeOffset="120516.79">21362 1823 38 0,'0'0'135'0,"6"-3"-32"0,-6 3-26 0,0-5-12 15,0 5-4-15,0-4 2 0,0 4 4 0,0-4 6 0,0 4 8 16,0 0 1-16,0-5-8 0,0 5-8 0,0-3-8 16,0 3-9-16,0-4-5 0,0 4-3 0,0-5 3 15,0 5 0-15,0-3 0 0,0 3-5 16,0-5-6-16,-6 5-9 0,6-4-9 0,0 4-5 0,0-4-2 16,-7 4-3-16,7-3-2 0,-7 3-3 0,1 0 0 15,0 0-1-15,-1 0 0 0,0 0 0 16,1 0 0-16,0 0 1 0,-1 3-2 0,1-3-1 15,-8 4 1-15,8 0 0 0,0 1 2 0,-2-2-1 16,2 2 1-16,0-1 0 0,6-1 0 0,-7 2 0 0,1-1-1 16,6 0 0-16,-7 1 1 0,7-2-1 0,-6 2 1 15,6-2-1-15,0 1 1 0,-7 0 0 16,7 1 0-16,0-1 0 0,-6-1 0 0,6-3 0 16,0 9 0-16,0-5-1 0,-6 0-1 0,6 0 1 0,0 4 1 15,-8-4 1-15,8 4 0 0,0-4 0 0,-6 5 0 16,6-6-1-16,0 6 1 0,0-2-2 0,-6-2 0 15,6-1 1-15,0 4-1 0,0-3 1 0,0-1 0 16,0-1 1-16,-7 1 0 0,7 1-1 0,0-2 1 16,0 6-1-16,0-5 0 0,0 0 0 0,0 4 1 15,0-3 0-15,-7-2 0 0,7 5-1 0,0-4 0 16,0 5 0-16,-6-5 0 0,6 3 1 0,0-1-1 16,0 1 1-16,-6-3 0 0,6 4-1 0,0-4 0 15,-7 1 0-15,7 2 0 0,0-2-1 0,-6 2 0 16,6-3 1-16,-7 5 1 0,7-5 0 0,0 5 0 15,0-6 0-15,-7 1-1 0,7 5 0 0,0-2 0 16,0-2-1-16,-6 3 1 0,6-4 0 0,0 5 1 16,0-2-1-16,-6 1 0 0,6 1 1 15,0-2-2-15,0 2 1 0,-7 3-1 0,7-4 2 0,0 4-1 16,-7-4-1-16,7 5 3 0,0-2-1 16,-6 2 0-16,6-1-1 0,-6 1 1 0,6-1 0 15,-7 0-1-15,7 0 0 0,-6 0 0 0,6 1 0 16,0-1-2-16,0 0 2 0,-7 0 0 0,7 0-1 15,0 0 1-15,0-3 0 0,0 3 1 0,0-4 0 16,0 1 0-16,-7-2 0 0,7 5 0 0,0-3-1 16,0-1 0-16,0 0-1 0,-6 0 0 0,6 0 0 15,0 0 0-15,-6 1-1 0,6-2-2 0,0 2-1 16,0-5-2-16,0 5-1 0,-8-6-5 0,8 6 0 16,0-2 0-16,0-2-1 0,-6-1-1 15,6 3-1-15,0-2 2 0,0-1-1 0,0-1 2 16,-6 2 1-16,6-1 3 0,0 4 2 0,-6-4 0 15,6 1 4-15,0-2-1 0,-7 6 3 0,7-6-3 0,-7 6 1 16,7-1 1-16,-6-4-1 0,6 4 1 16,0 0 0-16,0 1 2 0,0-1 0 0,0-4-1 15,0 3 1-15,-7-2-1 0,7-1 1 0,0 4 1 16,0-3-1-16,0-2 1 0,0 1-1 0,0 5-1 16,0-6 0-16,0 6 0 0,0-6 1 15,0 6-1-15,7-2 2 0,-7-2 1 0,0 3-2 0,0-4 1 16,-7 0-1-16,7 1 1 0,0-2-2 15,0 1 1-15,0 1 0 0,0-2-1 0,0 2 1 16,7-5-1-16,-7 4 1 0,0 0-1 0,0-4 1 16,0 3 0-16,0-3 0 0,0 0 0 0,0 5-1 15,0-5 2-15,0 0-1 0,0 4 0 0,0-4 0 16,0 0-1-16,6 4 1 0,-6-4 0 0,0 0-1 16,0 0 0-16,0 4 1 0,7-4 0 15,-7 0-1-15,0 0 1 0,0 0 0 0,7 4 0 16,-7-4-1-16,6 0 2 0,-6 5 0 0,6-5 0 15,-6 4 0-15,6-4 0 0,2 0 1 0,-8 0 0 0,6 3 0 16,0-3 0-16,1 0 2 0,0 5-1 16,-1-5 0-16,1 0-1 0,-1 0 1 0,0 4-3 15,1-4 1-15,0 0 1 0,5 0-1 0,-5 0 0 16,6 0 1-16,0 4 1 0,0-4-2 0,0 0-1 16,1 0 0-16,-2 0 0 0,8 0 0 0,-7 0-2 15,-1 0-3-15,8 0-1 0,-6 0-16 16,-1-4-40-16,-1 4-72 0,2 0-69 0,-2-4-33 15,-5 4-18-15,0 0 5 0</inkml:trace>
  <inkml:trace contextRef="#ctx0" brushRef="#br0" timeOffset="121722.29">19929 4135 44 0,'0'-8'173'16,"6"0"7"-16,1-1-58 0,0 2-49 0,-7-2-31 15,6-2-12-15,0 2-3 0,0 1 3 0,-6-1 3 16,8-3 1-16,-8 0 1 0,0 5-3 0,0-5-5 15,0-1-9-15,0 0-8 0,0 1-4 0,-8 0-2 16,8 0-4-16,-6 4 1 0,0-5 5 0,0 1 6 16,-1 1 8-1,0-2 5-15,1 5 5 0,-1-4 4 16,7 4-1-16,-13-1-1 0,6 5-6 0,1-4-5 16,0 4-5-16,0 0-8 0,-8 0-4 0,8 4-4 15,-7 0-2-15,6 0-1 0,-6 4-1 0,-1 0 1 16,2 0 2-16,-1 4-1 0,0-4 0 0,0 8 2 15,-1-3 1-15,2 3 0 0,-1 0 1 0,0 4-1 0,0 1-1 0,6-5-1 0,-6 4-1 16,7 1 1 0,0-1-2-16,-2 1 2 0,2-2-2 15,6 1 0-15,-6 1-1 0,6-1-3 0,0 0-6 16,6 0-5-16,-6 1-6 0,6 0-6 0,2-5-7 16,4-1-5-16,-6 2-3 0,8-4-1 0,-1-2-3 15,0-3-6-15,6 1-1 0,1-5-3 0,-7 0-2 16,7 0 0-16,-2-5 4 0,2-3 9 0,0 5 10 15,-1-6 13-15,-5-4 12 0,5 2 12 0,-6-1 6 16,0 0 6-16,1-1 3 0,-2-3 1 0,-6 3 1 16,8-3 0-16,-8 4 4 0,7 0 5 15,-6-1 9-15,0 2 12 0,-1-1 13 0,0-1 13 0,-6 4 10 0,0 2 12 0,6 3 3 0,-6-5-4 32,0 6-7-32,0-2-14 0,0 5-16 0,8 0-20 15,-8 0-17-15,-8 0-11 0,8 0-6 0,0 5-2 16,-6-2-2-16,6 6 0 0,-6-2 2 15,0 2 0-15,-1 3-1 0,7 0 1 0,-7 4 0 16,1-3-1-16,6 3 0 0,0 1-2 0,-7-6-1 16,7 5-2-16,0-3 0 0,0-1-1 0,0 0-1 15,0 1-1-15,0-6-1 0,7 2 0 0,-7-1 0 16,6 0 0-16,1-4 1 0,0 0 2 0,-1 1 0 16,0-5 1-16,8 0 1 0,-8 0 3 0,0-5 0 15,8 1 0-15,-8 0 0 0,7-4 1 0,0 4 1 16,-6-4 0-16,5-1 0 0,-5-3 1 0,6 5 1 15,-6-5 0-15,5 3-1 0,-5-4 0 0,0 2 0 16,-7 2 0-16,6-3 0 0,0 4-1 0,-6-5 2 16,0 6-1-16,0 2-1 0,0-3-5 0,0 0-10 15,0 5-19-15,-6-2-25 0,6 1-26 0,-6 4-24 16,6 0-29-16,-7 0-39 0,0 4-22 16,1 4 4-16,6-4 14 0</inkml:trace>
  <inkml:trace contextRef="#ctx0" brushRef="#br0" timeOffset="122078.14">20320 4200 186 0,'0'-8'262'0,"6"0"23"16,-6 4-35-16,0 0-53 0,0 0-39 16,0-1-24-16,6 1-19 0,-6 4-16 0,0 0-24 15,0-3-23-15,0 3-17 0,0 0-14 0,0 0-14 16,0 3-7-16,-6 1-3 0,6 1-1 0,-6-1 0 15,-1 4 1-15,0 4 1 0,1 0 2 0,-1 0 0 16,7 5 1-16,-12-5 0 0,5 4-2 0,0 1-10 16,1-1-28-16,0 0-37 0,-2 1-43 0,2-1-53 15,0-4-66-15,-7 4-58 0,6-3-6 16,1-1 16-16,-7-4 33 0</inkml:trace>
  <inkml:trace contextRef="#ctx0" brushRef="#br0" timeOffset="122436.33">19746 4526 33 0,'0'0'149'0,"14"-4"-21"16,-8 4-39-16,7 0-30 16,0-5-16-16,6 2-7 0,7 3-6 0,-6-4-6 0,7 0-3 15,-9 4-4-15,9-5-5 0,5 2 1 0,-6-2 5 0,7 5 5 0,-1 0 2 16,1 0-2-16,-1 0 3 0,7 0-4 0,-5 0-9 15,4 0-5-15,-5 0-2 0,-1 0-4 16,1 5-3-16,0-5-19 16,-1 0-30-16,-6 3-48 0,0-3-54 0,-7 0-25 15,1 5-12-15</inkml:trace>
  <inkml:trace contextRef="#ctx0" brushRef="#br0" timeOffset="123134.05">19902 4945 86 0,'7'-4'152'0,"-7"-4"-33"0,7 4-41 0,-7-4-29 31,6 0-11-31,-6 0-4 0,0-1 2 0,7-3 0 0,-7 0-3 0,0 0-2 0,0 0-8 0,6 0-6 32,-6-1-8-32,0 5-5 0,-6-4-5 0,6 0-1 15,0-1 1-15,0 1 1 0,-7 4 0 0,1 0 0 16,-1 0 2-16,0-1 2 0,1 6 2 0,0-2 0 0,-8 5 1 0,2 0 0 15,-1 0 1-15,-1 5 1 16,-6-2-3-16,8 6-1 0,-8-1-1 0,1 4 0 16,5 0-1-16,-4 1 0 0,4 3 0 0,1 1-1 15,-7-1 2-15,8-1-2 0,6 6-2 0,-8-5 0 16,8 4 0-16,-1-4-1 0,1 5-1 16,-1-4 3-16,0 3-2 0,7-4-1 0,0-3 0 15,0 2-2-15,7 2-3 0,-7-5-3 0,7 1-2 16,-1-1-2-16,7-4-5 0,-7 0-6 0,8 0-5 15,-2-8-6-15,2 4-1 0,5-4 0 0,1-4 4 16,-8-1 8-16,8-2 7 0,0-2 10 0,-1-3 3 16,1 0 7-16,0 0 5 0,-1 0 4 15,-5-4 6-15,-2-1 1 0,1 1 1 0,0 0-1 16,0 0-1-16,1-5-1 0,-2 5 3 0,2-5 3 16,-8 2 8-16,7 2 14 0,-7 1 16 0,1-1 25 15,0 5 27-15,-7 4 32 0,6-1 25 0,0 6 9 16,-6-1-7-16,0 0-22 0,0-1-31 0,6 5-36 15,-6 0-36-15,0 0-27 0,0-4-12 0,0 8-7 16,-6-4-3-16,6 5-2 0,-6 3 0 16,6 0 3-16,-6 0-2 0,-1 1 1 0,7 3 1 15,-7-5 2-15,1 5 0 0,-1 1 1 0,7 0 1 16,-6-2-2-16,6 6 1 0,-6-5-1 0,6 0 0 16,-8 0-1-16,8 4-12 0,-6-3-23 0,6-1-30 15,0 1-36-15,-6-2-38 0,6-3-44 0,-6 4-46 16,6 1-51-16,0 0-16 0,0-6 9 0,0 2 28 15</inkml:trace>
  <inkml:trace contextRef="#ctx0" brushRef="#br0" timeOffset="123496.65">20124 4978 135 0,'0'-5'245'0,"7"2"12"0,-7 3-38 16,6-5-75-16,1 5-59 0,-1-3-36 0,0-2-21 15,1 5-9-15,0 0-5 0,5 0-1 0,-4 0-2 16,-2 0-2-16,0 0-2 0,1 5-2 0,-1-2-1 16,1 2-2-16,-7-2 0 0,6 2-1 0,-6 3 0 15,7 1 1-15,-7-2 0 0,-7 5 1 0,7-3 0 16,-6 3-1-16,-1 0 0 0,1 0 0 0,-1 5-1 15,1-5 0-15,-8-1 1 0,8-2 0 0,-7 3-1 16,0-3 0-16,7-1 0 0,-1 0-1 16,-6 0-1-16,6-3 0 0,7-2 0 0,-6 1-1 0,6 1-2 15,-6-2-1-15,6-3 1 0,0 4-1 16,6-4-1-16,0 0-1 0,1 0-1 0,6 0-5 0,6-4-13 16,1 1-21-16,6-2-32 0,7 1-41 0,-7 1-57 15,13-6-40-15,-7-3-12 0,7 4 13 16</inkml:trace>
  <inkml:trace contextRef="#ctx0" brushRef="#br0" timeOffset="124451.15">24449 1045 55 0,'0'0'186'16,"0"-3"6"-16,0 3-54 0,0 0-53 0,0 0-41 16,0 0-26-16,-7 3-11 0,7 2-5 0,0-5-4 15,0 8 0-15,0-4 2 0,0 0-1 0,-7 4 0 16,7 1 1-16,0-6 0 0,0 5 0 0,0 1-2 15,-6-1 2-15,6 4-1 0,0-3 1 0,0-1 0 0,0-1-1 16,0-3-1-16,0 5 1 0,0-6 0 16,0 2 0-16,0 3 1 0,6-4 2 0,-6 0 1 15,0 1 1-15,0-2 0 0,7 1 2 0,-7-4 1 16,7 5 2-16,-7-2 1 0,0 1 5 0,6-4 7 0,0 0 6 16,2 5 7-16,-2-5 4 0,7-5 2 15,0 5-2-15,0-4-5 0,-1 4-6 0,8-3-6 16,-7-2-5-16,7-2-4 0,0 2-3 0,-1-3-1 15,0 5-2-15,-6-7 0 0,7 3-2 0,-7-2 0 16,7 2-3-16,-7-1-1 0,0-1-1 0,-1 5-1 16,2-4-1-16,-1 0-5 0,-7 4-13 0,1-5-30 15,-7 5-47-15,0 1-77 0,0-2-39 0,0 5-18 16,0 0 2-16</inkml:trace>
  <inkml:trace contextRef="#ctx0" brushRef="#br0" timeOffset="125106.6">24266 2714 114 0,'0'0'217'0,"0"-3"8"0,0 3-54 16,7 0-64-16,-7 0-45 0,0 0-31 0,6 3-16 16,-6-3-8-16,0 4-1 15,0-4-1-15,0 5 0 0,0-1-1 0,0 0 0 16,0 0-2-16,0 4 1 0,0-4-3 0,0 5 1 16,0-1 0-16,-6-4 2 0,6 3 0 15,-7 2-1-15,7-6 1 0,0 7-1 0,0-7-1 16,0 1 0-16,0 0 4 0,0 1 2 0,7-5 6 15,-1 3 4-15,1-3 3 0,0 0 1 0,5-3-1 16,2-2-3-16,5 1-5 0,-6 0-4 0,6-4-2 16,1 3-5-16,6-2-1 0,-7-5 0 0,1 3-1 15,0 1 0-15,6-3-2 0,-7 2 0 0,1-4 1 0,-1 6-3 0,1-5-9 16,0-1-28 0,-8 5-49-16,2 0-79 0,-2-4-43 0,-5 4-20 0,-7 3 0 15</inkml:trace>
  <inkml:trace contextRef="#ctx0" brushRef="#br0" timeOffset="126151.64">21557 3879 200 0,'0'-9'252'0,"6"1"24"16,-6 4-48-16,7 0-62 0,-7 1-42 15,7-2-32-15,-7 5-20 0,0-4-25 0,0 4-22 16,0 0-16-16,0 0-8 0,0 0-2 0,0 4-2 16,0 1-2-16,0 2 2 0,-7 2 3 0,7 3 0 15,-7 0 0-15,1 5 1 0,6-1 1 0,-6 4-1 16,-1 0 1-16,0 1-1 0,-6-2 0 0,7 10 1 15,-7-5-1-15,0 6-1 0,-1-7-3 0,2 6-3 16,-1-1-6-16,6-3-6 0,-6-5-2 0,7 5-2 16,-8-9 2-16,8 0 4 0,0 0 5 0,-1-3 4 15,0-1 4-15,1-4 1 0,6 0 0 0,0-3-3 16,-6-1-2-16,6-1 1 0,0 1 0 0,0-4 2 16,0 0 2-16,0 0 2 0,0 0 0 15,0 0 0-15,6 0 0 0,-6-4 0 0,6-3 0 16,1 2 1-16,-7-3 1 0,7 4 0 0,-1-3 1 0,0-2-1 15,8 1-1-15,-8-4 0 16,1 3 1-16,-1 2-1 0,7-2-2 0,-6 1 1 0,5 4 0 16,-4-4 0-16,4 4 0 0,-5 4-1 15,-1-4 1-15,7 4-1 0,-6 0-2 0,-1 0 0 16,1 4 0-16,0 0 0 0,-1 4 1 0,0 0 1 16,1 0 0-16,0 0 0 0,-1 5 0 0,-6-6 0 15,6 6-1-15,-6-1 1 0,0 1 0 0,0-1-1 16,0 0 1-16,0 5 0 0,0-6 1 0,0 2 0 15,0-1 0-15,-6-4-1 0,0 0 1 0,6 4 0 16,-7-3-1-16,0-2 1 0,7-2 0 0,-6 3 1 16,0-4 3-16,-1 0-2 0,-6 1 4 0,6-5-2 15,-6 3 0-15,7-3 2 0,-7 0-2 0,7-3 0 16,-8 3 0-16,1-5-1 0,0 1 0 16,0 0-1-16,7-4-1 0,-8 3-1 0,2-2 0 0,5 2-3 15,-6-3-3-15,7 4-4 0,-1-3-8 16,1-2-14-16,-1 5-19 0,7-1-28 0,-7-2-39 15,7 2-54-15,0 2-46 0,0 3-15 0,0-5 5 16</inkml:trace>
  <inkml:trace contextRef="#ctx0" brushRef="#br0" timeOffset="126446.4">21778 4404 105 0,'7'-4'305'0,"-7"-1"33"16,0-2 44-16,0 2-45 0,0 5-72 16,0-3-48-16,0 3-23 0,0-5-20 0,0 5-34 15,0 0-34-15,0 0-32 0,0 0-23 0,0 0-17 16,0 0-17-16,0 0-12 0,0 0-7 0,0 0-4 15,0 0-2-15,0 8-1 0,-7-3 5 0,7 2 2 16,-6 2 2-16,0 3 1 0,-1 0-13 0,0 4-46 16,1-3-75-16,-7 3-85 0,6-4-99 0,-6 1-97 15,1-1-39-15,-2 4 18 0,1-3 60 16</inkml:trace>
  <inkml:trace contextRef="#ctx0" brushRef="#br0" timeOffset="126734.18">21290 4669 33 0,'-7'0'394'0,"7"0"62"16,-6 0 32-16,6 0-9 0,0 0-131 15,6-5-145-15,1 5-112 0,0-4-63 0,12 1-36 16,-6-2-16-16,13-2-1 0,0 7 7 0,6-5 9 0,1 1 2 16,7 4 3-16,-8 0-3 0,7 0-10 0,0 0-12 15,-7 0-24-15,8 4-25 0,-1 1-24 0,-7-5-29 16,1 3-26-16,-7 1-21 0,7 1-26 16,-7-5-30-16,-7 3-52 0,1 6-9 0,-8-5 14 15,2 3 27-15</inkml:trace>
  <inkml:trace contextRef="#ctx0" brushRef="#br0" timeOffset="127322.9">21472 4795 133 0,'0'0'327'0,"0"3"26"0,0-3 15 0,0 0-92 15,-6 0-98-15,6 0-79 0,0 0-50 16,0 0-28-16,0 5-14 0,0 3-7 0,0 1 0 0,-7-2-1 0,1 5 1 16,-1 0 1-16,7 5 1 0,-6-1-1 0,-7 0 0 15,7 5 0-15,-2-1-1 0,2 1 2 16,0-1-1-16,-1-4-1 0,-6 5-1 16,7-1 1-16,-1 0-1 0,1 1-6 0,-1-5-2 15,0 0-9-15,1 1-11 0,0-5-13 16,-1 0-11-16,7-4-11 0,-7 4-9 0,7-8-1 0,0 5 1 0,0-6 4 15,0 1 9-15,0 1 12 0,0-5 12 16,7 0 10-16,-7 0 12 0,7 0 7 16,-7-5 5-16,6 1 1 0,-6 1 0 0,6-6 0 15,-6 5 1-15,7-4 0 0,0 1 1 0,-7-6-1 16,6 0 2-16,-6 6-1 0,7-6-1 0,-1-3 0 16,0 3 1-16,1 1 2 0,0 0-1 15,-1-4 1-15,0 3 1 0,2 2 3 0,-2 3 2 16,0-5 3-16,1 5 5 0,-1 0 0 0,7-1 3 15,-6 1-2-15,-1 0-1 0,0 5-3 0,8-1-5 16,-8-1-2-16,1 5-3 0,6-4-2 0,-7 4-1 16,7 0-1-16,-6 0-1 0,6 0 1 0,-7 0 0 15,1 4 1-15,0-4-1 0,-1 5 0 0,0-1 1 16,1-1 0-16,-1 2 0 0,1-2-1 16,0 2 0-16,-1 3-1 0,-6-4 1 0,6 4-2 15,-6 0 1-15,0-4 0 0,0 5 0 0,0-1 2 0,0-1-2 16,0 2 2-16,-6-1 0 0,0 1 0 15,-1-2 2-15,0 2-2 0,1 3 2 0,-1-4-2 0,-5 0 1 0,5 0-2 16,-6 0-3-16,0 0-11 16,0 1-16-16,-7-6-27 0,7 2-36 0,1 3-42 15,-8-4-54-15,7 0-35 0,0-4-7 0,0 5 14 0</inkml:trace>
  <inkml:trace contextRef="#ctx0" brushRef="#br0" timeOffset="127646.86">21707 5063 138 0,'6'0'176'0,"7"-4"-31"0,-6 4-40 0,-7 4-28 16,6-4-14-1,1 5-6-15,-1-5-9 0,1 3-7 0,0 2-7 16,-7-1-4-16,0-1-4 0,6 6 2 0,-6-5 3 0,0 4 0 15,0-4 0-15,-6 4 1 0,6 1-2 16,-7-2-6-16,7 2-4 0,-7-1-2 0,7 1 0 16,-6-6-3-16,-1 6-3 0,7-6-3 0,-6 5 0 15,6-3-3-15,-7-2 0 0,7 1-3 16,0 1 0-16,0-2 0 0,0 1 0 0,7 1 0 0,-7-1-2 0,13 0 0 0,-7 0 1 16,14-4-4-16,-7 5-4 15,6-5-5-15,1 0-11 0,-1 0-26 16,1 0-29-16,0 0-27 0,-1 0-38 0,1-5-60 15,-1 1-22-15,-6 0 7 0,0 0 19 0</inkml:trace>
  <inkml:trace contextRef="#ctx0" brushRef="#br0" timeOffset="128260.13">20665 4482 146 0,'-7'-5'214'16,"7"5"-4"-16,0 0-29 0,0 0-22 0,0-4-11 16,-6 4-4-16,6 0-5 0,0 0-3 0,0 0-3 15,0 4-10-15,0-4-10 0,6 0-18 0,-6 0-16 16,0 0-20-16,0 0-17 0,0 0-14 0,7 0-11 15,-7 0-6-15,12-4-6 0,-4 4-3 16,4 0-3-16,1 0 0 0,0-3-1 0,7 3-1 16,-7 0 3-16,7 0-2 0,-1 0 2 0,1 0 2 0,0 0-1 0,5 0 1 15,-5 0 1-15,0 0 0 16,5 0-3-16,1 3 0 0,0-3 3 0,-6 4-5 16,6-4-17-16,-1 5-29 0,-5-5-34 0,0 0-35 15,-1 3-38-15,-5-3-30 0,-2 0-23 0,-5 0-14 16,0 0-12-16,-1 0-21 0,-6 0 6 0,0 0 18 15</inkml:trace>
  <inkml:trace contextRef="#ctx0" brushRef="#br0" timeOffset="128571.44">20703 4624 182 0,'0'0'203'0,"7"0"-21"0,0 0-30 16,-1 0-21-16,1 0-10 0,6 0-11 15,0-5-10 1,-1 5-15-16,8 0-21 0,-7-3-20 0,7 3-18 0,0 0-11 15,-1-4-5-15,1-1-7 0,0 1 0 16,-2 4-2-16,2-4 0 0,0 1 0 0,-1-2-2 16,1 1-10-16,-1 0-24 0,1 0-36 0,-8-5-56 0,8 6-87 0,-6-6-44 0,-1 1-16 15,-7 4 12 1</inkml:trace>
  <inkml:trace contextRef="#ctx0" brushRef="#br0" timeOffset="129094.1">21153 4167 61 0,'0'-4'171'15,"0"4"-11"-15,0-3-28 0,0-1-14 0,-6 4-10 16,6 0-10-16,0-5-10 0,0 5-15 0,0 0-11 16,0 0-13-16,0 0-13 0,0 0-10 15,0 0-11-15,0 0-7 0,0 0-2 0,-7 5-6 16,0-1 1-16,1 3 1 0,0-2 0 0,6 3-1 15,-14 1 0-15,8-6 1 0,0 10 3 0,-1-6-2 16,-6 6 1-16,0-1 1 0,-1 4-1 0,2 5 0 16,-1 0-2-16,-7-2-1 0,8 5-1 0,-8 2 0 15,0-2-1-15,1 1 0 0,5 3 0 0,-4 1 2 16,-2-1 0-16,0-4 0 0,1 4 2 0,-1-3-2 16,0 3-1-16,7-3 0 0,-7-1 1 0,8 0-1 15,-1 1 0-15,0-5 0 0,-7 1 0 16,13-1 0-16,-11-4-2 0,10 4 1 0,-4-3 0 0,-1-5-1 15,6 5 0-15,-6-6 0 0,7 2-2 0,0-4-2 16,-2 2-7-16,2-3-11 0,6-4-10 16,-6 1-13-16,6-2-11 0,-7 2-10 0,7-1-5 0,0-4 0 15,0 4 2-15,0-4 1 0,0 0-5 16,0-4-7-16,7 4-10 0,-1-4-14 0,-6-1-22 16,6 2-10-16</inkml:trace>
  <inkml:trace contextRef="#ctx0" brushRef="#br0" timeOffset="141443.26">22853 10318 129 0,'0'0'219'0,"0"5"7"15,0-5-57-15,0 0-63 0,0 3-46 0,0-3-32 16,0 0-15-16,0 0-8 0,0 0-5 0,6 0 0 16,-6 0 0-1,7 0 2-15,-7 0 0 0,7 0-1 16,-1 5 1-16,0-5 0 0,8 0 0 0,-8 0 0 15,1 0 2-15,5 3 3 0,-4-3 5 0,4 0 2 0,-6 5 4 0,8-1 2 16,-1-4-1-16,7 4-3 16,-2 0-2-16,2-4-6 0,0 3-2 0,5 2-1 15,2-1-3-15,5 0-2 0,-6 4 0 0,13-3 0 16,1-1 1-16,-1-1-1 0,0 6 2 0,0-5-1 16,7 4 0-16,0-3 0 0,5-2 0 15,1 5-1-15,1-3 0 0,5 2 1 0,8-2-1 16,-9 2-1-16,9-2 1 0,-1-1-4 0,0 4 1 15,0-4 1-15,7 4 3 0,-7 1 0 0,7-2-1 16,6-2 4-16,-6 3-1 0,6 0-3 0,0 0-1 0,0-1-1 0,0 2-1 0,0 3 2 16,7-3 1-1,-6 3 0-15,4-4 0 0,2 4 0 0,0-4 1 16,7 4 0-16,-1-4-1 0,0 5-2 0,-7-1 2 16,7 0 1-16,-6-4 1 0,6 5-2 0,0-1 1 0,-6-4 0 15,7 4-1-15,-1 1 0 0,0-6 0 16,0 5 5-16,0 1 9 0,-7-1 9 0,8-4 6 0,-1 4 4 0,0 0 2 0,7-3-4 31,-7 3-6-31,0-4-8 0,-6 4-4 0,6-4-4 0,0 1 0 16,-6 2-2-16,6-2 0 0,7 0-3 15,-7 3-3-15,0-5-2 0,1 5-1 0,-1-3 0 16,-6-1 1-16,5 4 0 0,1-3 2 0,-6-2 1 16,0 2 1-16,0-1-2 0,-1 0-2 0,-5 0 2 15,-2 0-1-15,-5 1 2 0,0-2 0 0,-7 2 0 0,0-1 1 0,-6-1 0 0,-1 2-1 16,-5-5-2-16,-1 4-1 0,-7 1 0 0,1-6-2 15,-7 6 0-15,0-5-6 16,-7-1-17-16,-5 2-27 16,-1 0-32-16,-7-2-35 0,-6-3-38 0,-6 0-43 15,-1 0-28-15,-6 0 4 0,0 0 22 0</inkml:trace>
  <inkml:trace contextRef="#ctx0" brushRef="#br0" timeOffset="142325.57">25542 7351 39 0,'0'0'167'0,"0"0"3"0,-6 0-58 0,6 4-53 16,0 5-29-16,-6 2-16 0,-1 6-4 0,7-1-2 16,-6 4-4-16,-1 5 1 0,1 4-2 15,-1-1 1-15,1 4-1 0,-1 5 3 0,7-4 5 16,-7 7 7-16,1-3 10 0,0 7 11 0,-1 2 10 15,0 2 5-15,7 1 2 0,-6 8-1 0,0 0-5 16,-1 0-8-16,1 8-4 0,-1 0-4 0,0 1-1 16,1 2-4-16,0 1-2 0,-1 5-3 0,0-1-1 15,1 1-2-15,0 2-3 0,-1 6-2 0,0 0 1 0,1 8 2 16,-1-6-3-16,1 11 1 0,0-6-1 0,-2 4 2 16,2 5-2-16,-6 0-2 0,5 4-3 0,-6 0-3 15,0-1 0-15,7 6-4 0,-8-6-1 16,8 4 1-16,-8-2 0 0,8-6 0 15,0 5 0-15,-1-4-2 0,1 0 2 0,-1-1-3 0,0 0-1 16,1-2 1-16,6-2-1 0,-6 5 1 16,0-1-1-16,-2-2 1 0,8 1-2 0,-6 2 0 15,-7 0-1-15,6 0 0 0,1-5 3 0,-1 5 1 16,1-4 0-16,6-5 3 0,-6 4-1 0,-2-3 1 16,2 5-5-16,0-7-1 0,-7 2 0 0,6-5 3 15,1 2 0-15,-1-2 1 0,1-4 2 0,0 4-1 16,-8-3 3-16,8-1-5 0,0-4 0 0,-8-3 0 15,8-1-2-15,-1-7 0 0,1-2 0 0,-1-7 1 16,0 0 1-16,1-8-3 0,0 0-10 0,0-8-21 0,-2-1-30 16,2-7-35-16,0 0-45 0,-1-9-56 0,1 0-51 15,6-8-10-15,-7 1 12 16,0-8 24-16</inkml:trace>
  <inkml:trace contextRef="#ctx0" brushRef="#br0" timeOffset="143508.72">20782 11730 84 0,'-6'0'230'0,"6"0"17"0,0 0-29 0,0 0-67 15,-8 0-52-15,8 0-38 0,8 0-24 0,-8 0-17 16,0-3-10-16,6-1-5 0,0-1-2 16,1-3-2-16,6 0 1 0,0 0-1 0,1-4 3 15,4 4-1-15,-4-5 2 0,5-3 0 0,1 4 0 16,-1 0 3-16,7-5 3 0,-6 5 3 0,6-4 3 16,0 0 2-16,-1-1 0 0,9 1-3 0,-9 0-2 15,8-4-6-15,-1 3-1 0,2-2-1 0,4 2-2 0,-5-4-1 0,6 1-2 0,7 0 2 16,-7-1-2-16,6-3-1 0,-5 3-1 15,5-3 2 1,1 0 0-16,-1-4 0 0,1 3 1 0,5 1 2 16,2-5-3-16,-8 1 0 0,14 0 0 0,-7-1 3 15,7-4-3-15,0 0 3 0,-1 0 3 0,7 2 2 16,0-7-2-16,0 1 0 0,-6 1 0 0,6 0 0 16,0-1-3-16,0 1-1 0,0-1 1 0,7 0 0 15,-7 0-2-15,7 1-2 0,-7-5 1 0,7 5 0 16,-1-2-1-16,-6 7-1 0,7-11 0 0,0 9 1 15,-7-3-1-15,6 0 1 0,2-1 0 0,-2 1 2 16,0-1 0-16,8 0-2 0,-1 0-1 0,0-3-2 16,-7 3 0-16,8-4 0 0,-1 1 2 0,7 3 0 15,-8-4 1-15,8 5 0 0,0-5 0 0,0 0 0 16,-1 0 0-16,1 6 0 0,0-7 0 0,0 6 6 0,-1-1 0 16,-6 1 0-16,7-1-1 15,6 1 0-15,-7-2-2 0,1 6-4 0,0-5 0 16,0 0 0-16,-1 6 0 0,1-7 1 0,-7 6 0 15,6-5 0-15,1 5 1 0,0-5-1 0,0 5 0 16,6-5-2-16,-7 5-1 0,7-5 2 0,-6 4 2 16,7-4 3-16,-8 5-1 0,1-4 2 0,7 3 1 15,-8 0 5-15,7-3 3 0,-6 3 4 0,0 0 7 16,0 1 4-16,-8-1 2 0,8 1-2 16,-7-1-4-16,0 0-6 0,-6 1-3 0,6-1-5 15,0-3-4-15,-6 7-1 0,-1-4-1 0,1 2 0 16,0 2-3-16,-7 0 1 0,0-3 1 0,0 7-1 15,0-4-1-15,-6 1-1 0,6 4 0 0,-6-4 0 16,-1 2-1-16,1 3 1 0,-8 2 2 0,2-4-1 16,-1 6 0-16,-7-2 1 0,-5 1-1 15,-7 3-1-15,5 1 1 0,-11 0 1 0,-1 3-2 0,-7 1-1 16,7 0 2-16,-12 5 0 0,-2-2-1 16,1 1-1-16,-6 3-4 0,-1 1-10 0,1 4-20 15,-7-3-32-15,0-1-46 0,0 4-53 0,-7 4-68 16,1-1-49-16,-7 1-14 0,0 9 18 0,-7-1 35 15</inkml:trace>
  <inkml:trace contextRef="#ctx0" brushRef="#br0" timeOffset="145099.62">20835 14165 153 0,'6'-8'170'0,"6"-1"-41"0,2 1-50 0,-1-4-34 16,-7 4-19-16,8-4-13 0,4-1-6 0,2 2-3 0,0-1 2 15,-1 0 3-15,7-1 3 0,-6 1 0 16,13-5 2-16,-7 1 5 0,6 4-2 0,1-5 3 16,-1 1 1-16,7 1 4 0,0-2 2 0,1-4 2 15,5 5 2-15,0 0-2 0,1-4-2 0,7-1-5 16,-8 5-2-16,1-4 1 0,5-1 1 0,8 1 5 15,-7 0 1-15,7-4 2 0,0 3 1 0,0 0-4 0,6-3-6 0,0 3-5 0,0 2-1 16,6-7 2 0,-6 7 6-16,7-6 5 0,-7 5 7 0,7-1 2 15,-7-3 0-15,7 3-1 0,-1-7 0 0,0 4 6 0,2 0 5 0,4-5 11 0,2 1 10 16,-8 3 8 0,8-4 2-16,-8 1-3 0,1-1-4 15,6 1-9-15,-6 0-11 0,6-1-11 0,0-4-11 16,7 5-9-16,0-5-6 0,-1 4-8 0,0-3 1 15,1 0 0-15,0 0 0 0,6-2 1 0,1 2-4 16,-2 3-1-16,1-4-3 0,8 2-2 0,-2-2 1 0,-6 0-1 16,1 0 5-16,5 1 2 15,-6-5-1-15,7 4 1 0,-1 2-2 0,1-7 3 16,-7 6 1-16,7-4 0 0,-7 7 7 0,0-8 1 16,0 8 1-16,1-3-4 0,-1-1-2 0,6 5 2 15,2-4 0-15,-2-1-1 0,1 0 5 0,-1 5 6 16,-5-5 6-16,5 4 2 0,1-2 0 0,0 2 3 15,6 0 3-15,-7 1-1 0,1-1 3 0,1 0 3 16,-9 1-2-16,1 0-3 0,7-1-4 0,-6-3-5 16,5 3-5-16,-13 0-7 0,7 1 2 0,-6 4-1 15,-6-4-1-15,-1 4 1 0,-6-1-2 0,-1 4-3 16,0 1-7-16,8-4-1 0,-8 3-3 0,1 4-3 16,0-2-2-16,-7-2 0 0,-6 1 5 15,6 4 2-15,-13-1-1 0,0 1 2 0,0 0 5 0,0 0-1 16,-6 4-3-16,6-4-1 0,-7 3 3 15,-5 0-3-15,5 1-5 0,-6 0 2 0,1 0 7 16,-2 0-2-16,1 4 1 0,0 0 6 0,-7-1 12 16,2-4 4-16,-1 6 5 0,-8-2 9 0,1 2 6 15,-6-2-1-15,6 6-11 0,-7-6-6 0,-5 1-7 16,4 4-6-16,-4-3-8 0,-1 2-5 0,0 0-1 16,0 2 0-16,-7-1-4 0,8-1-1 0,-8 1 1 15,0 4-1-15,-6-3 2 0,7 3 0 0,-7 0 0 16,0 0 0-16,7-4 0 0,-7 4 0 0,0 0 0 15,0 0 2-15,0 0-1 0,0 0 2 16,0 0-3-16,0 0 1 0,0 0-1 0,0 0-1 0,0 0-1 16,0 0-2-16,0 0 0 0,6 0 3 15,-6 0 5-15,7 0-2 0,-1 0 1 0,7 0 1 16,-6-5-1-16,5 2 0 0,2 3-1 16,-1-5-1-16,0 1 3 0,0-5 3 0,7 6 0 0,-8-6-1 15,8 6 1-15,-1-6 0 0,1 2-5 0,0-6-3 16,-1 4 0-16,1 2 0 0,6-5-4 15,-7 3 2-15,1-3 1 0,0 5 0 0,-1-6-1 16,0 0 4-16,1 6 1 0,-1-5-5 0,1 0 3 16,6-1 1-16,-7 1-2 0,1-1 0 0,6-3 3 15,1 4 2-15,-9-4 0 0,2 4-1 0,0-5 2 16,-1 1-2-16,1 4 1 0,-1 0 2 0,-5-5 0 16,4 9-1-16,-4-4 2 0,-1 0-4 0,7 4-4 15,-8-1 0-15,2 2 1 0,-8-2 3 0,7 1-3 16,0-1 2-16,0 2 4 0,1 2 0 0,-2-2-1 15,2 2-6-15,-8-2 3 0,7 2-1 16,0 1-2-16,0 0-2 0,-1 1 1 0,-4-2 3 16,-2 1-2-16,7 0 0 0,-6 4 0 0,-1 0-2 15,1-4-3-15,-7 4-15 0,6 0-43 0,-6 0-77 0,6 4-88 16,-6-4-106-16,-6 4-141 0,0 0-62 16,-14 1 2-16,1-2 57 0,-7 1 77 0</inkml:trace>
  <inkml:trace contextRef="#ctx0" brushRef="#br0" timeOffset="146223.99">26161 8914 9 0,'-6'4'183'0,"-1"0"8"0,1 0-31 0,6 4-63 16,0-4-44-16,0 5-25 0,0-1-13 0,0-1-7 16,6 2 0-16,1 0-1 0,6-1 0 15,6-1 1-15,-5-3 1 0,12 1-1 0,-7-1 2 16,7-4-1-16,0 0 0 0,1 0-1 0,-9 0-1 0,9 0-1 15,-1 0-1-15,0-4-3 0,-6 4 1 16,-1 0 1-16,1-5 3 0,-1 5 3 0,-6 0 3 16,-6 0 2-16,-1 0 2 0,1 0 0 0,-1 0 1 0,-6 0 1 15,0 9-1-15,-6-6 0 0,-7 10-2 16,0 3-3-16,-1 0-4 0,-5 9-9 16,-7-1-29-16,0 9-57 0,0-1-78 0,-7 5-39 0,1-1-22 15,6 6-5-15</inkml:trace>
  <inkml:trace contextRef="#ctx0" brushRef="#br0" timeOffset="146720.57">26754 11987 626 0,'-6'-4'790'0,"6"1"83"0,-7-6 44 0,7 5-72 15,0 1-281 1,-6-3-306-16,6 3-182 0,0 3-111 0,0-4-67 0,6 0-32 16,1-1 3-16,-1 1 15 0,1 4 16 0,5-4 19 15,2 4 18-15,-8-4 15 0,7 4 12 16,0 0 3-16,0 0 3 0,-7 0 4 0,8 0 2 15,-8 0 4-15,1 4-3 0,0-4-1 0,-1 4 5 16,0 0 3-16,-6 1 3 0,7 3 1 0,-7 1 6 16,0-2 4-16,0 9-1 0,-7 1 3 0,1 3-14 15,-7 4-73-15,0 1-109 0,-7 3-133 16,-6 4-153-16,-7-3-108 0,1 4-45 0,-7 0 44 16,7-5 90-16,-7-4 123 0</inkml:trace>
  <inkml:trace contextRef="#ctx0" brushRef="#br0" timeOffset="148484.12">19141 9028 65 0,'-7'-8'115'0,"7"3"-23"0,0-2-14 15,0-2-9-15,0 2-8 0,0-5-2 0,0 3-5 16,0-3 1-16,0 4-4 0,0-5-9 0,0 1-7 16,0 0-6-16,0 0-6 0,0 0-5 0,-6-1-1 15,6-2 7-15,0 6 4 0,-7 1 2 0,7-4 6 16,-6 3 2-16,6 5 0 0,-7 1-8 15,0-2-8-15,1 1-5 0,-7 4-6 16,6 0-5-16,-12 4-4 0,6 4-1 0,0 1 0 16,-7-2 0-16,1 6-1 0,6 3 0 0,-6 0 0 0,-1 1 0 15,0-1 0-15,7 1-1 0,0-1 0 16,-6 4 0-16,5 1 0 0,2-5 0 0,5 4 0 16,1-4 1-16,-1 0 0 0,0 1-1 0,1-6 1 0,6 6 0 15,0-4 0-15,6-5-1 16,1 4 0-16,0-4 1 0,-1-4-2 0,7 0-2 15,-7 1-2-15,8-5-1 0,-2 0-6 0,8-5-7 16,-7 1-2-16,1 0-2 0,-2-4-2 0,8-1-1 16,-7 1 7-16,-7-4 6 0,8 4 5 0,-2-5 3 15,2 6 5-15,-8-5-1 0,0 3 1 0,8-3-1 16,-8 5 1-16,1-6 1 0,-7 4 2 0,6 2 4 16,0-2 8-16,-6 2 8 0,0 3 3 0,7-1 3 15,-7 5-1-15,0-3-5 0,0 3-8 0,0 0-8 16,0 0-5-16,0 3-3 0,-7 6 0 15,7-2 1-15,0 5 1 0,-6 1 1 0,6 0 0 16,-6 2 1-16,6-2-1 0,0 3-1 0,-7 0 2 16,7 1-1-16,0-6-1 0,7 6-1 0,-7-1 1 15,6-4 0-15,-6 1-1 0,6 0-1 0,1-6-1 16,0 5 0-16,-1-8 0 0,7 5-2 16,-6-6-1-16,6 2-3 0,-7-5-5 0,7 0-7 15,0 0-7-15,1-5-5 0,-2 2-3 0,-5-2 3 0,6-3 7 16,0 5 5-16,-7-6 8 0,8-4 7 15,-8 6 6-15,7-6 2 0,-6 1 4 0,-1 0 2 16,-6 0 7-16,6 0 9 0,1-5 5 0,-1 5 3 16,-6 0 1-16,0-1-1 0,0 1-9 0,0 0-8 15,0 5-6-15,0-2-4 0,0 1-4 0,0 3-1 0,0 1-4 16,0 1-21-16,0-1-32 16,0 4-29-16,0 0-32 0,0 4-49 0,0-1-35 15,0 1-2-15,-6 1 22 0</inkml:trace>
  <inkml:trace contextRef="#ctx0" brushRef="#br0" timeOffset="148856.57">19454 9166 102 0,'0'-4'226'16,"0"0"27"-16,0 1-34 0,0 3-34 0,0-5-22 16,0 5-15-16,0-4-9 15,0 4-9-15,0 0-13 0,0-4-14 0,0 4-18 16,0 0-17-16,0 0-19 0,0 0-20 0,0 0-13 0,0 0-10 0,0 0-7 15,0 4-5-15,0-4-1 0,0 4 1 0,0 1 3 16,-8 2 0-16,8 1 1 0,-6 1 2 0,6 2 2 16,-6 2 0-16,-1 3 0 0,1 1-2 15,-1 3 2-15,1-4-2 16,-1 4-18-16,7 1-48 0,-12-1-55 0,4-4-62 16,2 0-81-16,0 1-66 0,-8-1-18 0,8 1 26 0,-1-1 45 0</inkml:trace>
  <inkml:trace contextRef="#ctx0" brushRef="#br0" timeOffset="149268.93">18736 9569 79 0,'0'0'247'0,"0"-4"19"0,-6 4-9 15,6 0-81-15,0 0-65 0,0 0-40 0,0 0-30 16,0 0-19-16,0 0-11 0,0 0-4 0,6 0 0 0,-6 0-3 0,8 0-1 0,4 0 3 16,1 0 1-1,7-3 0-15,6 3-3 0,-6 0 1 0,12-5-1 16,1 5-2-16,6 0 0 0,0 0-2 0,-1-4 0 16,2 4 0-16,-1-3 0 0,0 3-2 0,7-5-1 0,-7 5-4 15,0-5-11-15,-7 5-19 0,8 0-24 16,-1-3-30-16,-7 3-36 0,1 0-49 0,-7 0-41 15,6 0-11-15,-12 0 11 0</inkml:trace>
  <inkml:trace contextRef="#ctx0" brushRef="#br0" timeOffset="151768.45">19082 9968 104 0,'7'-8'183'0,"-7"0"-5"16,6 0-53-16,-6-1-36 0,0 2-21 15,0-2-11-15,0 1-8 0,0 0-9 0,0 5-6 16,-6-6-10-16,-1 1-5 0,0-1-2 0,-5 6 2 15,-1-6 7-15,6 6 5 0,-12-2 7 0,5 1 4 16,-5 4 4-16,6-4 1 0,-6 4-3 16,-1 0-5-16,0 0-3 0,1 4-6 0,5 0-8 15,-5 1-6-15,0 3-4 0,-1-4-1 0,1 8-3 0,-1 0-1 16,7 0-1-16,-7 5-2 0,8-1 1 16,-2 4-3-16,2-4-1 0,-2 5 0 0,1-1 1 15,7 0 0-15,0 1-1 0,-8-1 2 0,14 0 0 16,-6-3-2-16,6 3 0 0,-6-4 0 0,12 1 0 15,-6-4-1-15,6-2 0 0,0-3 0 0,2 4-1 16,4-8-2-16,1 5-6 0,1-9-12 0,4 0-15 16,2 0-14-16,0-4-9 0,-1-5-7 15,7 2 0-15,-6-2 7 0,6-3 12 0,-7 0 12 16,8-5 8-16,-7 5 10 0,6-4 5 0,-7-1 5 16,1 1 4-16,-2 0 1 0,-4 0 1 0,-1 0 0 15,0 4 1-15,-6-5 1 0,5 1 0 0,-5 3 1 16,-7 1 3-16,7 0 12 0,-7 0 22 0,0 4 18 15,6-1 14-15,-6 2 19 0,0 3 12 0,0-1-4 16,0 2-19-16,0-2-15 0,0 5-16 0,0 0-20 16,-6 0-16-16,6 5-6 0,-7 3-6 0,0 3-2 15,1 1 2-15,0 1-1 0,-1 3 1 0,1 5-1 16,-1-1 1-16,0 0 0 0,1 1 0 16,0-1 1-16,-2 5 1 0,8-5-2 0,-6 5-3 15,6-5-13-15,0 0-31 0,0 1-32 0,0-5-39 16,0-3-39-16,0-1-52 0,0-1-53 0,6 1-5 15,2-3 13-15,-8-1 27 0</inkml:trace>
  <inkml:trace contextRef="#ctx0" brushRef="#br0" timeOffset="152083.17">19336 10070 165 0,'6'0'184'0,"-6"5"-28"0,7-5-39 0,-7 7-29 16,6-3-7-16,-6 4-2 0,0 1-4 15,0-2-11-15,7 2-5 0,-14-1 0 0,7 4-3 16,0-3 0-16,0-2 3 0,-6 6 2 0,6-5 1 16,-7 0-5-16,1 4-8 0,6-3-9 0,-6-2-10 15,-1 2-9-15,7-2-8 0,-7 3-6 0,7-7-1 16,-6 6-4-16,6-5-1 0,0 3-2 0,0-2 0 15,0-2 1-15,6-3 0 0,-6 4-2 0,7 1 0 16,6-5 1-16,0 0-1 0,0 0 1 16,6-5-5-16,8-2-14 0,-1 2-20 0,0-2-27 15,6-2-32-15,1-3-38 0,-7 4-40 0,7-5-56 0,-1-3-23 16,1 1 4-16,-1-2 19 0</inkml:trace>
  <inkml:trace contextRef="#ctx0" brushRef="#br0" timeOffset="152320.75">20032 9475 296 0,'0'0'477'0,"0"0"54"0,8 0 29 0,-8 0-101 0,0 0-146 0,6-3-136 15,0 3-105-15,8-5-57 0,-1 1-38 0,6 1-26 16,-6-2-33-16,7 1-45 0,-1-3-45 0,1 2-56 16,0 1-50-16,-1 0-47 0,-6 0-54 0,6-1 3 15,-5 5 27-15,-8 0 46 16</inkml:trace>
  <inkml:trace contextRef="#ctx0" brushRef="#br0" timeOffset="152506.82">19961 9683 48 0,'-6'9'341'16,"6"-2"46"-16,0-3 24 0,0 1-44 15,0-1-104-15,6 0-95 0,0-4-74 0,2 0-44 16,4-4-24-16,8 4-13 0,-1-4-7 16,7-5-6-16,1 6-7 0,5-6-25 0,1 5-38 15,5-4-49-15,2-4-56 0,-1 4-72 0,0-1-82 16,7-2-23-16,-7 2 14 0,0-3 36 0</inkml:trace>
  <inkml:trace contextRef="#ctx0" brushRef="#br0" timeOffset="153135.01">21186 8682 179 0,'0'-8'388'16,"0"0"54"-16,0 0 50 0,0-1-65 16,0 5-110-16,0 1-96 0,0-2-77 0,0 5-66 15,0-4-60-15,0 8-31 0,-7-4-16 0,7 8-5 0,0 1 1 0,-7 3 12 16,1-1 14-16,6 11 2 15,-6-6 5-15,-1 8 2 0,1 0 3 16,-1 0-2-16,-6 1-1 0,7 4-2 0,-1 4-7 16,-6-2-19-16,0 2-18 0,0 0-16 0,0 0-13 0,-1 0-11 15,2-2-3-15,-1-2 9 0,6-1 12 0,-6 2 11 16,7-11 9-16,-8 6 7 0,8-9 5 16,0 0 1-16,0-4 0 0,-1 1 1 0,7-5 3 15,-7 0 4-15,7-4 7 0,-6 0 5 0,6-4-2 0,6 0-11 16,-6-4-7-16,7 0-3 0,0-4-3 15,-1 0-1-15,0 0 1 0,8-4 2 0,-2-1-1 16,1-3-6-16,1-1-4 0,4 1-3 16,-4 0 6-16,6 0 7 0,-7-1 12 0,6 2 7 15,-6 2 8-15,0 5 5 0,7-4 2 0,-8 3 1 0,2 6 2 16,-2-1 0-16,2-1 1 0,-1 5 2 16,-7 5 0-16,7-1-1 0,-6 4-1 0,-1 0 0 15,0 0 1-15,2 4-1 0,-2 1 0 0,0 3 0 16,-6 0 1-16,0 0-1 0,7 1 0 0,-7 0 0 0,0-1 2 0,0 0 1 15,-7-4 1-15,7 4 2 16,-6-3 1-16,6-2 4 0,-6-2 0 0,-2 2 2 16,2-2 4-16,0 0 1 0,-1-2 0 15,1 1 0-15,-7 1-1 0,0-5-1 0,-1 4-4 16,2-4-5-16,-8-4-2 0,1 4-1 0,5-4-1 16,-5 0-2-16,0-4-1 0,6 4-2 0,-7-4-2 15,6-4-13-15,2-1-23 0,6 2-31 0,-8-2-39 0,8 1-51 0,6-5-56 16,-7-2-19-16,7 2 5 0</inkml:trace>
  <inkml:trace contextRef="#ctx0" brushRef="#br0" timeOffset="153378.07">21589 9052 235 0,'7'0'335'0,"-1"0"24"0,-6 0-15 0,7 4-96 16,-7-4-89-16,0 0-65 0,0 5-42 16,0-1-23-1,0-1-13-15,-7 10-4 0,1-5-5 0,-1 8-1 16,1-4-2-16,0 5-1 0,-1-1-2 0,0 4 0 16,1 0 0-16,0 2-3 0,-1-3-22 0,-6 6-55 15,0-1-60-15,-7-4-75 0,8 5-83 0,-8-1-42 16,0-3 0-16,7-1 41 0</inkml:trace>
  <inkml:trace contextRef="#ctx0" brushRef="#br0" timeOffset="153626.6">20906 9545 142 0,'0'-5'337'0,"0"5"26"0,6-7 14 16,-6 3-82-16,13-1-110 0,-6 2-83 0,12-6-48 16,1 5-22-16,6-4-10 0,7 4-4 0,-1-4-2 15,7 4 0-15,7 0-2 0,-1-1-1 0,1 2-6 16,13-2-2-16,-8 5-2 0,2 0-8 0,-1 0-21 16,0 0-47-1,-6 0-61-15,-8 0-85 0,1 5-86 16,-6-5-44-16,-1 3-3 0,1 2 33 0</inkml:trace>
  <inkml:trace contextRef="#ctx0" brushRef="#br0" timeOffset="154221.26">21238 9630 247 0,'-7'-4'293'0,"7"4"32"0,0-3-50 0,-6 3-65 16,6 0-54-16,0 0-45 0,0 0-38 0,0 0-32 15,0 0-22-15,-7 3-12 0,7 1-4 0,-6 4-1 16,0 0 2-16,-2 9 1 0,2-5-3 0,0 5 2 16,-1 3-3-16,-6 0 2 0,7 1-2 0,-7-2-2 15,6 2 3-15,0-1-1 0,-5 1 0 0,5-1 1 16,-6 0 0-16,7 1 0 0,-1 0-2 0,-6-6 1 15,6 1 2-15,1 1-2 0,0-5-1 0,-2 0 0 16,2-3 1-16,6 3-1 0,-6-4-1 0,6-4 1 16,0 0-2-16,0 0 0 0,0 1-1 15,0-5-1-15,0 0 3 0,0 0 0 0,6 0 3 0,0-9 2 16,2 5 0-16,-2-4 0 0,7 1-2 16,-6-6-4-16,6 0-2 0,-1 1 0 0,2-4-3 15,-8 4-1-15,7-4-1 0,0-1 3 0,0 1 0 16,0-1 2-16,-6 2 2 0,5-1-1 0,2 4 2 15,-1-6-2-15,0 6 2 0,0 0 0 16,-1 0-1-16,2 4 2 0,-1-1 0 0,-6 5-1 0,-1 1-2 16,7-2-1-16,-13 1 0 0,6 4 0 15,1 4 0-15,0 1 3 0,-1-2-1 0,-6 1 0 16,6 5 2-16,-6 3 0 0,0-4-3 0,0 4 2 16,0 0 0-16,0 1 1 0,0-1-1 0,0 4 1 15,0-3 1-15,0-2 0 0,-6 6 0 0,6-5-1 16,-6 5 0-16,6-6 0 0,-7 6 0 0,0-5-1 15,1 4-1-15,-7-3 0 0,0 3 1 0,0-4 0 16,-1 1-1-16,2-5-1 0,-1 0 2 0,-7 0-1 16,8 0 0-16,-8 1-2 0,0-6-11 15,7 1-19-15,0 0-24 0,-6-4-28 0,12 5-37 0,-6-5-38 16,0-5-44-16,7 5-44 0,-1-4-10 16,0 0 12-16,7-4 26 0</inkml:trace>
  <inkml:trace contextRef="#ctx0" brushRef="#br0" timeOffset="154550.95">21453 9911 202 0,'6'0'224'0,"1"0"2"0,5 5-59 16,-4-2-48-16,-2 2-35 0,0-1-19 0,1 3-17 15,-1-2-14-15,-6 2-13 0,7 3-9 0,-7-3-3 16,0 5-2-16,0-3 0 0,0 3 2 0,0 0 7 16,-7-4 9-16,1 4 8 0,-1-4 4 0,1 5 6 15,-8-5 1-15,8 4-5 0,-7-4-5 0,7 0-6 0,-7 0-3 16,6 1-3-16,-5-2-3 0,4 2-3 0,2-5-3 16,0 5-4-16,-1-6-4 0,0 1-2 0,7-4-3 15,-6 4 0-15,6-4-1 0,0 5 2 16,6-5-1-16,1 0 0 0,6 0 0 0,1-5-2 15,5 5-6-15,0-4-17 0,8 0-24 16,-2-4-31-16,1 4-39 0,7-4-48 0,-1-1-63 16,8 1-35-16,-8 1-3 0,13-2 18 0</inkml:trace>
  <inkml:trace contextRef="#ctx0" brushRef="#br0" timeOffset="155353.22">22234 9435 141 0,'-6'0'126'16,"6"0"-24"-16,-6-4-20 0,-2 4-10 0,2 0-3 15,6-4-1-15,-6 4 1 0,6 0 5 0,-7 0 4 16,7 0 5-16,0 0 3 0,0 0 0 0,-7 0 0 16,7 4-6-16,0-4-10 0,0 0-13 15,0 0-12-15,0 0-11 0,0 0-9 0,0 0-8 0,0 0-5 16,0 0-6-16,0 0 0 0,7 0-3 0,-7 0 1 16,7 0 1-16,5 0 3 0,2 0 5 15,-1 0 1-15,7 0 1 0,6 4 0 0,-7-4-2 16,7 0-3-16,0 4-4 0,0-4-2 0,0 5-1 0,7-5-3 0,-1 3 0 0,1-3 0 15,-1 4 2-15,1 0 0 0,-1 1 0 0,1-5-1 16,6 3 0 0,-7 1-2-16,-6-4-6 0,7 5-14 0,0-5-18 15,-7 3-20-15,0-3-23 0,0 0-25 0,-6 0-25 16,-1 0-13-16,1-3-11 0,-8 3-8 16,2-5-7-16,-1 5 2 0,-7 0 8 0,0-4 0 15</inkml:trace>
  <inkml:trace contextRef="#ctx0" brushRef="#br0" timeOffset="155760.76">22111 9668 16 0,'0'0'138'0,"0"0"-26"31,0 0-37-31,0 3-24 0,0-3-9 0,6 0 9 15,0 4 10-15,-6-4 16 0,7 4 16 0,6-4 7 16,-7 4-1-16,8-4-2 0,-1 0-3 0,6 0-3 16,0 0-5-16,1 0-4 0,7 0-5 0,-1-4-9 15,6 4-12-15,-6-4-13 0,7 4-13 0,-1-4-10 16,7 1-8-16,-6 3-6 0,6-5-2 16,-7 1-4-16,8 4-1 0,-8-4-6 0,1 4-16 15,-1-4-26-15,-5-1-34 0,-2 2-40 0,-5-2-44 16,0-3-63-16,-1 1-37 0,-6 3-3 0,-7-5 16 15</inkml:trace>
  <inkml:trace contextRef="#ctx0" brushRef="#br0" timeOffset="156136.23">22788 9142 224 0,'-6'-4'250'0,"6"0"22"0,0 4-66 0,0-4-58 15,0 4-37-15,0 0-24 0,0-5-25 0,0 5-22 16,-8 0-17-16,8 5-12 0,0-1-7 0,-6 4-2 15,0 8-1-15,-1 0 0 0,1 6 0 16,-8 1 2-16,2 6-2 0,-2 3 1 0,2 1-2 16,-8 3 1-16,7 2 0 0,1 2 0 0,-8 0 2 15,0 10-2-15,1-5 1 0,-1 3 0 0,0-3-13 16,-6 3-20-16,7-3-22 0,-7 5-16 0,6-10-5 16,1 0-5-16,-1 1 10 0,0-8 15 15,1 0 7-15,6-1 1 0,0-7-13 0,7-1-20 16,-8-4-25-16,8 0-23 0,0-7-32 0,6 0-12 15,0-6 5-15</inkml:trace>
  <inkml:trace contextRef="#ctx0" brushRef="#br0" timeOffset="156748.63">23915 8829 126 0,'0'-12'196'0,"0"3"6"0,6 1-54 15,-6-5-36-15,-6 6-10 0,6-1-7 16,0-1-1-16,0 2-5 0,-7-2-3 0,7 1-10 15,-7-1-7-15,1 2-3 0,0 2-4 0,-1-3-3 16,-6 4-5-16,7 0-6 0,-8 1-9 16,1-2-7-16,1 5-10 0,-2-4-8 0,2 8-6 0,-8-4-3 15,7 5-1-15,0-2-2 0,-6 5 1 0,-1 0-1 16,7 4 0-16,-7-3 1 0,0 3 1 16,8 4-1-16,-8-3-1 0,7-1 1 0,0 4-1 15,-6 0 1-15,5 1-1 0,8-1 0 16,-7-4-2-16,0 4 1 0,6 1 1 0,1-1-3 15,6 0 0-15,-6-3 1 0,6 2 0 0,0 3 1 16,0-6-1-16,6 4 5 0,0 0-2 0,1-3 1 16,-1 2 2-16,7-2-2 0,0-1 0 0,1-5 0 15,5 6 0-15,0-5-3 0,-6 1 0 0,7-1-1 16,0-5 0-16,-1 2-3 0,1-1-7 0,0 0-10 16,-1 0-24-16,0-4-29 0,0 0-39 0,1 0-45 15,-6 0-60-15,5 0-63 0,1-4-17 0,-8 0 9 16,8 0 27-16</inkml:trace>
  <inkml:trace contextRef="#ctx0" brushRef="#br0" timeOffset="156981.1">24110 8955 181 0,'0'-4'283'0,"-6"0"31"0,6-1-15 16,0 5-78-16,0 0-63 0,0 0-50 0,0-4-29 15,0 4-33-15,0 0-21 0,0 0-16 16,-8 4-4-16,8 1-3 0,-6 3 0 0,0 4 2 0,6 1-1 0,-6-1 2 16,-1 4-1-16,0 0-1 15,1 0 0-15,-1 5-1 0,7-1 1 0,-12 0-2 16,4 1-18-16,2-1-51 0,-6 0-57 0,-2 1-67 0,8-1-82 0,-7-4-43 16,-1 5-3-16,2-5 35 0</inkml:trace>
  <inkml:trace contextRef="#ctx0" brushRef="#br0" timeOffset="157243.25">23524 9370 113 0,'0'0'298'0,"0"0"19"15,6 0 11-15,1-5-91 0,6 5-93 0,0-3-69 16,0 3-36-16,6-4-18 0,1 0-11 0,-1 4-5 16,7-5-3-16,-6 5 0 0,13-3 0 0,-13-1-2 15,12 4 0-15,-7-5 0 0,9 5-2 16,-9 0-6 0,1 0-20-16,0 0-33 0,-6 5-51 0,-7-5-66 15,1 4-72-15,-2-1-35 0,1 2-2 0,-13-5 24 16</inkml:trace>
  <inkml:trace contextRef="#ctx0" brushRef="#br0" timeOffset="157595.66">23667 9521 143 0,'-7'0'250'15,"1"-4"22"-15,-7 4-40 0,6-5-51 0,-6 1-36 16,1 4-20-16,-2-4-9 0,2 0 0 0,-8 4 1 16,7 0-1-16,-7 0-4 0,8 0-12 15,-8 0-12-15,0 0-16 0,1 0-10 0,5 0-13 0,-5 4-12 16,6 0-11-16,-6 5-6 0,5-2-8 16,2 2-7-16,-2-2-3 0,2 6-3 0,-2-1 0 15,1 4-1-15,7-4 2 0,-8 1-1 0,14 4 0 16,-6-5 3-16,0 4-2 0,0 1 4 0,6-2-1 15,0-2 1-15,0 3 0 0,6 0 1 0,0-3 0 16,0 2-2-16,2-2 4 0,4-5 0 16,1 4-2-16,1-8-2 0,5 4-4 0,0-4-18 15,1 1-39-15,6-5-42 0,-7 0-45 0,8 0-58 16,-8-5-62-16,8 1-59 0,-8-4-29 0,0 4 8 16,1-4 30-16,-1-1 48 0</inkml:trace>
  <inkml:trace contextRef="#ctx0" brushRef="#br0" timeOffset="157854.78">23719 9630 11 0,'6'0'275'0,"-6"-4"28"0,8 4 21 0,-8 0-56 15,6 0-70-15,0 0-62 0,1 0-43 0,6 0-23 16,-7 4-17-16,1 1-13 0,5-2-8 16,-4 2-8-16,-2-2-3 0,0 2-6 0,1 3-1 15,0 1-1-15,-7-2 1 0,6 1-2 0,-6 5 0 16,0-6 3-16,-6 6 11 0,6-4 11 0,-7 3 15 15,0-5 28-15,1 5 28 0,-8-3 18 16,8-2 5-16,-7 2-1 0,7-1-11 0,-1-4-29 16,1 4-27-16,-1-4-26 0,1-4-18 0,6 5-9 15,0-2-12-15,0-3-6 0,6 5-22 0,1-2-52 16,6-3-75-16,0 0-90 0,13-3-82 0,0-2-102 16,7 2-41-16,5-2 21 0,1-2 60 0,7-2 80 15</inkml:trace>
  <inkml:trace contextRef="#ctx0" brushRef="#br0" timeOffset="175634.85">21271 12219 132 0,'-8'-4'236'16,"8"4"17"-16,-6 0-47 0,6 0-53 0,0-3-37 15,-6 3-24-15,6 0-13 0,0 0-14 0,0 0-8 16,0 0-11-16,0 0-11 0,0 0-11 16,-7 3-11-16,7 1-5 0,0 0-3 0,0 1-1 0,-6 7-2 0,6-4 3 15,-7 8-2-15,7-4 1 16,0 4 0-16,0 0 0 0,-6 6-2 0,6-3 1 15,-7 2 0-15,7 0-2 0,0-1 0 0,-6 0 1 16,6 4 1-16,0-8-1 0,-6 6-1 0,6-6 2 16,-8-1-1-16,8 1 0 0,-6 1-1 0,6-5-1 0,-6-3 1 15,6-1-1-15,-7 0 0 0,7-3 0 0,-7-2 2 16,7 1 2-16,0 0-2 16,0-4-7-16,0-4-7 0,0 4-4 0,0-7-5 15,0-3-1-15,0-1 0 0,7-1 4 0,0-1 9 0,-7-3 3 16,6 0 4-16,0 0 0 0,2-5 2 15,-2 1 0-15,0-1 0 0,1 1 2 0,-1 0-1 16,-6-1 1-16,7-3 3 0,-1 3 7 0,-6 2 10 16,7 2 13-16,-1 1 16 0,-6-1 16 0,6 5 12 15,-6-1 11-15,0 6-4 0,8-1-8 0,-8 3-16 0,0 1-17 16,0 4-15-16,0-4-16 0,6 8-11 16,-6-4-3-16,6 4-1 0,1 1 3 15,6 3-1-15,-6-1 0 0,-1 2 2 0,7 3 0 0,0 0 1 0,0 1 0 16,-6-1-2-16,6 5 0 15,-1-5 0-15,2-1 0 0,-2 6-2 0,2-5-2 16,-1 0 1-16,0 4 0 0,0-3-1 0,-1-1 3 16,2-1 1-16,-1 2 1 0,0 0-3 15,0-2 0-15,-7-2 0 0,1-1-1 0,0 0 1 0,-1 1 0 0,0-5 2 16,1-1 1-16,-7-3 1 16,7 4 3-16,-7-4 14 0,0 0 12 0,6-4 4 15,-6 1 1-15,6-6 6 0,1 2 5 0,-7-6 2 16,6-3 1-16,1-1 5 0,0-3 1 0,-7-1-2 15,6 2-5-15,0-7-9 0,2-2-2 0,-2 0 7 16,-6-1 11-16,6 1 8 0,0-1 6 0,1 0 1 16,0-3-2-16,-7 7-7 0,6-3-2 0,1 4-6 15,-1 3-9-15,0 1-8 0,-6 4-14 0,8 3-31 16,-2 6-55-16,-6-1-62 0,6 3-59 0,-6 1-60 16,6 4-46-16,1 0-22 0,-7 0 5 15,7 4 20-15,-1 1 22 0,-6-2 24 0,7 6 15 0,-1-2-1 16,-6 2-7-16,7 4 11 0,0-6 20 15</inkml:trace>
  <inkml:trace contextRef="#ctx0" brushRef="#br0" timeOffset="175964.74">21876 12110 132 0,'0'0'251'0,"7"0"19"16,-7 0-34-16,0 0-42 0,0 4-38 0,0-4-30 15,0 0-17-15,0 0 1 0,0 0 17 0,-7 0 11 16,7 3 8-16,-7 2 1 0,1 3-7 0,-7-5-17 15,6 6-32-15,1-1-22 0,-7 4-19 0,6-3-14 16,1-1-10-16,-1 3-10 0,1-2-5 0,0 4-4 16,-1-2-4-16,7-3-1 0,-7 4-3 0,7 1 1 15,0-1 0-15,0 0-3 0,7 0 7 0,0 1-5 16,-1-5 2-16,0 0 1 0,7 1-3 0,1-2-7 0,5-3-13 0,0-4-4 16,1 0-9-1,-1-4-5-15,1 0 4 0,0-4 7 0,-1 1 7 0,1-3 8 16,0-1 9-16,-8-1 2 0,1-5 2 0,7 5 0 0,-14-4-1 15,0-1 0-15,2 1-2 16,-2-1 0-16,-6 1-5 0,0 0-4 0,-6 4-13 16,-2-1-25-16,-4 2-24 0,-1-1-25 15,0 3-29-15,-6 1-30 0,-1 1-26 0,0 2-25 0,7 1-32 16,-7 0-51-16,8 4-12 0,-2 0 13 16,8 0 28-16</inkml:trace>
  <inkml:trace contextRef="#ctx0" brushRef="#br0" timeOffset="176511.77">22957 11748 210 0,'0'-18'334'0,"-7"3"21"0,7-1 6 16,0-1-113-16,-6 5-97 0,6 3-64 0,-6-3-41 15,6 5-22-15,-6 2-11 0,6-2-6 0,-8 2-4 16,2 1-2-16,0 0-2 0,-7 4-1 0,6 0 1 15,-6 0-2-15,0 0 2 0,0 4 1 0,0 0-1 16,0 4-1-16,0 1 1 0,0-2 1 0,0 2 0 0,-1-1-1 0,2 3 1 16,5 2 3-16,-6-4 0 15,6 2-1-15,1 6-1 0,6-5 0 16,-6 5-1-16,6-1-1 0,6 0-1 0,0 1 2 16,1-2 0-16,6 1-1 0,0 0-6 0,7 1-15 15,0-5-24-15,-1 5-21 0,1-5-24 0,-1 0-18 0,0 0-11 0,1 1 0 0,-1-2 9 16,-5-2 13-1,-2 4 18-15,2-6 18 0,-8 5 15 0,1-3 15 16,-7-2 14-16,0 2 9 0,0-1 6 0,-7-3 5 16,1 2 5-16,-8-3 3 0,2 1 5 0,-8-2 4 15,7-3 3-15,-7 4 3 0,-6-4 4 16,7 0 3-16,-1-4-1 0,-6 4-1 0,6-3-2 16,1-2-2-16,-1 1-4 0,2-3-5 0,4 2-6 15,1 0-5-15,7-2-22 0,6-2-36 0,0 2-50 16,0-1-60-16,6-1-47 0,7 2-22 0,7 2 6 15</inkml:trace>
  <inkml:trace contextRef="#ctx0" brushRef="#br0" timeOffset="177785.65">23270 11833 54 0,'7'0'369'0,"-7"0"49"15,6 0 24 1,-6-4-29-16,-6 4-119 0,6 0-115 0,-7 0-83 15,0 4-48-15,1-1-23 0,-7-3-11 0,-1 4-6 16,8 5 0-16,-7-6-4 0,0 6-2 0,0-5 1 16,0 5-3-16,0-2-2 0,7 2-1 0,-1-1 1 0,0 0-2 0,1 0 3 0,0 4 2 15,6-4-1 1,0 0 2-16,6 5-1 0,0-4-4 16,1-2-22-16,0 2-31 0,5-6-37 0,2 1-42 15,-1-4-38-15,6 0-26 0,-6 0-7 0,7-4 12 16,-7 1 26-16,7-2 35 0,-8-3 34 0,2-1 33 15,-2 2 23-15,-5-2 18 0,6-3 15 0,-6 4 8 0,-7-4 4 16,0 0 5-16,0-1 7 16,0 2 12-16,-7-2 12 0,0 1 11 0,1-1 13 15,-7-3 6-15,-1 4 7 0,2 0 5 0,6-5 0 0,-14 5 0 0,7 1 7 0,-1-2 5 16,8 5 9 0,-7-4 14-16,6 7 24 0,1-3 15 0,0 4 1 15,6 0-12-15,-7 1-19 0,7-2-27 0,0 5-39 16,7 0-28-16,-1-4-20 0,7 4-8 15,0 0-9-15,7-4-18 0,-1 4-28 0,7-4-32 0,-6-1-34 0,6 2-31 0,7-1-17 0,-7 0-4 16,-1-4 14 0,9 3 24-16,-9-6 29 0,7 2 31 0,-5-3 24 15,-1 0 18-15,0-5 15 0,0 1 10 16,0 0 3-16,-7-1 3 0,7-2 2 0,-6-3 1 16,-1 3 2-16,-5-6 0 0,-1 1 0 0,6-5 0 15,-6 4 4-15,-7-3 9 0,8-1 14 0,-8 1 21 16,-6 0 26-16,7 3 26 0,-7 1 18 0,-7 8 8 15,7-5-1-15,-6 4-9 0,0 6-18 16,-2 3-23-16,-4-1-21 0,-1 5-15 0,6 1-15 0,-6 3-12 0,1 7-10 16,-8 2-3-16,7 3-1 15,-1 5-1-15,2-2-2 0,-2 6 0 0,2 4 0 0,-2-1 0 0,1 4-2 0,-6 5 2 16,12-1 0 0,-5 1 0-16,-2 4-1 0,1-1 1 0,7 1-2 15,-1-1-2-15,1-3-4 0,6 0-5 0,0 0-7 16,0-10-15-16,6 6-17 0,1-9-27 0,-1-4-21 15,1 1-18-15,6-4-15 0,0-5-6 16,7-1 4-16,-8-3 11 0,8-4 12 0,-1 0 14 0,-5-4 12 16,5 0 16-16,1 1 12 0,0-5 13 15,-8-5 14-15,8 5 9 0,-1-4 8 0,-5-1 6 16,5 1 3-16,-6-4 2 0,0 0 0 0,0-5 2 16,-6 5 3-16,5-4 2 0,-5 3 15 0,0 1 26 15,-1 0 31-15,0 4 32 0,-6-1 37 0,7 5 33 16,-7 4 10-16,7 0-14 0,-7 0-27 0,0-1-31 15,0 5-37-15,0 0-36 0,0 0-23 16,-7 5-12-16,0 3-4 0,1 4-3 0,0 1 0 16,-1 2-3-16,0-2-1 0,1 7 0 0,6-4 1 15,0 1 0-15,0-1 3 0,6 0-1 0,-6 1 2 16,7-1-2-16,0-3-1 0,-1-2-3 0,7-3-9 16,-6 1-16-16,6-1-15 0,-7-4-12 0,8 0-10 15,-2 1-3-15,1-5 4 0,0-5 16 0,0 5 13 16,1-8 14-16,-2 3 9 0,2-2 7 0,-2-1 5 15,1-5 0-15,-6 5 1 0,6-9 2 0,-1 6 0 16,-4-6-2-16,-2-2 0 0,0 2 1 16,1-4 1-16,-1 2-2 0,1-2 2 0,-7 4 6 15,7-3 24-15,-7 3 34 0,0 2 34 0,0 6 25 16,0-3 11-16,0 5 1 0,0 2-19 0,0 0-36 16,0 2-33-16,0 3-24 0,-7 3-13 0,0 7-7 15,7-3-5-15,-6 5 1 0,6 0-2 0,-7 0 1 16,7 5 0-16,-6-1 0 0,6 1-1 15,0-1-7-15,0 4-8 0,0-7-21 0,0 3-22 16,6 1-27-16,1-5-22 0,-1-1-19 0,1-3-17 16,6 1-5-16,0-5-3 0,0-1 5 0,0 2 7 15,7-5 10-15,-8 0 12 0,8-5 14 0,-6 2 17 16,5-5 19-16,-6 0 14 0,6-1 17 0,-5-3 11 16,-2-4 12-16,1-1 7 0,7-3 5 0,-7 0 4 15,-6-4 5-15,5-1 3 0,2-4 2 0,-1 1 6 16,-7-4 1-16,0-5-1 0,8 0 4 0,-8 1 5 15,0-4 9-15,2 2 13 0,-2 2 21 0,-6 3 26 16,0 0 25-16,0 9 33 0,0 0 34 0,0 8 30 16,-6 4 10-16,6-1-10 0,0 5-26 15,0 4-41-15,-8-1-44 0,8 10-46 0,-6-1-30 16,0 4-19-16,-1 8-7 0,0 0 1 0,1 6-2 16,0 1-1-16,-1 1-5 0,1 2-1 0,6 2-9 15,-7 5-17-15,7-1-20 0,-7 0-34 0,7 1-42 16,-6 4-45-16,6-1-45 0,-6 1-36 0,6-1-27 15,-7 1-11-15,7-4 3 0,-7-1 4 16,7-3 0-16,-6-5 25 0,6 1 33 0</inkml:trace>
  <inkml:trace contextRef="#ctx0" brushRef="#br0" timeOffset="178018.83">24403 11543 51 0,'7'-24'158'0,"-1"7"-14"16,1-2-45-16,-1-2-30 0,7 4-10 0,0 1-1 15,1 0 3-15,-2 4 4 0,1 4 2 0,7-5-4 16,-8 10-11-16,8-5-10 0,0 4-8 0,-7 4-7 16,7 0-11-16,-1 0-5 0,0 4-4 15,-6 4-1-15,7-5-3 0,-7 10 1 0,0-5 0 16,0 4 2-16,-6 1-2 0,6-1 1 0,-7 0 0 16,0 5-1-16,2-6 0 0,-8 6 1 0,6-5-1 15,-6 5-2-15,0-1-1 0,-6-4-2 0,6 0-13 16,-8 4-28-16,2-4-42 0,0-3-62 0,-1-1-56 15,1 0-25-15,-1-4-3 0</inkml:trace>
  <inkml:trace contextRef="#ctx0" brushRef="#br0" timeOffset="178211.38">24826 11060 105 0,'0'-5'349'0,"7"1"30"0,-7 0 14 0,7 4-65 16,-7 0-116-16,0 0-98 0,0 4-74 15,0 0-63-15,0 4-57 0,-7-3-57 0,7 2-59 16,-7 2-75-16,7-2-48 0,0 3-1 0,0 1 26 16,0 1 44-16</inkml:trace>
  <inkml:trace contextRef="#ctx0" brushRef="#br0" timeOffset="178827.24">24996 11316 92 0,'0'-5'272'0,"0"1"24"0,0 1 10 16,-7-2-72-16,7 1-67 0,-7 1-44 0,7-2-27 0,-6 1-18 15,-6 4-17-15,4-4-13 0,2 4-10 16,-7 0-9-16,7 0-7 0,-1 4-1 0,-6 0-3 15,7 1-4-15,-1-2-4 0,0 6-2 0,1-2-1 0,-7 5-3 16,6-3-2-16,7 3-1 0,-6 0 0 0,-1 4-1 16,7-3-2-16,0-1 2 0,0 1 1 0,7-1 1 15,-7 0-2-15,6-1-10 0,1 2-25 16,6-9-28-16,-7 4-34 0,8 0-29 0,-2-3-28 16,2-5-17-16,-1 0-5 0,7 0 9 0,-8-5 20 0,1 1 16 15,0-3 19-15,0 2 12 0,-7-2 12 16,8-6 11-16,-8 5 5 0,0-4 3 15,2 0 12-15,-2-1 15 0,0-4 18 0,1 6 19 16,-1-6 20-16,-6 1 22 0,7-4 13 0,-7 3 11 0,7-3 3 0,-1 4-6 16,0-5-9-16,8 1-5 0,-8 3 3 15,7 1 7-15,0 4 12 0,0-1 16 16,1 2 14-16,-2 3 9 0,1 4 0 0,0-1-6 16,0 1-11-16,1 4-15 0,-8 4-12 0,6 1-13 15,2-1-11-15,-8 4-11 0,1 3-6 16,6 2-3-16,-13-1-3 0,7 4-3 0,-1-3-2 15,0 4-1-15,-6 2-1 0,0-3-3 0,6 1-1 16,-6 0-2-16,0-1 1 0,8 0-2 0,-8 0 2 16,6-3-2-16,-6-1 0 0,0 0 2 0,6 0 1 15,1-3 1-15,-1-2-2 0,1 2 3 0,-7-1 0 16,13-8 0-16,-7 4 2 0,1-4 5 0,6 0 5 16,-7 0 3-16,8-4 5 0,-1-1 4 0,-1 2 5 15,8-6 5-15,-7 2 6 0,0-2 10 0,0 1 5 0,0 0 1 0,0 0-4 16,1-4 4-1,-2-1 18-15,-5 5 30 0,-1 0 41 0,1-1 32 16,-1 5 19-16,-6 1 2 0,7-1-26 0,-7 4-51 0,6-5-70 0,-6 10-87 16,6-5-114-16,2 4-157 0,-2-1-160 0,0 1-77 15,8-4-28-15,-1 5 24 16,6-5 78-16</inkml:trace>
  <inkml:trace contextRef="#ctx0" brushRef="#br0" timeOffset="183223.28">19355 14633 113 0,'-6'-20'171'0,"6"4"-33"0,-7-5-33 0,1 5-13 16,6-4-6-16,-6 4 0 0,-1-5-1 0,0 4 5 16,1 1 4-16,0 0 1 0,-1 4 3 0,0-1-7 15,1 1-7-15,-1 5-13 0,1-2-16 0,-7 1-15 16,6 4-17-16,1 0-10 0,-8 4-7 0,8 0-6 0,-7 4-2 0,0-4-3 0,0 9 1 16,1-2 1-16,-2 1 0 0,1 5 1 0,0-1 2 15,0 4 0-15,0 0 0 0,-6-3 0 0,5 2 0 16,2 6 0-1,-1-5 1-15,6 5 0 0,-6-1-2 16,7-4 1-16,-2 5 2 0,2-5-2 0,6 4-1 0,0-3 1 0,6-5 0 0,2 4 0 16,-2-4 0-16,0 1 2 0,8-6-2 15,-1 2-1-15,-1-5 1 16,8 0-3-16,-7 1-1 0,7-5-1 16,-7-5-1-16,6 1 0 0,1 0-2 0,-7 0 0 15,0-4 1-15,0 0 0 0,-1-1 1 0,2 1 3 16,-8 0 3-16,8 0 2 0,-8 0 1 0,-6 0 7 15,6 0 12-15,-6 3 14 0,0 1 12 0,7 4 8 16,-7-3 1-16,0 3-5 0,0 0-14 0,0 0-15 16,0 0-13-16,0 3-7 0,-7 1-3 0,7 1-1 0,-6 3 1 15,6 4 0-15,0-4-2 0,0 4-1 16,0 0 1-16,0 1 0 0,0-5-1 0,6 4-3 16,1 0 3-16,-1-3-2 0,1-1-1 0,0-4-1 0,5-1-1 0,2 1-4 15,-2-4-8 1,8 0-3-16,-7-4-1 0,13 1-2 0,-6-1 0 15,-1-4 6-15,1 3 9 0,-7-3 3 0,6 0 4 16,-6 0 3-16,1-4 1 0,-2 4 3 0,-5-1-3 0,0 5 1 0,-1-4-2 0,0 0-9 16,-6 0-13-16,0 4-17 0,0-4-23 0,0 3-26 15,0-3-32-15,-6 4-26 0,6 1-30 16,0-6-31 0,-6 9-27-16,6-4 0 0,-7 4 18 0</inkml:trace>
  <inkml:trace contextRef="#ctx0" brushRef="#br0" timeOffset="183413.66">19772 14649 196 0,'0'0'238'0,"0"4"7"0,0-4-61 0,0 5-55 16,0-2-37 0,-6 6-17-16,0-1-5 0,6 0-2 15,-8 0-3-15,2 0-6 0,6 5-10 0,-6-2-14 16,0 2-11-16,6 3-10 0,-7 1-5 0,7 3-6 15,0-4-25-15,0 4-59 0,-7 1-77 0,7-1-83 16,0 1-44-16,0-5-21 0,-6 1 13 16</inkml:trace>
  <inkml:trace contextRef="#ctx0" brushRef="#br0" timeOffset="183712.87">19154 15020 53 0,'-13'0'277'16,"6"4"23"-16,1-4 12 0,-1 0-77 0,1 0-88 15,6 0-64-15,-7 0-42 0,7 3-21 0,7-3-10 16,-1 0-4-16,7 0-1 0,0 0 0 0,6-3 2 15,8-1 1-15,-1 4 5 0,6-4 11 0,7-1 9 16,1 2 12-16,5-1 4 0,7-1 1 0,-6-3-4 16,6 4-11-16,0 0-11 0,7 4-11 0,-8-3-20 15,2 3-45-15,-8 3-58 0,1-3-74 16,-7 4-93-16,0 0-49 0,-6 1-12 0,-8-2 27 16</inkml:trace>
  <inkml:trace contextRef="#ctx0" brushRef="#br0" timeOffset="184427.24">19616 15182 123 0,'-6'-3'367'0,"0"-2"51"0,-2 5 29 15,8-3-50-15,0 3-128 0,-6-5-93 0,6 5-76 16,0 0-49-16,0 5-31 0,0-2-12 15,-6 5-6-15,6 0-3 0,0 9 4 16,-7-1 1-16,7 5-1 0,-7-1 1 0,1 1 0 0,-1 2 1 0,7-2-4 16,-6 4 1-16,6-1 0 15,-6-4-3-15,-1 1-1 0,0-1 2 0,1-4 1 16,0 5-3-16,6-9 1 0,-7 0 1 0,0-3-1 16,7-2 0-16,0-2-1 0,0-2 4 0,0 1 3 0,0 1 0 15,0-5 2-15,0 0 2 0,0-5 1 0,0 1-1 16,7 1-2-16,0-9-2 0,-1 3 0 15,0-3-5-15,-6 0 0 0,7-4-3 16,0 3 1-16,-7-3-2 0,6-1-2 0,-6 1 3 0,0 0-3 0,0-4 0 16,0-1 0-16,0 5 3 15,0-1 2-15,-6 1 1 0,6 1 2 0,-7 2 1 16,7 1 1-16,-7 4 0 0,1-1-3 0,6 2 1 16,-6-2-2-16,-1 5 2 0,0 0-1 0,1 0-1 15,-7-1 0-15,7 2-3 0,-1 3-2 0,-6 0 3 16,-1 0-1-16,2 3 2 0,-1-3-2 0,0 5 0 15,6 3 0-15,-5-4 0 0,-2 5 1 0,1 2-2 16,0-2 2-16,6 4 3 0,1-1 2 0,-7 0 1 0,6 4-4 16,7-4 2-16,-6 0 0 15,6 4-2-15,0-3 0 0,0-2-2 0,0 6 2 16,0-4-3-16,6-2 1 0,1-3 2 0,0 1-2 16,5-5-1-16,1 0-2 0,1 1-3 0,-2-5-13 15,8-5-19-15,0 1-17 0,-1 0-10 0,7-5-4 16,-6 1-1-16,-1-3 10 0,1 2 16 0,0-3 17 15,-8-5 12-15,8 6 5 0,-7-1 5 0,-7-1 4 16,8 0 1-16,-8 1 1 0,-6 5 2 16,6-5 4-16,-6 8 5 0,0-5 5 0,0 6 6 0,0-2 4 0,-6 5 1 15,0 0 0-15,0 0-3 16,-2 5-6-16,2 2-2 0,-7 5-5 0,6 0-3 16,1 4 0-16,-1-3 0 0,1 7-1 0,6-4-4 15,-6 5 3-15,6-4-3 0,0 2 0 0,0 3-2 16,0-3 0-16,6 2 0 0,0-4-9 0,1-1-21 15,-1-1-32-15,8-2-34 0,-2-1-37 0,2-4-41 16,-2 1-39-16,2-6-34 0,5 1-38 0,1 1-3 16,-1-10 17-16,1 5 32 0</inkml:trace>
  <inkml:trace contextRef="#ctx0" brushRef="#br0" timeOffset="184685.66">20040 15374 39 0,'12'-12'260'0,"-5"4"30"0,0 0 6 15,-1-1-68-15,1 6-64 16,-1-2-51-16,0 1-40 0,-6 4-29 16,7 0-13-16,0 0-9 0,-1 4-5 0,-6 1-4 0,6-2-2 0,-6 1-3 0,0 4 1 15,0 0-1-15,0 5-1 0,0-1-2 0,0 1 1 16,0-2-2-16,-6-3-1 0,0 5 1 0,-1-1 0 16,0 1 3-16,1-1 0 0,0-5-1 15,-1 5-1-15,1-2-2 16,-1-3-2-16,7 2-1 0,-7-2 0 15,7-2-1-15,0-2 1 0,7 1-2 0,0 1-6 0,-1-1-17 0,7-4-27 0,7 0-40 16,-1-4-46 0,7-1-59-16,0-2-66 0,7 2-23 0,-1-2 8 15,1-6 29-15</inkml:trace>
  <inkml:trace contextRef="#ctx0" brushRef="#br0" timeOffset="184883.65">20768 15040 193 0,'-6'0'368'0,"0"-4"39"0,6 4 23 15,-6 0-85-15,6-4-122 0,0 4-85 0,0 0-59 16,0 0-38-16,6 0-21 0,6 0-15 16,2 0-19-16,-1-5-33 15,7 5-45-15,0-3-60 0,-2-1-69 16,2 4-84-16,7-4-52 0,-9-1-3 0,2 5 26 15,-7 0 48-15</inkml:trace>
  <inkml:trace contextRef="#ctx0" brushRef="#br0" timeOffset="185069.4">20776 15146 219 0,'-20'9'271'0,"7"-5"12"0,6-1-54 31,-6 1-79-31,7-4-57 0,6 5-41 0,-7-2-20 0,7-3-11 15,7 5-4-15,6-5-5 0,-7 3-3 0,14-3-10 16,0-3-16-16,-1-2-15 0,7 2-14 0,6-2-22 0,-5 1-30 16,11-3-30-16,-5-2-39 15,-1 1-43-15,8-1-17 0,-7 1 7 0</inkml:trace>
  <inkml:trace contextRef="#ctx0" brushRef="#br0" timeOffset="185528.68">21609 14434 121 0,'7'-17'359'15,"-1"5"49"-15,0 5 25 0,-6 2-72 0,8 1-102 16,-8 0-91-16,0 0-73 0,0 4-49 0,0 4-26 16,0 0-10-16,0 5-7 0,0-2 0 15,-8 9-1-15,8-3-1 0,-6 3-1 0,6 4 0 16,0-4 1-16,-6 5-2 0,6-4 1 0,-7 6 1 15,7-2 0-15,-7-1 0 0,1 5-3 0,-1-5 2 16,1 0 0-16,0-3-1 0,6-1 1 0,-7-4-1 16,0 0 0-16,7-3 0 0,0-5-1 0,0-1 1 15,-6 2 1-15,6-1 0 0,0-4 1 0,0 0 1 16,6 4 0-16,-6-4-1 0,7-4-1 0,0 4 0 16,5-4 2-16,1-1-2 0,1 2 0 0,-8-5-1 15,8 8 0-15,-2-5 0 0,1 1-4 16,0 4 4-16,-6 0-3 0,5 0-1 0,2 0 0 15,-8 4 2-15,0 1 0 0,1-1 0 0,6 3 1 16,-6-2 0-16,-1 3 3 0,1 1 0 0,0-2 1 16,-7-3-2-16,6 4-2 0,-6 1 2 15,0-6-3-15,0 6-1 0,0-5-1 0,0 4 1 16,-6-3 4-16,-1 2 0 0,-6-3 0 0,0 1 0 16,6-2 3-16,-12 6-2 0,5-9 0 0,2 3-3 15,-8 2 0-15,1-5-8 0,5 0-21 0,-5 0-29 16,-1 0-38-16,8-5-38 0,-8 5-41 0,7-3-41 15,0-6-42-15,6 6-42 0,7-2-3 0,0-3 18 16,0 5 32-16</inkml:trace>
  <inkml:trace contextRef="#ctx0" brushRef="#br0" timeOffset="185756.02">21948 14629 216 0,'0'-4'370'0,"6"4"39"0,1 0 8 0,-7 0-94 16,0 0-98-16,0 0-83 0,6 0-63 0,-6 4-40 16,0 0-18-16,0 0-8 0,0 5-6 0,-6 3-3 15,6 0-1-15,0 0-1 0,-7 4 1 0,1 1-4 16,6 3 0-16,-7-4 0 0,0 5 0 16,1-1-5-16,6 0-20 0,-6 4-46 0,0-3-55 15,-2 0-62-15,2 2-66 0,-7-6-72 0,7 4-35 16,-1-2 17-16,0-2 38 0,1-1 55 0</inkml:trace>
  <inkml:trace contextRef="#ctx0" brushRef="#br0" timeOffset="186059.63">21518 15053 67 0,'0'4'308'16,"0"-4"31"-16,0 0 18 0,0 3-73 16,0-3-88-16,0 0-79 0,0 0-54 15,6 5-31-15,-6-5-18 0,7 0-6 0,6 0-2 16,0 0-2-16,7 0-1 0,-1 0 0 0,7 0 1 15,6 0-3-15,-5 0 0 0,11 0-1 16,-5 0-2-16,7-5-17 0,-1 5-36 0,-7 5-55 16,7-5-66-16,-7 0-85 0,1 4-50 0,-1-4-14 15,-5 4 23-15</inkml:trace>
  <inkml:trace contextRef="#ctx0" brushRef="#br0" timeOffset="186535.44">21824 15207 139 0,'-7'4'267'0,"1"0"14"0,-1 0-25 0,1 0-78 16,6 4-67-16,-6 0-50 0,-1 1-26 0,7 4-12 16,-7-1-9-16,7 4-3 0,-6 0-2 0,6 0-2 0,-6 4-3 15,6-4-1-15,-7 5-1 0,0-4-1 16,7 2-1-16,-6-2 2 0,-1-1-2 0,7 1 1 0,-6-1 4 0,6 0 6 15,-7-3 4-15,0-6 6 16,1 5 6-16,6-3 1 0,-6-1-4 16,6-4-3-16,0 0-7 0,-6 0-3 0,6-4-2 15,0 4 6-15,0-4 12 0,0 0 13 0,6 0 12 16,-6-4 8-16,6 0-1 0,7 0-4 0,-6 0-11 16,6-4-12-16,0-1-10 0,0-3-8 0,0 5-3 15,0-2-4-15,0 2-2 0,0-3-2 0,0 3-2 0,0-2 2 0,0 2 4 16,0 2 2-16,0-3 0 15,6 8 1-15,-5-4 0 0,-2 4-2 0,2-4-2 16,-1 8-3-16,-7-4-3 0,8 4 0 0,-2 4 0 16,-6-3 0-16,2 2-3 0,-2 6 1 0,0-5 1 15,1 4 1-15,-7 0-1 0,6 0 1 0,-6 1 1 16,0-1 0-16,-6 0 0 0,-1 0 0 16,1 1 4-16,0-1-3 0,-8 1 1 0,8-2-1 15,-8 1-3-15,2 0-4 0,-8-3-7 0,7-2-12 16,1 2-20-16,-2-1-29 0,1-3-33 0,0-2-43 15,0 1-47-15,7 1-53 0,-8-5-52 0,14 0-8 16,-6-5 16-16,6 1 34 0</inkml:trace>
  <inkml:trace contextRef="#ctx0" brushRef="#br0" timeOffset="186790.07">22123 15493 105 0,'14'0'222'0,"-8"-5"16"0,7 5-41 16,-6 0-49-16,-1 5-32 15,1-2-24-15,-1-3-17 0,0 8-11 16,1-3-13-16,-7 2-12 0,0 1-12 0,7 1-6 16,-7 3 0-16,-7-4 0 0,7 5 2 0,0-6 3 15,-7 6 1-15,7-1 1 0,-6-4 1 0,0 0 4 16,-1 5 8-16,1-6 4 0,6-2 7 0,-7 2 0 16,0-2 1-16,1-1-6 0,6 0-12 0,0-1-10 15,0-3-11-15,0 0-5 0,0 6-5 0,0-6-4 0,6 0-6 0,8 0-19 16,5-6-24-16,1 3-33 15,6-1-39-15,0-5-43 0,7 5-42 16,-1-4-52-16,7 1-31 0,0-6 2 0,1 5 23 16</inkml:trace>
  <inkml:trace contextRef="#ctx0" brushRef="#br0" timeOffset="187963.2">22599 14800 37 0,'0'0'174'0,"-6"0"-5"0,6 0-33 15,-7 0-29-15,7 0-19 0,-7 0-11 16,7 0-7-16,0 0-4 0,0 0 0 0,-6 0-6 16,6 0-8-16,0 0-5 0,0 0-5 0,0 0-1 15,-6 0-1-15,6 0 4 0,0 0 3 0,0 0 4 16,0 0 4-16,0 0-1 0,0 0-2 0,0 0-6 16,0 0-7-16,0 0-6 0,6 0-3 0,-6 0 8 15,0 0 14-15,6 0 7 0,1 0 6 0,6 0 3 16,-7 0-1-16,14 0-11 0,-7 0-20 0,1 0-10 15,4 0-10-15,2-4-5 0,-1 4-7 0,1 0-3 0,6 0-1 16,-7 0-1-16,8 0-1 0,-8 0 1 0,1 0-4 16,-1 0-2-16,1 0-8 15,0 0-36-15,-7 4-52 0,7-4-63 0,-14 0-73 16,6 0-91-16,-5 0-41 0,0 5 10 0,-7-5 38 0</inkml:trace>
  <inkml:trace contextRef="#ctx0" brushRef="#br0" timeOffset="188205.26">22553 14987 111 0,'0'4'305'15,"0"-4"23"-15,0 5 11 16,0-5-89-16,7 3-92 0,-7 2-66 0,7-5-30 15,-1 4-6-15,0-1 9 0,1 2 10 0,6 3 14 0,6-5 3 16,-5 2-8-16,12-1-15 0,-7 0-18 16,7-4-16-16,0 4-18 0,7 0-26 0,-7-4-58 15,6 5-83-15,1-5-108 0,-1 0-94 0,-5 0-45 16,5 4-11-16,-6-4 41 0</inkml:trace>
  <inkml:trace contextRef="#ctx0" brushRef="#br0" timeOffset="188771.29">23934 14540 119 0,'0'-13'195'0,"-6"1"-9"0,6 0-42 16,0-5-30-16,-7 5-15 15,7 0-9-15,0 0-8 0,-6 0-8 0,-1 0-6 16,7-1-8-16,-7 1-10 0,1 4-8 0,-7-4 0 16,6 3 2-16,-5-3 1 0,5 8 4 0,-6-4 4 15,0 4 1-15,-7-1 0 0,8 2-3 0,-8-1 2 16,0 4-1-16,1 0 4 0,-7 0 6 0,6 4 2 16,-6-1 5-16,7 2-5 0,-8-1-7 15,8 8-10-15,0-3-13 0,-1 3-11 0,-6 0-7 16,7 0-3-16,5 0-3 0,-5 5-1 0,-1-1-3 15,8-4 0-15,-2 4-1 0,1 1 0 0,6-1-4 16,-5-3 0-16,12 3 2 0,-7 0-1 0,7-4-2 16,0 5 0-16,0-1-1 0,7 0 2 0,-1 0-1 15,7 0 0-15,0 1 1 0,1-1 1 0,-2 0 2 16,8 1-1-16,5-1 0 0,-5-4-2 0,6 4 0 16,-6-3 1-16,6-2-2 0,6-2-2 0,-6 4-2 15,0-6-5-15,7 2-30 0,0-6-50 0,-7 6-58 16,0-6-70-16,6 2-84 0,-5-5-75 0,-1 4-10 15,-7-4 28-15,7 0 49 0</inkml:trace>
  <inkml:trace contextRef="#ctx0" brushRef="#br0" timeOffset="188990">24143 14666 160 0,'0'-5'315'16,"0"2"34"-16,-7 3 18 0,7-5-87 0,0 5-86 0,0 0-61 31,0 0-41-31,0 0-33 0,0 0-24 0,0 0-16 16,0 0-9-16,0 5-6 0,-7 3 0 0,7 0 0 0,0 4 2 15,0 0 0-15,0 5 1 16,-6 3-3-16,6-4-1 0,-7 5-4 0,7 3-33 16,-6 1-55-16,-8-5-76 0,8 4-98 0,-6 1-71 15,-2-5-33-15,1 0 8 0,1 4 46 0</inkml:trace>
  <inkml:trace contextRef="#ctx0" brushRef="#br0" timeOffset="189247.67">23472 15121 259 0,'-7'0'515'0,"1"0"83"16,6 0 44-16,-6 0-69 15,6 0-138-15,6 0-152 16,0 0-136-16,1 0-81 0,6 0-43 0,6-4-16 16,1 1-7-16,12-2-3 0,-5 1 1 0,5 0 0 15,7 4-5-15,0-3 0 0,1-2 1 0,5 1-6 16,1 4-24-16,-1 0-42 0,-6 0-47 16,1 4-68-16,-2-4-77 0,-5 0-65 0,-1 5-48 15,-5-2-32-15,-1 1-29 0,-7 0 26 0,7 4 54 0,-13 1 63 16</inkml:trace>
  <inkml:trace contextRef="#ctx0" brushRef="#br0" timeOffset="189591.15">23824 15406 95 0,'0'-3'311'0,"0"-2"36"15,-7-3 24-15,7 4-70 0,0-4-67 0,-7 0-59 16,7 0-48-16,-6 3-28 0,0-3-19 0,-2 0-20 16,2 4-14-16,0 1-5 0,-7-6 4 15,0 5 3-15,0 0 8 0,-1 0 8 0,2 4 5 0,-1 0 3 16,-1 0-4-16,-5 0-3 0,6 4-5 16,0 0-10-16,-7 0-8 0,14 0-9 0,-7 4-7 15,0 1-6-15,0-1-8 0,0 0-5 0,6 4-2 16,1 0-3-16,-1 0-4 0,1 0-3 0,6 1 5 15,0 0 3-15,0 3-2 0,0-4 0 0,6 0 3 16,1 5 1-16,6-6 2 0,-7 1-3 0,8 0 1 0,5 0-5 16,0-3-9-16,1 3-29 15,-1-4-50-15,1-4-68 0,6 5-73 0,-7-5-76 16,8-4-71-16,-8 3-63 0,8-3-2 0,-8 0 44 16,0 0 59-16</inkml:trace>
  <inkml:trace contextRef="#ctx0" brushRef="#br0" timeOffset="189833.06">23948 15521 139 0,'6'-5'233'0,"-6"5"11"0,6 0-50 16,0 0-64-16,1 0-49 0,0 5-31 0,6-5-15 0,-1 7-7 15,2-2 2-15,-2 2 3 0,-4-2 1 16,4 3-3-16,-5 0-3 0,6 4-2 0,-6-3-7 16,-1-2-6-16,-6 6-3 0,6-1 3 0,-6 1 2 15,0-6 9-15,0 5 6 0,0 1 5 0,-6-1 4 16,0-4 3-16,6 4 0 0,-7-3-4 15,0-1-7-15,1-1-4 0,6-2-6 16,-7-1-8-16,7 0-5 0,0 0 2 0,7 0-2 16,-1-4-3-16,8 0-7 0,4-4-12 0,9 4-32 0,-1-8-35 0,13 4-51 15,7-4-66-15,-1-1-73 16,7 2-29-16,7-2 7 0,0-3 20 0</inkml:trace>
  <inkml:trace contextRef="#ctx0" brushRef="#br0" timeOffset="193376.52">25901 15313 152 0,'-6'0'277'0,"6"-5"15"0,0 5-16 15,0-3-92-15,0 3-77 0,0 0-52 16,0 0-28-16,0-4-14 0,6 4-7 0,-6 0-4 16,6 0-1-16,-6 0 0 0,14-5-1 15,-8 5 0-15,0 5 0 0,7-5 0 0,1 0 2 16,-2 0 1-16,2 4 1 0,5-4 3 0,-6 3 3 16,6-3 2-16,7 5 2 0,1-1 1 0,-1-4-1 15,6 4-1-15,1 0-2 0,6-4 0 0,1 4 0 16,-2 1 1-16,1-2 1 0,7 1 2 0,-1-4 0 15,1 5 2-15,0-5 0 0,0 3-2 0,-1 2-1 16,7-2-3-16,0 2-1 0,6-2-3 0,1 2-2 16,0-1-1-16,6 0-1 0,0 0-1 0,7 0 0 15,-7 0 0-15,0 1-2 0,6-2 2 0,2 2-1 16,-2-2 0-16,7 1 0 0,0 5 2 16,1-5-1-16,5-4-3 0,-6 4 1 0,7 0 2 15,-7 1 0-15,7 2 0 0,-7-3 0 0,0 1-2 0,0-2 0 16,0 2-3-16,1 2 2 0,-1-3 0 15,-7 1 0-15,8 2 2 0,-8-2 1 0,1 0 1 16,-1 2 0-16,1-3-2 0,-7 4-1 0,0 1 0 16,7-6 0-16,-7 6-3 0,0-5 1 0,0 4 1 15,0-4-1-15,-6 4 2 0,0-4-1 0,-7 1 0 0,-1 2 0 16,2-2 1-16,-7-1 0 0,-1 0-3 16,1-1 0-16,-7 2-6 0,0-1-28 15,-7 0-46-15,-5 0-69 0,-1-4-93 0,-6 0-49 16,-8 0-20-16,-5-4 12 0</inkml:trace>
  <inkml:trace contextRef="#ctx0" brushRef="#br0" timeOffset="194051.66">27132 13774 150 0,'0'-17'172'0,"6"1"-34"15,-6 4-30-15,7 0-7 0,-7 0 3 0,7 0 13 16,-7 3 15-16,6 2 6 0,-6-2 11 0,6 5 8 16,-6 1 1-16,7-2-10 0,-7 1-16 0,0 4-17 0,0-4-26 0,0 4-30 15,0 0-26-15,0 0-17 16,0 0-9-16,0 0-8 0,0 4-4 0,0 5 0 15,0 2 3-15,-7 1 2 0,1 9-1 0,0 8 0 16,-1-1 0-16,-6 8-1 0,0 5 0 0,0 5-1 16,0 6 3-16,-1 5 0 0,-4 9 4 0,4-2 3 15,-5 6-4-15,-1 6 2 0,8 2-3 0,-8 8 2 0,6 4-1 0,-5-1 1 16,-1 8-1-16,8 1 0 16,-8 4 0-16,7-4 3 0,-7-5 0 15,8 1-2-15,-2 0 4 0,8-5-2 0,-7 0 0 16,0 1-5-16,0-5-1 0,-1 1 0 0,2-5-1 15,-8 0-11-15,7-3-31 0,-7-5-42 0,1-3-50 0,0-1-52 0,-1-4-53 16,1 0-52-16,-1-3-39 16,0-10 6-16,7 2 29 0,1-10 43 0</inkml:trace>
  <inkml:trace contextRef="#ctx0" brushRef="#br0" timeOffset="195188.1">24749 15980 163 0,'6'-8'173'0,"0"1"-44"16,1 2-52-16,-1-3-32 0,1 0-23 0,6 0-8 15,-7-1-4-15,8 1 4 0,-8 0 8 0,7 0 9 0,0-5 14 0,6 6 10 16,-5-6 9-16,5 2 3 16,0-1-4-16,1-5-2 0,-1 5-6 0,7-1-4 15,1-2-8-15,-1 2-3 0,0-3-3 0,0 3-6 16,-1-3-6-16,2-1-5 0,5 2-7 15,1-6-3-15,-7 4-3 0,6 1-3 0,1 0 0 16,-1-3-1-16,8 2 1 0,-7 1 2 0,6-5 4 16,-7 1 4-16,7 4 1 0,1-5 4 0,-2 1 6 15,1 0 3-15,-6-4 0 0,6 2 0 0,0 3 5 16,0-2 0-16,0 1-3 0,7-5-4 0,-7 4-1 16,0 2-4-16,1-2-5 0,5 5-4 15,-7-5-5-15,9 5-2 0,-9-4-3 0,9 4 0 0,-2-1-2 16,-7 1-1-16,9-1 1 0,-9 2 0 0,7-1 1 15,-5-1 0-15,-1 5 0 0,0-9 1 16,1 5-1-16,-2 0-1 0,8-1 0 0,-7 1 0 16,0 0 1-16,6 0-1 0,-5-1 0 0,-1 1 0 15,6-1-1-15,1-2-2 0,-1 2-1 0,-5 1 3 16,5-5-2-16,1 5 1 0,-7 0 2 0,0-1 2 16,0 2 0-16,1-6 0 0,-2 4 1 0,1 6 2 15,0-6-2-15,1 1-1 0,-8 0-1 0,7-1 1 0,0 5-1 16,1-5-1-16,-1 1 0 0,-1 0-1 15,1 1 1-15,7-2 0 0,-7 1-1 0,7 0 0 16,-7 3 1-16,6-3 0 0,-5-1-2 0,-1 1 0 16,-1-1 2-16,-5 1 0 0,7 0 0 0,-1 4 0 15,-1-4 2-15,1 3 0 0,1-3 0 0,5-1-2 0,-6 1-2 0,1 4 1 16,5-7-2 0,-6 2 0-16,7 1-1 0,-1-1 3 0,1 1 0 15,-1 0 1-15,1 0 0 0,-1-5 0 0,1 5 1 16,-7-1 0-16,6 1-1 0,1 0 2 0,-7-1 0 15,7 1-1-15,0 1 1 0,-8-7-1 16,8 6 1-16,0 0-2 0,0 0-2 0,-8-1 0 0,9 1 1 0,-2 1 1 16,-7-2 0-16,9-4-1 15,-9 9 1-15,1-4-2 0,1-1 0 0,-1 1-1 16,0 4 3-16,-7-4-1 0,1 4 0 0,-1-1 3 0,1-3-1 0,-1 4 3 16,-6 0-2-16,7 0 1 0,-7 3 0 0,-6-3-1 0,6 5 2 15,0-6-2-15,-7 5 0 0,1 0 1 16,-7 4-1-16,7-5-2 0,-8 2-1 15,2 2-1-15,-8 1 1 0,7 0-2 16,-6 0-4-16,-7 0-12 0,6 4-36 16,-6-5-68-16,-6 5-103 0,-1 0-68 0,1 0-32 0,-13 0-7 15,-1 5 27-15</inkml:trace>
  <inkml:trace contextRef="#ctx0" brushRef="#br0" timeOffset="198231.75">24833 15847 38 0,'0'-5'121'0,"0"0"-31"0,7 2-24 15,-1-1-17-15,-6 0-14 0,6-1-9 0,1 2-6 16,-1-1-3-16,1-1-4 0,6 1-4 0,-7 1 1 16,8-2 1-16,-8-2 2 0,7 2 8 15,0 1 7-15,0-3 5 0,1 2 11 0,-2-3 8 16,8-1 8-16,-7 5 8 0,-1-3 5 0,8-2 6 16,-6 1 0-16,-2-1 0 0,1 2-3 0,7-1-6 15,-8-1-8-15,2 2-9 0,-1-2-7 0,0 2-9 16,0-2-6-16,1 1-6 0,-2-1-3 0,1 1-2 15,0-4-4-15,0 4-2 0,1 0-1 0,-2 0 0 16,2-4 2-16,-2 4 2 0,8-1 5 0,-7-3 3 16,7 4 1-16,-8-4 2 0,8 3-2 15,-7 2-4-15,7-2-6 0,-8 1-4 0,8 0-5 16,-1 0-3-16,-5 0-3 0,5-1-1 0,-6 5 0 0,7-3 0 0,-7 2 2 16,7-3-1-16,-8 4 1 15,8 0 1-15,-7 1-2 0,-1-2-1 0,8 1-1 16,-6 0 0-16,-8 0-1 0,7-1-1 15,0 5 1-15,0-4 2 0,-7 0 0 0,8 4 0 0,-8-3 1 0,1-2 0 16,-1 2 1-16,7 3-1 0,-13-5-1 16,13 1 1-16,-7 4 1 0,2-4-1 15,-2 4 0-15,0-4 0 0,7 0 3 0,-6 0-4 16,-1-4 0-16,7 3 0 0,-7 2 1 0,2-2-1 16,-2-3 0-16,7 4 3 0,0-4-2 0,-7 4 1 15,7 0 1-15,-6-4-1 0,6 3 0 0,0 2-3 16,0-1 1-16,0-1-1 0,-7 1-2 0,8 1 3 0,-2-1 2 0,2-1 0 15,-2 2-2-15,2-1 0 16,-1-1 0-16,-1 5-3 0,2-4 1 0,-8 4 2 16,8-3-1-16,-2 3 0 0,1-5 3 0,1 5 0 15,-2-4-1-15,2 0 1 0,5 4 0 0,-6-4-1 16,6-1 1-16,-5 1 0 0,5 4-1 0,-6-4 0 16,6 1 2-16,-5-2 1 0,6 1 0 15,-1 0 4-15,1 0 4 0,-2 0 6 0,2-1 3 16,0 2 1-16,-1-1 4 0,-5-1-2 0,5 2-4 15,1-2-3-15,-1 2-2 0,-6-2-5 0,7 2-2 16,-1-2-2-16,-6 1 0 0,6 1-2 16,1-1-2-16,0-2 2 0,-7 3 0 0,7-1 0 15,-1 0-1-15,1-1 0 0,6 1 1 0,-7 1-3 16,1-2 2-16,-1 1 1 0,-6 1 2 0,7-2 1 16,-1 1 0-16,1 0 3 0,-8 1-1 0,8-2-1 0,-6 1 0 0,-2 1 2 15,1-2-2-15,1 0-3 0,-8 2 2 0,7-1 0 16,-6 0-2-16,-1-1-2 15,0 5 1-15,1-3 0 0,-1-1-2 0,1-1-2 16,-7 5 0-16,7-4 1 0,-1 0-1 0,-6 4 1 16,6-4 2-16,-6 0 0 0,8-4 4 0,-2 4-4 0,-6 0 1 15,6-1-2-15,-6 2-2 0,6-1 2 16,1-1-1-16,-7 2-1 0,7-2 0 16,-1 1 0-16,-6 4 2 0,7-4-3 0,-1 1 0 15,0-2 1-15,2 1 2 0,-2 0 2 0,0-5-1 0,8 5 1 0,-2 1-1 16,1-6-3-16,7 6 0 15,-7-6-1-15,6 2-1 0,-6 2 1 16,7-3-1-16,-6-1 4 0,-2 1 2 0,8 5-4 0,-7-5 0 16,-1-1 0-16,2 1 0 0,5 4-2 15,-6-5 2-15,0 2 2 0,1 3 3 0,-2-4-3 16,2-1-1-16,5 6-1 0,-6-6 0 0,0 2 1 16,7-2 1-16,-8 5 1 0,8-5 2 0,-7 5 1 15,7-3-4-15,-1 2 1 0,-6-3-3 0,7 4-1 16,-7-3 0-16,7 2 1 0,-1 1-2 0,-6-4-3 15,6 3 1-15,-5 2 1 0,5-1-1 16,-6 0 1-16,6-1 3 0,-5 1 0 0,5 0 0 0,-6 4 2 0,6-4-1 16,-5 0-2-16,6 0 1 15,-8 0-2-15,8 0 2 0,-7 0-4 0,7 0 3 16,-8 0 2-16,8 0-1 0,-1-1 1 0,1 2 1 0,-7-2 2 16,0 1-2-16,0 1-1 0,0-1 2 15,0-1-1-15,1 1-1 0,-2 0-1 0,-6 0 1 0,1-1-1 0,0 2 0 16,-1-6 0-16,1 5 1 0,-1 1-1 0,0-1 0 15,2-1 2-15,-2 1-1 0,0-4 0 0,1 4 1 16,0 1-1-16,-1-6-1 16,0 5-1-16,1-5 2 0,-1 5-1 15,-6-3 0-15,14-2 0 0,-8 5 0 0,0-4 2 16,1 0-3-16,6 0 1 0,-7 0 3 0,7 4 0 16,-6-4 1-16,6-1-1 0,1-3 2 0,-2 4-3 15,8-1-2-15,-1 2 1 0,-5-2 1 0,4 1-1 16,9-3 0-16,-7 2-1 0,-2 1 0 0,9 0 0 0,-7-5-3 0,6 6-1 0,0-2 0 15,-1 1 3 1,-5-1-3-16,6 2 0 0,-6-2 1 0,5 2 3 16,-5-1-3-16,7 3 1 0,-1-3 2 15,-7 0 2-15,7 0 2 0,0 4-2 0,-6-5 2 16,5 2 1-16,-5 2-2 0,0-3-3 0,-1 0 0 16,1 0 0-16,0 4 0 0,-1-4 0 0,0 3 0 15,1-2 2-15,-1 3 1 0,-5-1 4 0,5-2 0 16,1 2 5-16,-8 1-1 0,8 0 2 15,-7 0 2-15,0 0-2 0,0 0-1 0,1 0-4 0,5 0 1 16,-6 0-3-16,0-1 3 0,0 2 2 16,0-6 1-16,7 6 2 0,-8-2 0 0,1 1-1 15,1 0-4-15,-2 1-3 0,2-2-3 0,-2 1-2 16,8-4-1-16,-7 3 2 0,1 1-3 0,-2 1 0 16,1-1 1-16,0-5 1 0,0 6-1 0,1-2 1 15,-2 1 0-15,2 1-2 0,-2-2-1 0,-5 1 2 16,6 0-2-16,0 0 0 0,-1-1-1 15,-4 2 3-15,11-1 2 0,-6 0 0 0,6-1 1 16,-5 1-2-16,5-4-1 0,-6 4 0 0,6 0 0 16,-5 0-2-16,6-4 2 0,-8 4 3 0,8 0 1 15,-7 0-2-15,-1-1-1 0,8-3 0 0,-6 4 0 16,-1 0-3-16,6 1-2 0,-6-6 4 0,0 6 0 16,0-2-1-16,0-3 1 0,0 4 3 0,0-5 1 0,1 2-1 0,-2-2-3 15,1 6 0-15,7-6-1 16,-8 1-2-16,-4 4 1 0,4-3 0 0,2-3 1 15,-2 3 1-15,1-2 1 0,1 5-2 16,-8-4 1-16,7 5 1 0,-6-6 1 0,-1 5-3 0,7-1-1 0,-7-2 2 0,1 2-2 16,0 2-1-16,5-6 0 0,-4 5 2 0,-2-4 1 15,7 4 0 1,-7 0 0-16,1 0 0 0,-1-1 2 0,1 2 2 16,-7-1-2-16,6 0 1 0,-6-1 0 0,6 2-2 0,-6 3 1 15,0 0 6-15,8-4 9 0,-8 4 12 16,0 0 5-16,0 0 2 0,0-5-1 15,0 5-3-15,0 0-12 0,0 0-9 0,0 0-5 0,0 0-5 0,0 0 2 0,0 0-1 16,0 0 5-16,0 0 4 0,0 0 7 16,0 0 7-16,0 0 5 15,0 0-1-15,0 0-1 0,0 0-5 0,0 0-5 16,0 0-3-16,0 0-8 0,-8 0 0 0,8 0-5 0,-6 0-1 0,0 0 0 0,-1 5-5 16,-6-5 4-16,7 4 0 0,-7-1 0 0,-1-3 0 15,2 5 0 1,-8-1 1-16,7 3 1 0,-7-2 2 0,1-1-2 15,-7 0 1-15,6 0-2 0,-6 4-1 16,0-4 0-16,1 0-3 0,-2 4 0 0,-5-3 3 0,-1 2 1 0,1-2 1 0,-2 3-1 0,-4 0 0 16,-1 0 1-16,0-4-2 0,-1 9-4 15,1-5 1-15,1 0-3 0,-1 0 5 0,-1 0 1 16,7 1 2 0,1-2 0-16,-1 2 0 0,1 3 1 0,-1-5 1 15,1 3-3-15,6 2-1 0,0-5 2 0,-1 2 2 0,2-1-3 16,5 0-2-16,-6 4 0 0,0-4 0 15,7 1 1-15,-7-2-2 0,-1 2 0 16,8-2 0-16,-8 2-2 0,2-1 3 0,-1 0-4 0,0-4 2 16,-7 4-1-16,7-4 2 0,-6 5 2 0,-1-6-2 15,7 6 2-15,-7-5-1 0,1 4 1 16,-1-3-4-16,1-2-7 0,-1 1-6 0,1 0-11 0,-1 1-7 16,1-2-6-16,-1 1 1 0,7 1 5 15,-6-2 8-15,-1 2 9 0,1-5 7 0,5 4 3 16,1-4 4-16,-6 4 0 0,5 0 1 0,1-4-1 15,0 4 1-15,0-4 3 0,1 4-1 16,-2-4 1-16,1 4 0 0,0 0-1 0,6-4 2 16,1 4-1-16,-7 5 1 0,6-6-1 0,1 2 1 15,-1-1 3-15,0 0-4 0,1 4-2 0,0-3 1 0,6 2 1 0,-7-2 0 0,0 2 0 0,8-3 3 32,-8 4-3-32,7 1-1 0,-7-6 1 0,8 6 0 15,-8-5-1-15,7 4-1 0,-7-3 2 0,7 2-2 16,0 2-6-16,0-6-3 0,0 6-4 0,-6-6-3 0,12 6 0 15,-6-5-8-15,0 4-1 0,0-4 1 16,0 4 3-16,7-4 2 0,-8 5 2 0,8-1 4 16,-7-4-5-16,6 4-14 0,1 1-24 15,-1-6-24-15,1 6-30 0,0-6-28 0,-2 5-24 0,2-3-20 16,6-2-9-16,-6 2-1 0,6 3 2 16,0-5 4-16,0-3-9 0,6 5-16 0,8-5 4 15,-2 4 14-15</inkml:trace>
  <inkml:trace contextRef="#ctx0" brushRef="#br0" timeOffset="198967.62">28422 14311 199 0,'0'0'374'0,"0"0"33"16,0 0 11-16,0 0-92 0,0 0-101 0,-7 0-94 15,7 0-59-15,-7 0-32 0,1 0-14 16,-1 0-7-16,1 0-7 0,0 5-5 0,-8-1-3 0,8-4-2 16,-7 3-2-16,6 6-2 0,-12-5 3 0,5 4 0 15,2-4 3-15,-8 4-3 0,1 1-1 16,-1-2 1-16,-6 6-2 0,0-5 0 0,0 4 1 16,0-4 0-16,-6 5 3 0,-8-1-1 0,7 0 1 15,-5 0-3-15,-1-4 0 0,-7 5-2 0,7-1-1 16,-7 0 2-16,7-4-1 0,-6 4 1 0,5-4-1 15,-5 4 1-15,6 1 2 0,-1-5 0 0,2 0-2 16,-1 4 1-16,0 1-1 0,5-6 1 0,-4 5-3 16,5 1 0-16,-6-4 1 0,7-2 2 0,-7 2 0 15,7-1 0-15,-8 0 0 0,1 0 2 0,6 4-1 16,1-4-1-16,-7 0 0 0,7 1-1 16,-2-2 0-16,2 6 0 0,6-4-1 0,-6-2 1 15,6 2 2-15,-7 3 0 0,7-5 0 0,0 6 4 16,0-4-2-16,-1-2-1 0,1 2-1 0,7 3-1 15,-7-4-1-15,6 0-2 0,1-5 2 0,-1 6-2 16,0-1-1-16,1 1-1 0,0-2 0 0,-1 1-3 16,1 0-2-16,-1 1-2 0,1-1-5 0,-7-3-12 15,6 2-16-15,-6 2-14 0,-1-1-15 0,9-1-8 16,-9 2 0-16,1-1 7 0,0 1 14 0,0-2 15 16,1-3 14-16,-2 4 12 0,7 1 7 15,-6-1 3-15,0 0 3 0,1 0 3 0,-1 0 1 0,6-4 1 16,-7 5-3-16,1-2-5 0,7 2-6 15,-7-2-9-15,6-2-10 0,-6 3-10 0,7 1-12 16,-7-2-11-16,6 2-9 0,-6-2-6 0,7 1-3 16,-1 1 1-16,1 2 5 0,-1-1 6 0,0-3 1 15,1 1-1-15,6 0 3 0,-6 0 3 0,5 4 3 16,8-3-1-16,-8-1 0 0,2 1-5 0,5-2-16 16,1 2-18-16</inkml:trace>
  <inkml:trace contextRef="#ctx0" brushRef="#br0" timeOffset="199810.51">25132 15642 7 0,'0'0'213'0,"-6"0"16"0,6 0-13 0,0 0-57 16,0 0-52-16,-6 0-31 0,6 0-22 0,0 0-10 16,0 0-8-16,0 0-6 0,0 0-4 0,6 0-5 15,-6-3-1-15,6 3 2 0,1-5 4 0,-1 1 2 16,8 1 1-16,-2-2-3 0,2 1-3 0,-2-3-7 16,8 2-4-16,-1-3-5 0,1 4-3 15,6-4-2-15,-6 4 0 0,13-5-2 0,-8 2 0 16,8-2 0-16,0 1 0 0,-1-1 3 0,1 2 1 0,-1-2 4 15,7 1 4-15,-6-4 4 0,-1 4 4 16,7 0 0-16,-6-4 0 0,6 3-3 0,-6 2-1 16,-1-6-4-16,1 2-2 0,-1 2-2 0,1-4 5 15,6 5 11-15,-7-3 9 0,1-2 8 0,-1-4 7 16,8 6 6-16,-7-2 2 0,-1-3-5 16,1-1-5-16,5 1-6 0,1 1-3 0,-5-1-1 15,5 3-2-15,-7-4-1 0,1 1 0 0,-7 3-1 16,6 1-1-16,1-4-4 0,-1 4-3 0,-6-1-8 15,7 2-3-15,-1-1-3 0,-5 0-4 0,5-4-4 16,1 4-2-16,-1-1 0 0,1-3-2 0,-1-1 2 16,1 1-3-16,-1 0 0 0,7-1 0 0,-6 1 3 15,6 4 0-15,0-4 2 0,0 3 12 0,1-3 6 16,-1 4 8-16,-7-1 0 0,7-2 1 0,-7 2 0 0,1 0-5 16,-1 2-2-16,1-2-5 0,-1 1-2 15,1 1 3-15,-1-2-2 0,-5 0 1 0,5 1-1 16,1 0 6-16,0 0 5 0,0 0-1 15,-1 0 2-15,7-1-4 0,-6 1-1 0,5 0-5 16,1 0-5-16,1-5-4 0,-1 6-5 0,0-2 0 16,7-3 1-16,-14 4-4 0,7-4 3 0,0 4-3 15,-7-1 1-15,2 0 2 0,5 1-4 0,-7 1 4 16,1-2-1-16,-1 0-1 0,1 6 2 0,-1-1-3 16,1-5 2-16,5 5-4 0,-5 0 0 0,-1-1 1 15,8 2-1-15,-1-2 0 0,0 1 1 0,1 0 1 16,-1 0 1-16,-1 1-1 0,1-2 4 0,-6 1-1 15,6-1-1-15,-6 2 0 0,-7-2-1 16,-1 1 1-16,2-1-10 0,-8 2-63 0,1-2-118 0,-13 2-171 0,-1-1-90 0,-6-1-50 16,-13-3-15-1,-7 4 46-15</inkml:trace>
  <inkml:trace contextRef="#ctx0" brushRef="#br0" timeOffset="209404.78">20267 16327 205 0,'0'-12'231'0,"0"3"-1"31,0 1-74-31,0 0-53 0,0 4-40 0,7 0-28 16,-7-1-16-16,0 1-8 0,0 4-4 0,0 0 0 16,0 0 2-16,0 0 2 0,7 4 9 0,-7 1 26 15,6-1 13-15,-6 4 9 0,6-4 3 0,-6 4-1 0,7 4-6 16,-7-3-24-16,0 3-15 0,6-1-8 16,-6 2-7-16,0 3-3 0,7 1-1 0,-7-1-2 15,7 1-2-15,-7 3-2 0,6 0 0 0,-6-4-3 16,6 5-4-16,1-2-33 0,0-2-50 15,-1 4-57-15,1-9-80 0,-7 4-50 0,12-3-24 16,-5-2 19-16</inkml:trace>
  <inkml:trace contextRef="#ctx0" brushRef="#br0" timeOffset="209847.58">20515 16469 28 0,'-7'-12'266'16,"1"4"28"-16,0-5 24 0,-1 6-60 0,0-3-71 16,7 3-54-16,-6 3-39 0,6-1-24 15,0 2-23-15,0 3-19 0,0 0-11 0,6-4-9 16,1 4-2-16,0 4-5 0,5-4 0 0,-5 3 0 16,6 6 2-16,0-2-1 0,0 3-2 0,-6-3 0 15,5 2-2-15,-5 3 0 0,6 0-2 0,-6 0 0 16,-1 4 0-16,0-4 3 0,8 1 0 0,-8-1 0 15,0 1 1-15,1-6 0 0,0 5 1 0,-7-3-1 16,6-1 1-16,1 0 0 0,-7-4-2 0,6 0 1 16,-6 1-1-16,6-5 0 0,-6 0 1 0,8 0 0 15,-8-5 1-15,6-3-1 0,0 0 1 0,0 0-1 16,1-4-2-16,0-1 2 0,-1 1 0 0,1-4 2 16,6 3-1-16,-6 1-1 0,-1-4 2 15,6 4 0-15,-4 0-2 0,4 0-2 0,-5-1 2 16,-1 5 0-16,8 0 1 0,-8 0-1 15,0 3 1-15,2 2-1 0,-2 3 1 0,6-4 1 16,-5 4-2-16,0 0 1 0,-1 4 0 0,1-1-1 16,-1 2-1-16,0-1 1 0,2 3-1 0,-8 3 1 15,6-3-1-15,0 2-1 0,0 3-16 0,-6 0-39 16,0 0-43-16,0-3-52 0,0 3-48 0,0-5-57 16,0 6-34-16,0-10 12 0,7 6 30 0</inkml:trace>
  <inkml:trace contextRef="#ctx0" brushRef="#br0" timeOffset="210462.49">21186 16261 89 0,'0'-20'205'16,"0"-5"12"-16,0 6-13 0,6-3-4 0,-6 6-3 16,-6 0 5-16,6 4 8 0,0 0 4 0,0 0-6 15,-7 7-22-15,7-3-25 0,0 5-31 16,-7 3-36-16,1 3-38 0,0 1-25 0,6 9-13 15,-13 3-8-15,6 4-3 0,7 1 0 16,-7 8-1-16,1-1-4 0,0 4 1 0,-8 9 0 0,8 0-2 16,0 3 0-16,-1 5 0 0,-6 4 3 15,6 0-5-15,-5-4-4 0,4 4 0 0,-4-5 0 16,6 2 0-16,-1-2-2 0,7 1 6 0,-7 1 2 0,7-6 2 16,7 5-3-16,-7-5 1 0,13-3-2 0,-7 0-7 15,8 0-2-15,-2-8-3 0,2-1 1 0,5-4-1 16,1-7 3-16,-1-5 3 0,7-4 0 0,-6-7 1 15,6-5 5-15,-7-5 1 0,7 1-2 0,-6-9 3 16,0-3 0-16,-1 0 1 0,-6-4-2 0,-6-1 1 0,-1-3 1 16,0-1-4-16,-6-3 1 0,0-1 0 15,-6 1 1-15,-7-4 0 0,6-1 0 16,-12-3 1-16,6 3 0 0,-6-4 1 0,-1-3 0 0,-6 3-2 16,-1-4 0-16,1 0 0 0,1 1 0 15,-8 0 0-15,7 2-3 0,0 1 4 0,0 6 0 16,0-2 2-16,7 9 3 0,-1-1 1 0,0 5 1 15,7 4-2-15,0-1 1 0,0 5-1 0,7 3-6 16,0 1-1-16,6 0-2 0,-8 8 0 0,8-3-3 16,8-2 0-16,-8 5-1 0,6 0 5 0,0 0-3 15,7 0 3-15,-6 5 2 0,6-5-1 0,7 3 1 16,-8 1 1-16,8 0 3 0,-1 1-1 0,1-5-1 16,0 3 2-16,-1 6-2 0,1-6-2 15,-1 2-1-15,0 3-3 0,1 0 1 0,-7 0 3 0,0 5 1 0,0-6-2 16,1 6 0-16,-2 0 2 0,-5-1-1 0,6 0-1 15,-7 0-2-15,1-1 5 0,-7 2 2 0,6-4 0 16,-6 2-2-16,6 2 2 16,-6-6-1-16,0 6-3 0,8-5-12 0,-8 0-52 15,0-4-57-15,6 5-59 0,-6-5-64 0,6-4-74 16,1 0-77-16,0-4 6 0,-1-1 32 0,1-3 47 16</inkml:trace>
  <inkml:trace contextRef="#ctx0" brushRef="#br0" timeOffset="210621.08">21375 16318 136 0,'-7'-12'259'0,"1"4"18"16,6 0-38-16,-7 4-64 15,0-5-56-15,1 9-43 0,0-4-29 0,-1 4-19 16,7 0-11-16,0 4-6 0,0-4-6 0,0 5-7 16,0-5-26-16,7 4-37 0,-7-4-52 15,6 4-62-15,0-4-58 0,1 0-27 0,0 0 5 0,-1 4 30 16</inkml:trace>
  <inkml:trace contextRef="#ctx0" brushRef="#br0" timeOffset="211646.15">21440 16282 206 0,'0'0'277'15,"6"0"17"-15,-6 0-51 0,0 0-66 0,0 4-43 16,0 0-20-16,0 4-10 0,0 0-4 16,0 1 0-16,7 3-5 0,-7-5-19 0,0 5-28 15,0 5-18-15,0-5-11 0,6 1-9 0,-6 2-5 16,0-2 0-16,0 3-3 0,0-3 0 0,0 2 0 0,7-2 0 0,-7 4-1 15,0-5-2-15,0 0 0 0,0-4-1 0,0 4 0 16,0-8-1-16,0 5 3 0,0-6-2 0,0 1 0 16,6 0 2-16,-6-4 0 15,6 0-1-15,-6-4 3 0,8 0-1 0,-2 1 0 16,0-6 0-16,7 5-1 0,-6-8 0 0,-1 4 0 0,1 0 0 16,-1-1 0-16,1-3-1 15,6 0 0-15,-7-1 0 0,8 5-3 0,-8-4 4 16,0 4 0-16,1-5 0 0,-1 10 1 0,1-5-1 15,0 3 0-15,-1 2-1 0,0-1 1 0,2 4-2 0,-2 0-2 0,-6 0 3 16,6 4 2-16,0-4 2 16,-6 8-3-16,7-4 1 0,-7 0 1 0,0 4-1 15,7 0-1-15,-7 0-1 0,0 1 1 0,6-1 0 16,-6 4 0-16,7-3 0 0,-7-2 1 0,0 1-1 16,6 1 0-16,-6-2-1 0,6 2-1 15,2-5 2-15,-2 4-4 0,-6 0 2 0,6-4 1 16,7 1 0-16,-6-5-1 0,-1 3 0 0,7-3 2 15,-6 0 0-15,6 0 0 0,-7 0 0 0,8-3 0 16,-2 3-1-16,1-9-1 0,-6 5 0 0,6-5-1 16,-7 6 1-16,8-10-1 0,-8 6 2 0,7-2 0 15,-6-3 1-15,-1 0 1 0,1 0 2 0,-1 4 0 16,0-1 3-16,2-2 0 0,-8 1 19 16,0 7 30-16,6-1 22 0,-6 0 13 0,0 4 2 0,0-5 2 15,0 5-17-15,0 5-31 0,0-1-22 16,0 0-11-16,-6 4-6 0,6 0-2 0,0 0-5 15,0 1-1-15,0 2 1 0,0-2 0 0,0 3 1 16,0-3-2-16,0-2 1 0,0 5 1 0,0-3 2 0,6-2-2 0,-6 2 0 16,6-5-1-16,0 5 0 15,1-6-1-15,0-3-4 0,6 4-1 16,-1-4-1-16,8 0 0 0,-6-4-2 0,5 1-1 16,-6-6 2-16,6 1 3 0,1 0-2 0,0-8 4 15,5 3 3-15,-5-2 1 0,0-6 0 0,-1 4-2 16,-6-4 2-16,6-2-3 0,-5-1 0 0,5-5-2 15,-5 4 2-15,-2-7 1 0,2 3-2 0,-8-3 3 16,7-1-1-16,-7 0 3 0,1 1 5 0,0-1-1 16,-7 4 6-16,0 5 40 0,0 0 66 15,0 3 48-15,-7 9 30 0,7 0 20 0,-7 5 4 16,-6-2-35-16,7 9-60 0,0 4-45 0,-8 4-31 16,8 4 0-16,-7 4 12 0,6 10 12 0,1-7 3 0,-1 10 1 15,1-5-1-15,6 9-17 0,0-5-19 0,-6 5-20 0,6 0-11 16,0-1-3-16,6 1-3 15,-6-1-4-15,6 0 0 0,1 1 1 0,-1-4 3 16,8-1-5-16,-2-3 0 0,2 0-2 0,5-6-6 16,-6-3-4-16,6 1-14 0,7-5-14 15,-6-3-12-15,6-1-11 0,1-4-7 0,-2-4-1 16,1 0 14-16,0-4 12 0,0-1 10 0,1 2 6 16,-1-6-7-16,-7-3-16 0,1 0-14 0,-8 0-12 15,8 0-3-15,-7-4 1 0,-6-1 14 0,-1 1 22 16,1-5 16-16,-7 4 17 0,0 1 12 0,-7 1 8 15,7-1 10-15,-6 3 13 0,-8 0 13 0,8 10 4 16,-6-6 4-16,4 9-1 0,-4 0-1 0,-2 9-14 16,1-6-11-16,7 10-8 0,-7-5-7 0,6 4-5 15,7 5-7-15,-6-5 3 0,6-1-3 0,6 6-2 16,1-4-2-16,0 3 3 0,-1-3 2 0,7-6-4 16,7 5 1-16,-8-7 3 0,8 2-7 15,0-2-37-15,5-1-55 0,-5-4-70 0,0 0-76 16,5 0-78-16,-5-4-72 0,0-1-50 0,-1 2-44 0,-5-6 21 0,-2 2 47 15,-5-2 63-15</inkml:trace>
  <inkml:trace contextRef="#ctx0" brushRef="#br0" timeOffset="211829.96">22247 15890 282 0,'-6'-3'453'0,"6"-1"39"15,0-1 21-15,0-3-79 16,6 4-159-16,8 0-123 0,4 1-72 0,2-2-43 16,7 1-33-16,-1 1-64 0,-7 3-76 0,7-5-90 15,-6 5-117-15,0 0-86 0,-8 5-34 0,1-2 28 16,0 1 59-16</inkml:trace>
  <inkml:trace contextRef="#ctx0" brushRef="#br0" timeOffset="212005.18">21772 16123 315 0,'-6'8'501'16,"-1"-4"55"-16,7 1 28 0,0-5-84 0,0 3-149 0,7 1-143 0,5 1-106 0,2 2-95 0,-2-2-100 16,1 2-104-16,7 2-102 0,0-1-114 0,-1 1-86 31,1-2-10-31,6 5 47 0,-7 5 76 0</inkml:trace>
  <inkml:trace contextRef="#ctx0" brushRef="#br0" timeOffset="212966.58">22254 17173 46 0,'19'-7'232'0,"-5"-6"20"16,-2 5-21-16,1-4-61 0,-6-1-58 0,6 5-40 16,-7 0-31-16,1-5-18 0,0 10-9 0,-7-6-7 15,6 6-3-15,-6-2-2 0,-6 5-2 0,6-4 0 16,-7 4-1-16,0 4 1 0,-5 1 0 0,-2-2 1 16,1 6 0-16,1-6 1 0,-2 6 3 0,2-2 5 15,-8 6 6-15,7 0 10 0,-1-1 6 0,2 4 5 16,5-4 0-16,-6 4 1 0,7 5-6 0,6-5-9 15,0 0-5-15,0 5-7 0,6-5-3 0,0 4-5 16,8-4-1-16,-2 5 0 0,8-5-2 0,-7 1 0 16,7-1-1-16,0 0 1 0,-1 0 0 0,1 1 0 15,-8-1-1-15,8-4 1 0,-7 4 1 0,-6-3 0 16,6-1 0-16,-7 1 1 0,0-2 2 0,1 2 0 16,-7-6 2-16,-7 2 1 0,7-1 4 0,-12 1 1 15,5-6 0-15,-6 5 1 0,0-8-2 0,0 5-1 16,0-5-3-16,-7 0-5 0,1 0-1 0,-1-5 0 15,1 1-1-15,-1 0-1 0,8 1-1 0,-8-6 0 16,6 5-3-16,2-5-9 0,-1 5-20 0,6-3-22 16,0-1-25-16,7-5-23 0,0 5-25 0,7 0-12 15,0-1-4-15,12 1 4 0,-6-4 17 0,6 4 19 16,8 0 22-16,-1 0 20 0,0 0 23 0,0 0 18 16,7 3 10-16,-7-3 9 0,-1 4 4 0,1-3 6 15,7 2 12-15,-13 1 20 0,6 0 20 0,0 0 20 16,-7 4 16-16,1 0 7 0,-7 0-3 0,0 0-13 15,0 4-7-15,-7 0-7 0,1 0-1 0,-7 1 2 0,0 2 5 16,0 2 3-16,-7-1-6 0,1 0-12 16,-7 4-10-16,7-4-8 0,-8 4-9 0,2 0-4 15,5 1-2-15,-13-1-3 0,14-4-2 0,-7 5-5 16,0-5-3-16,7-1-8 0,-2 2-2 0,2-1-6 16,0 1-2-16,6-2 1 0,0-3-2 0,0 1 1 15,6-2-3-15,8 1 1 0,-2 1-4 0,1-2-3 0,0-3-2 16,7 0-5-16,-1 0-4 0,1 0-3 0,-1 0 1 15,7-3 2-15,-6 3 3 0,0-5 6 0,-1 1 5 16,-5 1 5-16,-2-6 2 0,8 2 0 0,-14-2 1 16,7 1-1-16,-7-4 0 0,-6 0-2 0,8-1 1 15,-8-3 0-15,0 4-1 0,-8-9 2 0,8 5-1 16,-12 0 1-16,5-5 0 0,-6 5 1 0,0-4 1 16,1 4 3-16,-2-1 2 0,1 1 7 0,0 3 17 15,-6 5 22-15,5-4 25 0,2 8 24 0,-8 1 16 16,7-2 3-16,7 5-14 0,-8 0-19 0,8 5-23 15,0 2-26-15,-1 2-19 0,7-2-9 0,0 6-3 16,7-5-2-16,-1 4-4 0,0 0-1 0,8-3 2 16,5 3-2-16,1 0-1 0,0-4-1 0,5 1-3 15,1-5 2-15,0-1-2 0,7 1 3 0,-7-4 0 16,6-4 1-16,7 1 0 0,-6-1 10 0,7-5 35 16,-8 1 39-16,7 0 35 0,0-5 33 0,-1 6 33 15,-4-6 19-15,-2 2-10 0,1-6-19 0,-8 1-18 16,-5 3-31-16,6-7-30 0,-13 4-26 0,7-5-22 15,-8 1-19-15,-4 4-16 0,-2-5-5 0,-6 6-5 16,-6-3 0-16,-2 7-4 0,-10 2-4 0,-2 5 4 16,-7 4-1-16,1 4 0 0,-6 8-3 0,-7 1-30 15,6 7-73-15,-5 1-120 0,-1-2-124 0,5 3-127 16,2-3-133-16,-1 2-42 0,14-1 37 0,-7 0 97 16,6 1 116-16</inkml:trace>
  <inkml:trace contextRef="#ctx0" brushRef="#br0" timeOffset="-214671.19">28655 3924 1 0,'0'-5'31'0,"0"1"-7"0,0 4-3 15,0-4 1-15,0 4-2 0,0-3-4 0,0 3 3 16,0 0 10-16,0-5 5 0,0 5 9 0,0 0 9 15,0 0 2-15,0-3 3 0,0 3-4 0,0 0 1 16,0 0-4-16,8 0-1 0,-8 0 1 0,0 0 1 16,6 0-4-16,-6-5-5 0,0 5-4 15,0 0-7-15,0 0-8 0,0 0-5 0,0 0-2 0,6 0 0 16,-6 0 1-16,0 0-1 0,0 0 1 16,0 0-2-16,0 0-4 0,0 0-3 0,0 0-1 15,0 0-2-15,0 0-2 0,0 0 0 0,0 0 5 16,0 0 18-16,0 0 15 0,0 0 13 0,7-4 10 15,-7 4 7-15,7 0-3 0,-7 0-13 0,6-4-14 16,1-1-10-16,-7 2-1 0,6-1 11 0,-6-1 11 16,0 2 4-16,6-2 0 0,-6-3 0 0,0 5-7 15,0-6-18-15,0 5-15 0,0-5-8 16,-6 2 0-16,6-2-4 0,-6 2-2 0,-1-2-1 16,-6-3 2-16,6 4-2 0,-5 0-1 0,-2 0-2 15,2 0 1-15,-8-1 0 0,7 5 0 0,-7-3 0 16,1 7 1-16,-1-5 2 0,0 5 1 0,1 0-1 15,0 5 0-15,-1-2 2 0,1 1-1 0,-1 5-1 16,0-2 0-16,1 6-1 0,-1 0 1 0,1-1-1 16,-1 0 2-16,7 4-1 0,0-4 3 0,1 5 2 15,-2-1 0-15,8 4-2 0,-1-4 0 0,1 0-3 16,-1 1-4-16,7 4 0 0,0-6-1 0,7 1 0 16,-1 0-1-16,7 1 5 0,7-1 0 15,-1-3-1-15,7 3-1 0,0-4-2 0,7 0-1 0,-1-3 0 16,1 2-2-16,-1-5 2 0,8 1 0 0,-7-3 1 15,5 1 2-15,-5-2-3 0,6 1 1 16,-7-4 1-16,1 0 1 0,-7 0-3 0,0-4 2 16,0 4 2-16,-6-3-1 0,-1-2 0 0,-5 5 1 15,-2-4 2-15,-5 0 0 0,0 1 2 16,-1-3 1-16,-6 3 0 0,0-1 1 0,0 0 0 16,-6-1-1-16,-1 5 2 0,0 0 0 0,1 0-4 15,-8 0 1-15,2 5 0 0,-1-1 0 0,0 0-2 16,-6 5 1-16,5-2-1 0,1 2-2 0,6-2-1 15,-5 5 1-15,5 0 0 0,7 1 2 0,0 0 3 16,0-2-3-16,7 6 3 0,5-5-2 0,2 0-1 16,-2 0-3-16,2 0 1 0,5-3 0 0,1-1-1 15,0 0-2-15,-1-3 2 0,0-2 0 16,1 1-1-16,-1-4 0 0,1 0 2 0,-1 0 1 16,-5-4-1-16,-2 1 1 0,2-7 2 0,-8 3 0 15,1-2-3-15,-1 2 0 0,1-6 2 0,-7 1 0 16,0 4 0-16,-7-9 0 0,1 5 0 0,-1 1-1 15,-5-6-1-15,4 5 1 0,-4-1-2 16,-2 1-3-16,1 0 3 0,1 5-1 0,-2-6-3 0,8 4-23 16,-7 2-41-16,6-2-45 0,1 5-60 15,-1-4-72-15,7 4-74 0,0-1-16 0,0 2 17 16,7-1 38-16</inkml:trace>
  <inkml:trace contextRef="#ctx0" brushRef="#br0" timeOffset="-212119.91">29243 3992 44 0,'0'-7'191'0,"0"-2"19"15,0 2-48 1,0-2-34-16,0 1-19 0,0 4-12 0,0-3-3 15,6 2 1-15,-6 0 5 0,6 2 1 0,0-1-4 16,-6 4-8-16,7-5-13 0,0 5-17 0,-1 5-17 0,1-5-13 0,-1 4-9 0,-6 4-4 16,6 0-5-1,2 5-2-15,-8-1 0 0,0 4-2 16,6 0-1-16,-6 4-3 0,0 1-1 0,0-1 0 16,-6 1-2-16,6 3 2 0,-8-4-2 0,8 4 2 15,-6 5-2-15,0-4-1 0,-1-5 0 0,1 4-1 16,-1-4 0-16,0-4 0 0,1 1 1 0,0-5 0 15,0 0 1-15,6-3 0 0,-8-2 2 0,2-2 0 16,6-1 0-16,0-4 1 0,0 4-1 0,0-8 1 16,0 0-3-16,0-1 0 0,6-2 0 15,2-5 0-15,-2 3 1 0,0-7 1 0,0 3-1 16,8-3-1-16,-1 0 0 0,-1 0 0 0,2-1 0 16,-2 2 0-16,2-1 0 0,-1-1 0 0,7 1 0 15,-8-1 0-15,8 5 0 0,-7-5-1 0,0 1-2 16,6 5 1-16,-5-2 1 0,-2 0 1 0,2 6 3 15,-1-1-1-15,-1 3 2 0,-4 1-1 0,4 4 1 16,-6 0-1-16,1 4-1 0,0 1 3 16,-1 3-2-16,1-1 3 0,-1 6-4 0,-6 0 1 15,0 3-2-15,0-5-1 0,0 11 1 0,0-7-1 16,-6 5 0-16,-1-3-4 0,7 4 1 0,-6-1-1 0,-1-4-8 16,0 0-28-16,1 1-34 0,0-1-41 15,6-4-43-15,-6 0-51 0,6 0-60 0,-8-3-20 16,8-2 10-16,0 2 31 0</inkml:trace>
  <inkml:trace contextRef="#ctx0" brushRef="#br0" timeOffset="-211671.54">29906 3985 155 0,'7'-9'151'0,"0"5"2"15,-1 1 16-15,0-2 22 0,1 1 19 0,-7 1 12 16,6-2 1-16,-6 5-13 0,0-4-30 0,0 4-32 16,0 0-35-16,-6 0-27 0,6 4-27 0,-7 1-16 15,-5-5-12-15,5 3-9 0,-6 1-3 0,7 4-6 16,-8-4-1-16,8 1-5 0,-1-1 1 15,1-1-1-15,-1 6-2 0,1-5-3 0,-1 4 2 16,1 0-2-16,6-4 0 0,0 4 2 0,0 5-3 16,0-5 0-16,6 4-1 0,-6 0 1 0,7 4-1 15,-1-3-2-15,-6 3 2 0,7 0-1 0,6 0 0 16,-13-4-2-16,6 5 2 0,0-5-2 0,2 4 0 16,-8-4 2-16,0 1 3 0,6-1-1 0,-6-4-1 15,-6 4 1-15,6-3 2 0,0-1 1 0,-8-5-1 16,2 7-1-16,0-7-1 0,-7-3 0 0,6 4 0 15,1-4-2-15,-7-4 1 0,7 1-2 0,-8 3-2 16,8-5-9-16,-1-3-23 0,0 4-43 16,7-5-53-16,-6-3-52 0,6 4-53 0,0-4-47 15,6 0-31-15,-6-1-18 0,14 1 20 0,-2 1 37 16,2-2 46-16</inkml:trace>
  <inkml:trace contextRef="#ctx0" brushRef="#br0" timeOffset="-211486.28">30044 4045 95 0,'6'0'199'0,"-6"0"31"0,6 0-24 0,-6 5-30 16,0 2-26-16,0 2-11 0,0-1 3 0,0 1-11 16,-6 2-15-16,6 2-11 0,0-1-9 15,-6 4-12-15,6-4-17 0,-8 1-25 0,8 3-17 16,-6-3-11-16,6 3-7 0,-6-1-2 0,-1-2-3 16,0 3-1-16,7-3-4 0,-6 3-4 0,0-4-13 15,6-4-34-15,-7 1-43 0,7-6-48 0,0 1-58 16,0-4-91-16,0 0-38 0,0-4 5 0,7 1 29 15</inkml:trace>
  <inkml:trace contextRef="#ctx0" brushRef="#br0" timeOffset="-211303.72">30154 3903 47 0,'0'-8'255'0,"0"4"16"0,0 0 5 16,-7-1-85-16,7 5-77 0,0 0-52 15,0 0-31-15,0 0-13 0,0 5-9 16,0-1-3-16,0 0-6 0,0 1-6 0,0-2-20 16,0 2-33-16,7-2-44 0,-7 5-51 0,6-3-60 0,1 2-29 15,6-2 3-15,-7 0 23 0</inkml:trace>
  <inkml:trace contextRef="#ctx0" brushRef="#br0" timeOffset="-211025.23">30297 3964 67 0,'0'0'146'15,"0"0"-13"-15,0 5-9 0,-6-5-3 0,-1 3 4 16,0 1 4-16,1 1 4 0,0-1-8 0,-8 3-15 16,8-2-21-16,-7 2-26 0,0 3-18 0,6-7-18 15,1 9-11-15,0-4-6 0,-1 0-4 0,7 1-1 0,0 3-2 16,0-4 0-16,0 5 1 16,7-6-2-16,-7 6-1 0,12-1-2 0,-5 1 1 0,-1 2 0 0,8-2 1 15,-2-1 0-15,2 5 0 0,-8-6 1 16,7 6-1-16,-6-5 0 0,-1 0-1 15,1 0-1-15,-1 0 1 0,-6 1 0 0,0-6 0 0,0 6 1 0,-6-4 2 16,-1-2 0-16,-6-3 0 16,6 4 0-16,-5-3-2 0,-2-1 2 0,2-1-3 15,-2-3-1-15,1 0 1 0,-6 0-2 0,6-3-15 16,0-6-44-16,6 1-58 0,-6 0-97 16,7-4-51-16,-1-4-25 0,7-1 2 0</inkml:trace>
  <inkml:trace contextRef="#ctx0" brushRef="#br0" timeOffset="-210796.55">30506 3773 49 0,'6'0'248'0,"-6"4"15"16,0 1 10-16,0-2-65 15,-6 9-61-15,6 1-36 0,0-1-17 0,0 4-8 16,0 0-2-16,0 0 5 0,0 1 4 0,6 4 3 0,-6-1 1 15,7 4-4-15,-7-4-5 0,0 5-30 0,0 4-26 0,0-5-20 16,0 4-37-16,-7 1-57 16,7-4-55-16,-6-1-47 0,-1 0-36 0,0-4-31 15,1 0-14-15,6-7-14 0,-6-1 15 0,6 0 26 16,-8-7 25-16</inkml:trace>
  <inkml:trace contextRef="#ctx0" brushRef="#br0" timeOffset="-209871.52">30480 4074 94 0,'6'-4'163'0,"0"0"-28"0,8 0-47 0,-1-1-38 15,-1 5-26 1,2 0-12-16,5-3-6 0,-6 3-4 0,6 0-2 16,1-4 0-16,0 4 2 0,6 0 2 15,-7 0-3-15,1-5 3 0,0 5-2 0,5-3-1 0,-11 3-1 16,5-5 1-16,-6 5 5 0,0-4 7 0,0 0 6 0,-6 1 12 0,-1-2 13 0,-6 1 21 15,6 4 12-15,-6-3 3 0,0-2 4 0,-6 0-5 16,6 2-5 0,-13 3-9-16,6-4 1 0,-5 4 8 0,-1 0 9 15,-1 4 11-15,-5-4 2 0,6 3-6 0,-6 2-12 0,-1 3-18 16,6 1-17-16,2-2-17 16,-1 2-10-16,0-1-7 0,0 4-4 0,7 0-2 15,-2 1 0-15,2-1-1 0,0-1-2 0,6 2 0 16,-6-1-2-16,12 0-1 0,-6 1-1 0,6-6-3 15,-6 6-1-15,6-4 1 0,2-6 0 0,-2 5-2 16,7-3-2-16,-7-5-2 0,8 0-3 0,-2 0-9 16,2 0-9-16,-2-5-10 0,-5 1-6 0,6 0-2 0,-6 1 3 0,5-6 6 0,-5 5 10 15,6-5 12 1,-7-2 8-16,1 2 5 0,6 1 2 0,-6-4 3 16,-1 4 3-16,0-1 0 0,1-2 2 0,0 2-1 15,-1 2 1-15,0 2 0 0,2-3 2 0,-8 8-1 0,6-4 0 0,0 4 0 0,1 0 0 16,-1 0-2-16,1 4 2 0,-7 4-2 15,6 1 2-15,1-2 0 16,-1 6 0-16,-6-4 0 0,6 2-1 0,-6 1 1 16,8 0 0-16,-8 4 0 0,6-3 1 0,0 3 0 0,-6-4-1 0,7 0 0 0,-1 1-1 15,-6-5-1 1,7 0-1-16,-7 5 1 0,6-10-1 0,-6 6 1 16,0-5 0-16,7 0 2 0,-7-1 2 0,0-3 18 15,0 5 17-15,6-5 11 0,-6-5 7 0,0 5 2 16,7-3-2-16,0-1-16 0,-7 0-16 0,6-1-12 15,0-2-7-15,1-2-3 0,0 1 2 0,-1 0-2 0,1 0-3 16,-1-4 2-16,0 3 0 0,8-3 0 16,-8 5-3-16,8-6 0 0,-8 4 0 0,7-2 0 0,-7 2 0 0,1 1 0 15,6 1 0-15,-7-2 0 16,0 5 0-16,2-5-2 0,-2 9 1 0,-6-3-2 0,6 3 1 16,-6 0 0-16,7 0 0 0,-7 3 1 15,0-3 1-15,0 6 1 0,0 1 1 0,0 2 0 16,0-2 2-16,6 1 0 0,-6 5-2 0,0-6 1 15,0 2-2-15,0 4 0 0,0-6 0 0,0 5 0 16,0-3 2-16,7 3-1 0,-7-4 4 0,6-4-1 0,1 4 1 16,-1-4-1-16,8 5 1 0,-8-6 0 15,7 1-2-15,-6-4 1 0,5 0 0 0,1-4-1 16,-6 1 1-16,6-2 0 0,0-3-1 0,-6 0-2 16,5-4-1-16,-5 0-1 0,6 0 0 0,-6-4 0 15,5-6 0-15,-4 6 0 0,-2-3 1 0,0-3-1 0,7-1-1 16,-6-2 0-16,-1 0-1 0,1 2 0 0,-1-3 2 15,0-2 13-15,2 4 55 0,-2 3 72 16,-6 1 78-16,6 0 68 0,-6 3 52 0,0 5 33 0,0 4-22 16,0 4-58-16,0-1-66 0,0 2-63 0,0 3-54 15,0 0-41-15,-6 3-30 0,0 6-15 0,6 4-14 16,-8-2-4-16,2 6-5 0,0-1-5 0,6 0-9 16,-7 4-47-16,7 1-84 0,-6-1-126 0,-1 0-129 15,0 5-127-15,1-5-133 0,-6 5-45 0,4 0 39 16,-4-5 100-16,5 0 120 0</inkml:trace>
  <inkml:trace contextRef="#ctx0" brushRef="#br0" timeOffset="-209732.95">31313 4156 91 0,'13'-9'286'0,"1"1"19"16,-2-4 9-16,1 4-86 0,7 5-91 0,-8-6-62 15,8 5-37-15,0 4-36 0,-1-4-74 0,1 8-120 16,-7 0-61-16,6-1-34 0,-5 6-17 0,-8-1 7 15</inkml:trace>
  <inkml:trace contextRef="#ctx0" brushRef="#br0" timeOffset="-207660.38">25132 16795 7 0,'13'-16'225'16,"-6"-6"15"-16,6 6 7 16,-7 0-84-16,-6 1-65 0,0-2-43 0,0 1-25 15,0 7-11-15,-6-3-8 0,0 4-2 0,-8 4-2 16,-5 0 9-16,-1 4 22 0,1 4 24 0,-7 0 16 16,0 8 19-16,0 0 27 0,-7 4 21 15,7 9 6-15,-7-5 2 0,1 9 12 0,-1-1-2 16,1 1-17-16,-1 4-26 0,1 0-26 0,12-2-26 0,-6 2-26 0,7-1-18 0,5-3-12 15,8 4-6 1,0-5-3-16,6 1-5 0,6-1-2 0,0 1 0 0,8-8 3 16,5 3-2-16,1-4-1 0,6-4 2 0,6 0 2 0,-5-4-2 0,5-3-4 15,7-1-5-15,-7-4-2 0,7 1-4 0,1-2 0 16,-1-3 1-16,-7-3 2 0,7 3 6 0,0-9 2 0,1 5 6 16,-8-9 0-16,1 6 1 0,-1-1 2 0,1-5-3 15,-7 1 0-15,-7 4 3 0,7-4-2 0,-6 3 4 16,-7-3 5-1,0 5 25-15,-6 2 37 0,5-2 29 16,-5 2 25-16,-7 1 13 0,7 0 4 0,-7 4-19 0,6 0-37 0,-6 0-28 0,0 0-28 0,-6 0-13 16,6 4-11-16,-7 5-5 15,7-6-1-15,-7 6 0 0,7-2 0 16,-6 2-5-16,0-1 1 0,6 0-1 0,0 0 3 16,0 0-3-16,0 1 1 0,0-2 0 0,0 2 0 15,0-1 0-15,6-4-4 0,-6 3-1 0,6-2-3 16,1-1-9-16,0-4-17 0,-1 4-18 0,0-8-20 15,8 4-18-15,-8-4-23 0,1-1-12 0,6-2-6 16,-7-2-3-16,7 1-1 0,-7 0-2 0,8-4 2 16,-8-1-1-16,1 6 3 0,-1-10 5 15,1 6 9-15,-1-1 14 0,1-1 15 0,-1 0 20 0,0 1 17 16,2 0 19-16,-2 0 14 0,0-1 11 0,1 1 13 16,0 4 12-16,-1 0 9 0,1 5 12 0,-1-6 8 0,0 5 7 15,1 0 7-15,0-1 6 0,-1 1 3 16,0 4 9-16,8 0 4 0,-8 0-2 0,1 0-4 15,6 0-9-15,-7 4-14 0,7 1-16 0,-7-1-14 16,8 4-7-16,-8-3-6 0,1 2-6 0,-1 2 2 0,1 3 1 0,-1-4-1 16,1 0-1-16,-7 4 1 15,0-4 0-15,0 5 1 0,0-2-2 0,0-2 1 16,0 0-2-16,-7-2 1 0,7 1 2 0,0-4 0 16,-6 0 4-16,6 1 16 0,0-2 32 0,-7-3 32 15,7 5 39-15,0-5 33 0,0 0 14 0,0-5-8 0,0 5-26 0,7-8-30 0,-7 4-36 16,6-3-36-1,1-5-17-15,5 3-7 0,-4-3-3 0,4 0-6 16,2-1-5-16,-2-3 1 0,1 3 1 0,7 1 3 16,-7 0-1-16,6 0 11 0,-6 0 14 0,1 3 9 15,6 2 9-15,-8 2 0 0,1 2 2 0,0 3-3 16,-6 0-13-16,5 3-8 0,-4 2-11 0,-2 2-2 16,0 2-1-16,0-1-6 0,2 4 1 0,-8 1-5 15,6-1-1-15,0 0-3 0,-6 0-2 0,0 0-4 0,7 1-11 0,-7-2-19 16,6 2-18-16,-6-5-19 15,7 1-22-15,0-2-19 0,-1-3-21 0,0 1-5 16,8-5-1-16,-2 0 3 0,1 0 13 0,1 0 17 0,6-5 26 0,-2 1 22 0,2-3 20 0,-1 2 14 16,1-2 11-16,0-2 6 0,-1 0 7 15,1 1 7 1,-8 1 1-16,8-2 3 0,-7-3-2 0,1 4 4 16,-2-5-2-16,-6 6-3 0,2-6 2 0,-2 2 3 0,0 2 4 15,-6-4 3-15,0 2 19 0,-6 3 23 16,6-1 19-16,-14 5 12 0,8-4 10 0,-6 8 12 0,-2-4 0 15,-5 4-11-15,5 4-9 0,2-4-9 16,-1 5-4-16,0 2-16 0,0-3-18 0,7 4-9 16,-8 1-10-16,14 3-11 0,-6-4-8 0,6 4 0 15,0 1 0-15,6-5-5 0,0 4 1 0,8-1 4 16,-1 2-1-16,0 4-4 0,6-6 1 0,-5 7 4 16,5-6-3-16,1-1-3 0,-2 6-1 0,2-1 2 15,-6-3-4-15,5 3-1 0,-6-4 4 0,0 0 0 16,-7 0 0-16,8 0 2 0,-8-3 3 0,1 2-2 15,-1-2-2-15,-6-1 3 0,0-3 1 0,0-2-4 16,0 1-13-16,0-4-27 0,-6 0-42 0,-1-4-52 0,1 4-57 16,-1-8-52-16,0 0-40 0,-5-1-21 15,5-2-6-15,7-2 7 0,-7-3 15 0,7 3 5 0,0-2-4 0,7-1 15 0,0-1 28 0,5 1 35 32</inkml:trace>
  <inkml:trace contextRef="#ctx0" brushRef="#br0" timeOffset="-207489.57">26761 17014 112 0,'12'0'283'0,"2"0"30"15,-1 0 1-15,-7 5-35 0,1-2-33 0,-7 2-26 16,6 2-22-16,-6 2-14 0,0-1-16 16,0 1-31-16,-6-2-35 15,6 5-28-15,-7 0-23 0,7-3-18 16,-6 3-17-16,-1-4-5 0,1 5-7 0,0-1-4 0,-2-4-1 16,2 5-6-16,0-6-24 0,-1 1-47 0,1 0-58 15,-1 5-62-15,1-9-66 0,6 3-66 16,-7-2-61-16,7-5-3 0,0 0 31 0,0 4 49 0</inkml:trace>
  <inkml:trace contextRef="#ctx0" brushRef="#br0" timeOffset="-207322.9">26852 16937 9 0,'0'-5'254'15,"-6"5"19"1,6-3 10-16,-8 3-69 0,8 0-78 0,0 0-59 15,0 3-38-15,0 2-22 0,0-1-20 0,8 4-29 16,-8-4-36-16,12 1-44 0,-5-1-55 0,6-1-57 16,0 2-20-16,0-2 6 0,0-3 25 0</inkml:trace>
  <inkml:trace contextRef="#ctx0" brushRef="#br0" timeOffset="-207038.44">27073 16970 110 0,'20'-5'261'0,"-1"2"41"16,-5-1-12-16,-2-1-23 0,-5 1-20 0,6 0-9 15,-7 4-1-15,1-4-1 0,-1 4 5 0,-6-4-4 16,0 4-19-16,0 0-29 0,0 0-41 0,-6 0-36 15,-1 4-37-15,-5 0-35 0,5 0-20 0,-6 0-11 16,0 5-4-16,0-1-3 0,6 0-3 16,-5 0 3-16,4 0 4 0,2 4-1 0,0 1 0 15,6-1-2-15,-6 0 2 0,6 0-3 0,0 0-1 0,6 5-4 16,0-5 1-16,0 4 2 0,2 0-1 0,-2 1 1 16,7-1 1-16,-7 1 4 0,8-1-1 0,-2 0-2 15,2 0-1-15,-8 0 0 0,7 1 0 16,-7-1-1-16,8 1-2 0,-8-1 3 0,0-5-2 0,2 2-2 15,-8-1 1-15,0-4-1 0,0 0 1 0,0 1 2 16,-8-6-1-16,2 1-1 0,0-4-20 0,-8 0-32 16,1-4-46-16,1 1-54 0,-2-6-48 0,2 1-48 15,-2 0-28-15,8-4-18 0,-7-5 1 0,7 5 0 16,6-4 0-16,-8-5-7 0,8 6-1 0,8-6 23 16,-8 1 34-16</inkml:trace>
  <inkml:trace contextRef="#ctx0" brushRef="#br0" timeOffset="-206840.31">27379 16888 213 0,'20'-8'349'0,"-7"0"38"0,-1 4 3 0,-4 4-34 16,-2 0-28-16,0 0-29 0,1 4-10 0,-7 0 3 15,0 8-13-15,0 1-43 0,0-1-53 16,0 4-46-16,0 0-48 0,0 4-40 0,-7-4-22 16,7 6-11-16,-6-3-9 0,6 2-3 0,0-1-2 0,-6 1-6 15,6-1-5-15,0 0-11 0,0-4-39 0,-8 5-69 16,8-4-83-16,0 2-84 0,-6-3-80 15,0 1-72-15,0-1-47 0,-1 1-15 0,0-5 41 16,7 0 66-16,-6-4 71 0</inkml:trace>
  <inkml:trace contextRef="#ctx0" brushRef="#br0" timeOffset="-206226.53">27379 17169 60 0,'0'0'280'0,"13"-3"22"0,-6 3 12 0,0 0-80 0,5-5-81 16,2 5-67-16,-2 0-38 16,2 5-21-16,5-5-14 0,1 0-6 0,-1 0-5 15,1 0 0-15,6 0-2 0,-6 0 0 0,5-5 0 16,-5 1 0-16,6 4 2 0,-6-4-1 0,5-4 1 0,-5 3 2 16,0 2 13-16,-1-6 20 0,-6 1 29 0,0 0 35 15,-7 0 45-15,2 0 45 0,-2 0 32 16,0-1 6-16,-6 1-4 0,0 0-12 0,-6 0-22 0,6 0-35 15,-6 4-33-15,-2-5-20 0,-4 6-22 16,-2-1-22-16,2-1-19 0,-1 2-14 0,-1 3-10 0,2 0-3 16,-2 3-6-16,2 2 0 0,-1-5-4 0,-1 7 0 15,2-3 1-15,4 5-4 0,2-5 3 0,-6 5-3 0,5-2 2 16,0 2-2-16,7-6-4 16,-6 9 3-16,6-7 0 0,0 3-3 0,0 0-2 15,0 0-1-15,6 0 6 0,-6-3-3 0,14 2-3 0,-8-2 1 16,6-2-1-16,-4 2-6 0,4-5-17 0,2 4-19 0,5-4-11 15,-6 0-10-15,0 4-10 16,0-4 1-16,7 0 9 0,-8-4 20 0,2 4 12 16,-2 0 16-16,2-4 10 0,-1-1 5 0,0 5 6 0,-7-3 1 15,7-2 3-15,-7 2-5 0,8 3 0 0,-8-4-1 0,1-1 1 16,0 5 0-16,-7 0 0 0,6-4-1 0,-6 4 3 0,6 4 2 16,-6-4-5-16,7 5 2 15,-7-1 2-15,6-4 3 0,-6 8-4 16,7-5 0-16,-7 2-1 0,7-1 1 0,-7 0-1 0,6 1 1 15,0-2 2-15,1 1 0 0,0 1 0 0,-1-5 1 0,0 3-4 0,7-3 2 16,-6 4-2-16,6-4-1 16,-7 0 4-16,2 0 1 0,4 0-1 0,1 0-2 15,-6 0 1-15,6 0-1 0,-1 0-2 0,2 0 0 16,-1-4 2-16,0 4 0 0,0 0 1 0,0 0-3 0,0-3 4 0,0 3-2 16,0 0 1-16,0-5-1 15,-7 5-1-15,8 0-34 0,-2-4-71 0,-4 4-90 16,4-3-92-16,-12-2-110 0,6 1-96 0,1-5-14 15,-7 1 41-15,7 1 73 0</inkml:trace>
  <inkml:trace contextRef="#ctx0" brushRef="#br0" timeOffset="-197085.95">27582 9272 263 0,'0'-13'422'31,"6"2"62"-31,-6-1 41 0,0-1-102 0,0 5-102 0,0 0-80 16,0 0-58-16,0 5-36 0,0-3-22 16,6 2-3-16,-6 4-4 0,0 0-8 0,0 0 4 15,0 4 5-15,0 2 20 0,0 5 23 0,0 5 28 16,-6 1 19-16,6 7-11 0,-6 1-16 0,-2 4-32 16,2 2-35-16,-7-2-39 0,7 4-27 0,-1 0-22 15,-6-2-14-15,7-2-7 0,-1 0-12 0,0 0-27 16,1-5-44-16,0 0-48 0,6 1-65 0,-7-5-80 15,7-4-100-15,-7 0-77 0,7-4-59 16,-6 1-40-16,6-5-43 0,-6-3 6 0,6-5 63 16,-7-5 83-16,7 1 85 0</inkml:trace>
  <inkml:trace contextRef="#ctx0" brushRef="#br0" timeOffset="-196838.58">27386 9179 110 0,'0'-24'379'0,"-7"-1"64"16,7 5 41-16,0-6-38 0,0 7-110 0,7 3-86 15,-7-1-78-15,6 5-59 0,8-4-34 16,-2 4-25-16,8 0-17 0,0-6-13 0,5 11-8 16,1-6-2-16,1 2-4 0,5 2-5 0,1 1 3 15,-1 3-1-15,8-2-2 0,-8 3-4 0,1 4-2 16,-1 0-2-16,1 0-27 0,-7 0-65 0,-7 4-89 15,1-1-98-15,0 6-114 0,-14-5-77 0,0 9-20 16,-6-6 42-16,-6 6 76 0</inkml:trace>
  <inkml:trace contextRef="#ctx0" brushRef="#br0" timeOffset="-196645.5">27087 9671 3 0,'-20'16'325'0,"6"-4"42"0,2-3 21 0,5-1-32 16,1-4-109-16,6 1-98 0,6-2-76 16,1-3-42-16,5 0-21 0,8 0-7 0,0-3-2 0,6-2-1 15,7 1 1-15,-1 0 1 0,1-5-2 16,6 5-10-16,-7 1-25 0,14-6-35 0,-7 1-44 16,0 0-59-16,7 0-79 0,-1 0-58 0,-6-1-14 15,7 1 18-15,-1-4 33 0</inkml:trace>
  <inkml:trace contextRef="#ctx0" brushRef="#br0" timeOffset="-196216.51">27888 9431 51 0,'-7'4'336'16,"0"-4"39"-16,1 4 19 0,0-4-45 15,6 5-109-15,-8-5-93 0,2 3-70 16,6 5-36-16,0-3-17 0,0 2-7 0,0-2-3 15,0 3 0-15,0 0-5 0,0 0-2 16,6 0-2-16,-6 5-4 0,0-6-2 0,8 6-3 0,-8-5 1 0,0 4-3 0,0 0-1 16,0 0-5-16,-8 0-7 0,8 1-4 15,-6-5-1-15,0 4-2 0,6-3 3 0,-7-1 4 16,1 0 8-16,6-4 10 16,0 0 9-16,-7-4 3 0,7 0 1 0,0 0 2 15,0-4-3-15,7 0-4 0,-7-1 3 0,6-3 3 0,7 0 6 0,-7-3 5 16,8 2 4-16,6-4 0 0,-1-3-7 15,-6 4-4-15,6-4-10 0,1 0-3 16,-1 0-4-16,1-1 1 0,0 1-1 0,-1 0 0 16,1-1 2-16,0 1 7 0,-1-1 21 0,0 6 30 15,-6 3 37-15,7-1 27 0,-7 2 16 0,-6 7 0 0,5-5-28 0,-5 5-51 16,-1 5-72 0,1-2-67-16,0 1-43 0,-1 5-29 0,-6-1-4 15,6-1 16-15,-6 6 28 0,-6 0 29 0,6-2 8 16,0 1-11-16,0 5-22 0,-6-5-37 0,-1 0-41 15,7 1-45-15,-7-1-59 0,7 5-13 16,0-5 13-16,0-1 28 0</inkml:trace>
  <inkml:trace contextRef="#ctx0" brushRef="#br0" timeOffset="-195639.3">28779 9134 111 0,'7'-17'329'0,"-7"5"49"0,0 4 35 15,0-5-74-15,0 6-72 0,0 3-64 16,-7-1-41-16,7 5-26 0,-12 5-17 0,-1-1-15 16,-1 3-11-16,-5 2-8 0,0 3-21 15,-1 5-20-15,1-5-17 16,-1 9-9-16,0-6-8 0,1 5-7 0,-1 5 0 15,1 0-3-15,-1-1 3 0,0 1 0 0,1-1 2 0,6 0-2 0,-6-3 3 0,5-1-3 32,8 0-5-32,-8 0-17 0,8 1-28 0,6-5-35 15,-6-4-43-15,6 5-35 0,6-5-31 0,0 0-16 16,2-3 2-16,4-5 17 0,8 4 25 0,-7-8 22 16,13 0 24-16,-6 0 24 0,-1 0 21 0,7-5 17 15,0-2 16-15,1 2 15 0,-9-3 9 0,9 0 8 16,-1 0 9-16,-6-5 9 0,6 5 4 0,-7-4 2 15,1 1 5-15,0-6 3 0,-8 5 4 0,8-5 11 16,-7 1 21-16,-1 4 36 0,-4 4 43 16,-2-5 52-16,0 6 42 0,-6 2 31 0,7 1 9 15,-7 1-17-15,-7-2-36 0,7 5-50 0,-6 0-45 16,-8 0-43-16,8 5-29 0,0-2-23 0,-7 1-10 16,0 5-6-16,6-1-3 0,-5-4-10 0,4 3-4 15,-4 6 3-15,5-4-1 0,0 2-7 0,1-3 0 16,6 4-2-16,-6 1-12 0,6-5-22 0,0 0-23 15,6 5-20-15,-6-6-30 0,6 1-19 0,1-3-15 16,0-1-1-16,-1 0 11 0,8 1 15 16,-8-2 24-16,7-3 22 0,-7 0 27 0,7-3 18 0,-6 3 14 0,-1-5 10 0,0 1-3 15,2 0-13 1,-8-4-25-16,0-1-27 0,0-3-34 0,0 5-35 16,0-6-33-16,-8 0-31 0,2-2-31 0,0 2-27 15,-1 1 3-15,1-4 19 0</inkml:trace>
  <inkml:trace contextRef="#ctx0" brushRef="#br0" timeOffset="-195181.7">28994 9269 47 0,'7'3'110'0,"-7"5"-33"0,0 1-24 15,0-1-14-15,7 0-4 0,-7 0 3 0,0 4 0 16,0-4 2-1,0 1 1-15,0 3-1 0,-7-1-4 16,7-2-8-16,0-1-4 0,-7 4-7 0,7-3-6 16,-6 3-2-16,-1-5-2 0,7 2 2 0,-6-1 2 15,0 0 6-15,6 0 8 0,-7-3 9 0,0-2 10 0,7 1 10 0,0 1 12 0,0-5 8 16,-6 3 3 0,6-3-5-16,0 0-7 0,0 0-12 0,0-3-12 15,-6-2-11-15,6 1-11 0,0 1-5 16,6-6-3-16,-6 2-3 0,6-2-3 0,1 1-5 15,0-1-1-15,-1-3-1 0,7 0-2 0,-7 0-2 16,8 0-3-16,-2-4-6 0,8 4-2 0,-7-5-8 16,0 5-6-16,6-4-5 0,1-1 0 0,-7 1 2 15,7 0 4-15,0 4 7 0,-1-1 10 0,-6 2 6 16,0 2 5-16,0 2 5 0,-6 1-2 0,5 2 1 0,-4 4-2 0,-2 0 0 16,0 4 0-16,0 2-1 15,-6 1 2-15,7 2-1 0,-7 2 3 0,0 2 1 16,0-1-1-16,-7-1 0 0,7 6-1 0,-6-1 1 0,0-3-2 0,0 3 0 0,-2-4 0 31,2 4-1-31,0-3-7 0,-8-1-14 0,8 1-20 16,-1-2-30-16,1-3-38 0,0 1-51 0,6-2-44 15,-7 2-12-15,7-5 7 0</inkml:trace>
  <inkml:trace contextRef="#ctx0" brushRef="#br0" timeOffset="-194470.51">29574 9240 112 0,'0'-4'239'0,"0"-4"15"15,0-1-38-15,6 2-55 0,-6-2-41 0,8 2-18 16,-2-3 7-16,6 3 18 0,-4-2 24 0,-2 1 22 15,7 1 14-15,-13-2 4 0,13 5-2 0,-13 0-19 16,7 0-12-16,-7 4-13 0,0-4-9 0,6 4-7 16,-6-5-8-16,0 5 0 0,0 0-6 15,-6 0-12-15,6 0-10 0,0 0-12 0,0 0-12 16,-7 0-15-16,7 0-14 0,-7 5-9 0,1-5-9 16,-1 4-9-16,-5 0-7 0,4 0-6 0,-4 4-3 15,6-3 0-15,-2-2-13 0,2 5-20 0,6 0-22 16,-6-3-25-16,6 2-23 0,0 3-27 0,0-3-17 15,0 2-12-15,0-2-1 0,0 2 7 0,6-1 11 16,-6-1 15-16,0 2 18 0,0 3 22 0,6-4 14 16,-6 0 11-16,8 4 13 0,-8-4 10 0,0 5 11 0,0-5 5 15,0 4 11-15,0-3 8 16,-8 3 3-16,2-4 7 0,0 0 1 0,-1 0 1 16,-6-4 0-16,0 4 1 0,7-4 0 0,-8 5 0 15,2-6 0-15,-1-3 4 0,6 5 0 0,-6-5 0 0,7 0-2 16,-2 0-6-16,2 0-32 0,0 0-47 15,6-5-52-15,0-3-57 0,0 4-60 16,0-3-64-16,6-2-27 0,0 1 15 0,2 3 35 0</inkml:trace>
  <inkml:trace contextRef="#ctx0" brushRef="#br0" timeOffset="-194251.34">29705 9248 210 0,'6'0'250'0,"-6"0"8"0,0 0-64 15,7 4-71-15,-14-4-57 16,7 4-30-16,0 4-14 0,-6 0-9 0,-1 0-3 16,7 1-3-16,-7-1-2 0,1 4-2 0,0 0 0 0,6-3-1 0,-8 3 0 15,8 0-2-15,-6-4 3 16,0 4-2-16,6-4-1 0,-6 4 2 0,6-3-2 16,0-6-3-16,0 6-17 0,0-6-29 0,0 1-43 15,0-4-65-15,0 0-55 0,6 0-25 0,0-4 0 16</inkml:trace>
  <inkml:trace contextRef="#ctx0" brushRef="#br0" timeOffset="-194089.28">29886 9061 171 0,'0'-9'256'0,"0"6"10"15,0-2-46-15,0 1-91 16,0 1-80-16,0 3-66 0,-6-5-49 15,6 5-41-15,0 0-38 0,0 0-32 0,6 5-21 0,-6-2 5 0,8 1 15 16</inkml:trace>
  <inkml:trace contextRef="#ctx0" brushRef="#br0" timeOffset="-193795.54">30004 9142 90 0,'-6'4'183'15,"6"0"-22"-15,0 1-22 0,-7-2-17 0,1 1-10 16,-1 0-6-16,-6 0 1 0,7 0 2 0,-1 1 3 15,-6-1-5-15,6-1-9 0,-5 1-13 0,5 5-18 0,0-5-18 0,1 0-18 16,0 1-13 0,-2-2-9-16,2 5-5 0,6-3-3 0,-6 3-3 15,6-1 2-15,0-2 0 0,0 6-1 0,6-1 1 16,-6-3 0-16,6 6 1 0,2-5 0 0,-8 4 0 0,6-3-1 16,-6 3 0-16,6 0 0 0,-6-5 0 15,7 6 0-15,-7-5 0 0,7 0 1 0,-7 1 0 16,0-2 1-16,0-3-1 0,0 1 1 0,-7-2 2 15,0 2-3-15,1-1 2 0,0-1-3 16,-8-3-1-16,8 0-4 0,-7 0-8 0,0-3-14 16,6-1-24-16,-5-1-28 0,-2 2-30 0,8-2-30 15,-8-3-35-15,8 0-41 0,0 4-32 0,6-4-2 16,0 0 17-16</inkml:trace>
  <inkml:trace contextRef="#ctx0" brushRef="#br0" timeOffset="-193565.93">30174 9040 141 0,'0'0'228'0,"-7"4"7"0,7 1-50 16,-7 2-73-16,1 2-53 0,-1 3-25 0,1 0-16 16,-1 0-6-16,1 1-4 15,-1 3-1-15,-5 0-1 0,4 0-2 16,2 1-1-16,0 3 1 0,-1-4-1 15,-6 5-2-15,7-1 1 0,-7 0 0 0,7 1-2 16,-8 0-1-16,8-2-19 0,-1 2-25 0,0-5-33 16,1 0-43-16,0-3-60 0,-1-1-31 0,1 0 2 15</inkml:trace>
  <inkml:trace contextRef="#ctx0" brushRef="#br0" timeOffset="-193087.4">30134 9240 7 0,'7'3'99'0,"6"-3"-36"0,-7 0-31 16,8 5-17-16,5-5-5 0,-6 0-2 15,0 4 0-15,0-4 4 0,0 0 0 0,7 0 6 16,-8 0 6-16,2 0 13 0,5 0 7 0,-5 0 1 15,-2-4 6-15,1 4 8 0,-6-5 7 0,-1 5 9 16,1-3 5-16,-1-1 7 0,1 4-1 0,-7-5-2 16,0 2-12-16,7-2-15 0,-14-3-9 0,7 5-5 15,0-2 2-15,-7 1-2 0,1 4-1 0,-1-4-1 16,-6 4-6-16,6-3-5 0,-5 6-10 16,-2-3-4-16,8 4-5 0,-7 5-7 0,0-6 0 15,6 5-4-15,-5 0 0 0,6 1-1 0,-2 3-2 0,2-5 3 16,6 3-1-16,0 1 1 0,0-2 1 15,0-1 1-15,6 4 1 0,2-3 0 0,-2-2 1 0,6 5 0 16,2-7-2-16,-1 2 2 0,-1 2-1 16,2-5 0-16,5 4 0 0,-6-4-4 0,7 0-5 15,-7 0-3-15,-1 1-3 0,2-2-1 0,-1 1-1 16,-7-4 3-16,8 4 6 0,-8-4 2 16,0 0 3-16,0 0 0 0,2 5 0 0,-2-5-2 15,-6 0 1-15,6 0-3 0,-6 0 0 0,0 3 0 16,7-3-1-16,-7 0 2 0,0 0 0 0,0 5-17 15,0-5-43-15,0 0-68 0,-7 0-86 0,7 0-47 16,-6 4-24-16,0-4 6 0</inkml:trace>
  <inkml:trace contextRef="#ctx0" brushRef="#br0" timeOffset="-62218.23">3614 2931 66 0,'0'3'109'0,"0"-3"-22"0,0 0-19 15,0 0-13-15,0 0-6 0,0 0-1 16,0 0 2-16,0 0 3 0,0 0-1 16,0 0-4-16,0 0-6 0,0 0-9 0,0 0-9 15,0 0-6-15,0 0-3 0,0 0-2 0,0 0-1 16,0 0-1-16,0 0-1 0,0 0-2 0,0 0 0 16,0 0-2-16,0 0-2 0,0 0-1 0,0 0 1 15,7 0-2-15,-7 0 0 0,0 0 1 0,0 0 2 16,0 0 1-16,0 0 4 0,0 0 15 15,0 0 16-15,0 0 13 0,0 0 14 0,0 0 10 16,0 0 4-16,0 0-6 0,0 0-9 0,0 0-7 16,0 0-8-16,0 0-4 0,0 0-6 0,0 0-3 15,0 0-6-15,0 0-5 0,0 0-6 0,0 0-6 16,0 0-7-16,0 0-5 0,0 0-4 0,0 0-3 16,0 0 0-16,6 0-1 0,-6 0 2 0,0 4 0 15,0-4 2-15,0 5 1 0,7-2 0 0,-7 6 0 16,0-1-1-16,0 1 1 0,0 2 0 0,6 1 0 15,-6 5 1-15,0-5 0 0,0 4-2 16,0 0 0-16,0 1 0 0,-6 0-3 0,6-1 0 16,0 0 2-16,0 0-1 0,0-3-2 0,0 2 3 15,0-2 0-15,0-1-2 0,0 0 0 0,0 0 2 16,0-3-1-16,0-2-3 0,0 2 0 0,0-5 0 0,0 0-2 16,0 1 0-16,0-2 1 0,0 1 2 15,0-4 2-15,0 0 1 0,0 0 2 0,6-4 1 16,-6 1-2-16,6-6 0 0,-6 1 0 0,8-4 0 15,-2-5-3-15,0-3 2 0,0-1-2 16,1-4 4-16,0 2 0 0,-1-2 3 0,7-3-2 0,-6-5 0 0,0 5-1 16,-1-4-1-16,0 3-3 0,0 1 2 15,-6-1 0-15,8 4 0 0,-2 1 1 0,-6 3-1 0,0 2 1 16,0 2 0-16,0 5-1 16,0 0 0-16,0-1-1 0,0 5 2 0,0 4-3 15,0 0-2-15,0 0 0 0,0 4 1 0,0 0 0 16,0 4 1-16,-6 0 2 0,6 8 1 15,-8-4 1-15,8 9-1 0,-6-5 2 0,0 5-1 0,0-1 0 16,-1 4 2-16,0 0-3 0,1 1 0 16,-1-2 0-16,1 6 0 0,-1-5 0 0,0 5 0 15,1 0 3-15,0-1-1 0,0 4 0 0,-2-3-1 16,8-5-2-16,-6 1-1 0,0-2-2 0,6-3-1 0,0 1 1 0,-7-1-1 16,7-3-4-16,-6-6-8 15,6 2-11-15,0 0-13 0,0-6-16 0,0 2-18 16,0-1-20-16,0-4-21 0,0 3-24 0,0-3-39 0,0 0-44 0,0-3-13 15,6 3 9-15,1-4 19 16</inkml:trace>
  <inkml:trace contextRef="#ctx0" brushRef="#br0" timeOffset="-59890.76">2709 4648 14 0,'0'-3'56'0,"0"-6"-2"15,0 5 0-15,6 0 7 0,-6-5 9 0,0 6 5 16,0-1 1-16,0-5 5 0,0 5 0 0,0 1 0 16,0-2-2-16,0 1 1 0,0 0 0 0,0 0-7 15,0 4-3-15,0-4-4 0,0 4-6 0,0-5-4 16,0 5-3-16,0 0-1 0,0 0-2 0,0 0-5 16,0 0-5-16,0 0-4 0,0 0-4 0,0-3-5 15,0 3-7-15,0 0-5 0,0 0-7 0,0 0-2 16,0 3-5-16,0 2 0 0,0-1 3 0,-6 4 3 15,6 4 0-15,-6 5 1 0,6 3 0 0,-7 1-1 16,0 2-2-16,1 2-3 0,6 0-1 0,-7-1-1 16,1 4-2-16,-1-3-2 0,7 4-3 0,-7-5-6 0,7 0-9 15,-6 0-11-15,6 1-13 0,-6-1-15 0,0-3-17 16,6-1-16-16,-8 1-17 0,2-1-15 16,0-4-20-16,6 0-23 0,-7 1-37 0,7-6-7 15,0 2 8-15</inkml:trace>
  <inkml:trace contextRef="#ctx0" brushRef="#br0" timeOffset="-59540.05">2338 5158 82 0,'-7'-5'173'0,"7"5"-25"15,0 0-26-15,-7-4-15 0,7 4-12 0,0 0-11 16,0-4-12-16,0 4-9 0,0 0-10 16,0 0-10-16,0-4-8 0,7 0-11 0,-7 4-5 15,13-5-4-15,-7 2-2 0,2-6 1 0,4 5-2 0,8-4 1 16,-7 4 0-16,7-4-2 0,-1 0 0 15,7 0-4-15,0 4-1 0,0-4-2 0,7-1-2 0,-1-3 0 16,1 4 0-16,-1-1-1 0,1 2-1 16,5-5 1-16,-5 3 0 0,7 5-3 0,-8-4-10 15,1 4-26-15,-1 0-38 0,-5 0-51 0,-1-1-68 0,-1 5-38 16,-5 0-11-16,-8 0 14 0</inkml:trace>
  <inkml:trace contextRef="#ctx0" brushRef="#br0" timeOffset="-58940.88">2526 5243 133 0,'-6'0'169'0,"6"-5"-44"15,0 1-25-15,0 4-22 16,0-4-16-16,0 4-6 0,0-3-1 0,6 3 0 16,-6-5 0-16,7 1 2 0,6 0-2 0,-6 0-6 0,5 4-10 0,2-5-9 15,-2 1-10-15,2 4-6 0,-1 0-5 16,-1 0-4-16,2 0-4 0,5 4 0 0,-6 5-1 16,-6-5 0-16,6 5 0 0,-6 2-2 15,5-3 2-15,-6 5-1 0,2-1 0 0,-8 4 1 16,6 1-1-16,-6-1 0 0,0 0 0 0,-6 0-1 0,6 0 0 15,-8 5 0-15,2-4 1 0,-6 3-2 0,5 0 1 16,-6-4 2-16,0 4 1 0,-1-3 2 0,2 3-1 16,-2-3 1-16,-5-1 1 0,6 0-4 0,0 0 2 15,-7-4 0-15,8 4 0 0,-8-3 1 0,7 0 2 16,-7-6 2-16,8 6 3 0,-2-5 2 0,1-4 1 16,1 4 4-16,-2-3 0 0,8-2-1 0,0 1 4 15,-2-4 5-15,2 4 6 0,6-4 4 0,-6 0 6 16,6 5 2-16,0-5-4 0,-7 0-5 0,7 0-10 15,0 0-9-15,0 0-6 0,0 0-5 0,7 0-3 16,-7-5-4-16,6 1 1 0,0 0 1 0,8 1 1 16,-8-2 1-16,8-3-1 0,5 4 1 0,-6-1 2 15,6-3-2-15,1 0-1 0,-1 5 0 0,1-6 0 16,0 1 0-16,-1 4 0 0,1-5-1 0,6 6 0 16,-7-5 1-16,7 3 0 0,-6 2 1 0,6-6 1 15,-7 6-1-15,1-2-2 0,6 5 0 0,-6-4 1 16,-7 0-3-16,6 4-1 0,0-3 0 0,-5 3-5 15,-1 0-12-15,0 0-14 0,0 0-17 0,-7-5-19 16,0 5-22-16,-6 0-18 0,8 0-16 0,-8 0-31 16,0 0-51-16,-8 0-15 0,8 0 3 0,-6 0 16 15</inkml:trace>
  <inkml:trace contextRef="#ctx0" brushRef="#br0" timeOffset="-57838.6">5463 2515 41 0,'0'-4'100'15,"0"-1"-10"-15,0 5 1 0,0-3 1 0,0-1 3 16,0 4 3-16,-6-4 0 0,6 4 1 0,0 0-2 15,0-4-6-15,0 4-11 0,0 0-10 0,0 0-8 16,0 0-15-16,6 0-13 0,-6 0-9 16,0 0-10-16,0 0-6 0,0 0-6 0,0 0-3 15,0 0 0-15,0 4 0 0,0 0-1 0,0 3 1 16,0 2 1-16,0-1 0 0,0 1 0 0,0 2 1 16,0-2 0-16,0 4-2 0,0-1 0 0,0 0 0 15,0-5 0-15,0 6-1 0,0-5 1 0,0 0 1 16,0 0-1-16,0 0 0 0,0 1 0 15,0-6 0-15,0 2 0 0,0-1 0 0,8 0 1 16,-8 0 2-16,0-4 2 0,6 0 13 0,-6 0 13 16,6 0 10-16,1-8 6 0,-1 4 0 0,7-9-1 15,-6 6-10-15,6-10-16 0,6 5-9 0,-5-4-7 16,5-5-2-16,1 5 2 0,0-4-4 0,-2-1 0 16,9 1 0-16,-7 0 2 0,5-1 1 0,-5 0-2 15,6 1 0-15,-6 0-1 0,-1 0 0 0,1 4-1 16,-1 3-5-16,-6 2-6 0,0 2-36 15,0 5-48-15,-6-1-60 0,-7 5-89 0,0 5-46 16,-7 8-21-16,1-2 24 0</inkml:trace>
  <inkml:trace contextRef="#ctx0" brushRef="#br0" timeOffset="-56867.66">4363 4599 19 0,'0'-3'129'0,"-7"-2"-32"16,7 5-34-1,0-4-15-15,0 4-4 0,0-4 3 0,0 4 3 16,0-4 6-16,0 0 3 0,7-1 3 0,-7 5 0 16,0-3-2-16,7-1-5 0,-7-1-7 15,6 5-7-15,-6-3-7 0,6-2-7 0,2 1-8 0,-8 4-7 16,6-4-3-16,7 1-3 0,-7 3-3 16,1-5 0-16,6 5-3 0,-7 0 0 0,0 5 0 15,8-5-1-15,-8 3 0 0,7 1 1 0,-6 5-1 0,-1-6 1 0,1 6-1 16,-1-1 1-16,1 0 1 15,-7 0-1-15,7 0 2 0,-7 0-1 0,0 1 0 16,0 3 1-16,0-4-2 0,-7 1 0 16,7 3-1-16,-7-5 3 0,1 5-1 0,-1-3 1 0,1 3 4 15,-7 0 6-15,6-3 4 0,-5 3 4 0,4-4 4 16,-4 4 0-16,5-4-2 0,-6 4-2 16,7-4-6-16,-7 1-4 0,7-5-3 0,-2 3 0 0,2-2-2 0,6-1-2 0,-6 0 0 0,6-4-3 31,-7 4 2-31,7-4-3 0,0 0 1 0,0 0 1 15,0 0-1-15,7 0 0 0,-1 0 0 0,0 0 2 16,2-4-1-16,4 0 1 0,8 0-2 16,-7-1 0-16,7 2 1 0,-1-5-1 0,0 3-1 0,1-3-2 15,6 0 0-15,-7 4 3 0,1-4-1 0,-1 4 0 16,1-4-2-16,0 4 2 0,-1-1 1 16,1-3-1-16,-8 8 0 0,8-4-4 0,-7 1-10 15,1-1-20-15,-2 4-28 0,-6-5-36 0,2 1-41 16,-2 4-64-16,0 0-22 0,-6 4 3 0,0 1 15 15</inkml:trace>
  <inkml:trace contextRef="#ctx0" brushRef="#br0" timeOffset="-56281.05">4226 5120 112 0,'0'0'146'0,"0"0"-20"15,-6-4-14-15,6 4-13 0,0 0-14 0,0 0-14 16,0-4-15-16,6 4-14 0,-6 0-10 0,6 0-3 16,2-4 4-16,4 4 6 15,2-4 4-15,-2-1-1 0,8 2-2 16,-1-1-6-16,7 0-14 0,1-1-11 0,5 2-5 15,1-1-2-15,-7-1-2 0,13 2 0 0,-13-2 2 16,6 1-1-16,1 4-1 0,-1-4-2 0,-5 1 1 16,-1 3-1-16,0-5-3 0,0 5-1 0,-1-4-3 15,2 4-21-15,-7 0-23 0,6 0-23 0,-14 0-20 0,8 0-33 0,-7 0-41 16,1 4-21-16,-2-4 2 0,1 5 11 0</inkml:trace>
  <inkml:trace contextRef="#ctx0" brushRef="#br0" timeOffset="-55784.22">4480 5320 35 0,'7'-4'96'16,"6"-1"-39"-1,-7 1-23-15,8 1-12 0,-8-1-6 0,7-1-4 16,0 5-3-16,-7 0-3 0,7 0-4 0,-6 0 3 16,0 0-5-16,-7 5 1 0,6 2-2 15,-6-3 1-15,0 5 0 0,0-5-6 0,-6 5 0 0,-1-2 1 0,7 2 1 16,-7-1 0-16,1-1 3 15,-7 2 3-15,7-5-1 0,-1 4 1 0,-6 0-2 16,7 0 2-16,-8 0 1 0,8 1-1 0,-1-1 1 16,1 0 1-16,-1-5-1 0,1 6 0 15,6-1-4-15,-7-4 1 0,7 5 0 0,7-1 0 16,-1-1 0-16,1 2-1 0,-1-1-1 0,1 1 0 16,6-6 2-16,0 5 1 0,0-3-1 0,0 3 3 15,-7-4 4-15,7-1 8 0,1 1 8 0,-8 1 9 16,0-1 10-16,2-1 10 0,-2-3 3 0,0 5 0 15,0-5 1-15,-6 5 8 0,0-5 8 0,0 3-3 16,-6 1-3-16,6 0-6 0,-12 1-8 0,4-2-18 16,-4 6-15-16,-8-6-10 0,1 6-8 0,-1-5-17 15,-6 4-23-15,-7-4-33 0,7 0-42 0,0 0-63 16,-7-4-31-16,7 4-6 0,-6-8 12 16</inkml:trace>
  <inkml:trace contextRef="#ctx0" brushRef="#br0" timeOffset="-55311.59">3445 5023 63 0,'0'0'150'0,"0"0"-29"16,0 0-31-16,0 0-20 0,0-4-5 15,6 4 2-15,-6 0 7 0,7-5 6 0,-1 2 8 0,1 3 6 16,6-5 1-16,0 1-8 16,6 0-14-16,1-4-14 0,-1 4-12 0,7-4-13 15,7 3-13-15,-7-3-8 0,6 0-5 0,1 5-5 16,7-6-1-16,-8 5-1 0,1 0-1 0,-1 0-1 15,-6 0-1-15,7 4-1 0,-8 0-9 0,1 0-18 0,1-5-29 0,-7 5-29 16,-2 0-35-16,2 0-39 0,-6 0-52 16,-1 0-19-16,-1 5 8 15,-5-5 19-15</inkml:trace>
  <inkml:trace contextRef="#ctx0" brushRef="#br0" timeOffset="-55021.34">3490 5243 11 0,'0'0'153'0,"-6"3"-8"0,6-3-44 0,-7 0-30 15,7 0-15-15,0-3-5 16,0 3 2-16,0 0 0 0,7 0 4 15,-1-9 4-15,1 5 1 0,6-4-5 0,0 0-5 0,0-1-4 0,6-3-6 0,7 0-9 16,0 1-9-16,1-1-11 0,-1-1-5 0,6-3-5 16,-5 3-3-16,5-4 1 15,1 6-1-15,-7-1 0 0,6-1-5 16,-6 2-19-16,0 2-44 0,0 1-63 16,-6-1-62-16,0 6-34 0,-8-1-14 0,1-1 10 0</inkml:trace>
  <inkml:trace contextRef="#ctx0" brushRef="#br0" timeOffset="-54734.11">3810 4607 90 0,'0'-8'207'0,"0"0"-7"0,0 4-18 0,0 0-17 16,0 4-24-16,0 0-29 0,-8 0-24 0,8 8-13 15,-6 4-10-15,0 4-3 0,0 5 0 0,-1 8-4 16,-6 7-13-16,6 5-18 0,-5 4-10 0,-2 3-7 16,2 9-5-16,-2 1-5 0,1-1-5 0,7 3-20 15,-8 1-34-15,2-4-40 0,6 5-43 16,-8-6-50-16,8-2-65 0,-7-2-17 0,6-3 13 15,-6 0 29-15</inkml:trace>
  <inkml:trace contextRef="#ctx0" brushRef="#br0" timeOffset="-30489.26">13579 2735 11 0,'0'-8'57'0,"0"4"-1"0,0-1-2 0,0 1-3 15,0 1-2-15,0-1 4 0,-6-1 1 0,6 2-5 16,0-2 0-16,0 5-2 0,0-4 6 0,0 0 5 16,0 4 3-16,0-4 2 0,0 0 0 0,0 4 1 15,0-4-6-15,0 4-12 0,0-4-9 16,0 4-7-16,0 0-3 0,0-4-4 0,-8 4-7 16,8 0-4-16,0 0-5 0,0 0 0 0,0 0-2 15,0 0-1-15,0 0 1 0,0 0 1 0,0 0-1 16,0 0-1-16,0 0 2 0,0 0-2 15,0 0-1-15,0 0 1 0,0 0-2 0,0 0-1 0,-6 0 0 16,6 4-1-16,0-4-1 0,0 4 1 16,0 0 1-16,0 0-1 0,0 0 0 0,0 4 3 15,-6 0 0-15,6 1 0 0,0-2-1 0,0 6 0 16,-7-4 0-16,7 2-1 0,-6 6-1 0,6-5 0 16,-7 5 1-16,0-1-1 0,1 4 0 0,6-4-1 15,-6 5-12-15,-1-1-37 0,0 5-71 0,1-6-73 16,6 2-39-16,-6-1-19 0,6 0 1 0</inkml:trace>
  <inkml:trace contextRef="#ctx0" brushRef="#br0" timeOffset="-29838.76">11632 4473 165 0,'0'-12'222'0,"0"4"9"0,0-4-66 0,0 3-38 15,0 5-23-15,0-4-26 0,-8 4-22 16,8 1-16-16,0-2-7 0,0 1-1 0,0 4 1 16,-6-4 3-16,6 4-1 0,0 0-5 0,0 0-3 15,-6 0-6-15,6 4-6 0,0 0-2 0,-7 1-4 0,1 6 0 16,-1 2 0-16,1 3-1 0,-1 1-2 16,1-2-1-16,0 6-2 0,-2 3 2 0,-4 1-2 15,5-1-2-15,0 0 1 0,7 5-2 0,-6-4-6 0,0 3-19 16,-1 1-28-16,1-5-36 15,-1 0-47-15,0-4-48 0,1 5-57 0,0-9-21 16,-1 5 11-16,0-1 26 0</inkml:trace>
  <inkml:trace contextRef="#ctx0" brushRef="#br0" timeOffset="-29562.26">11156 5080 74 0,'-7'-4'203'15,"-5"-1"23"-15,5 2-36 0,0-2-40 0,1-3-19 16,6 5-13 0,0-2-18-16,0 1-18 0,0-4-22 0,6 3-20 15,1-2-15-15,6-2-11 0,0 1-6 0,7 0-3 16,-8 0-3-16,14 4 1 0,-6-4-1 0,7 0-2 15,5 3 0-15,-6 2-1 0,-1-2-3 0,2 5-8 16,5-3-12-16,-6 3-22 0,-6 0-28 0,-1 0-36 16,1 3-35-16,0 2-38 0,-7-2-42 0,-1 5-8 15,-5-3 14-15</inkml:trace>
  <inkml:trace contextRef="#ctx0" brushRef="#br0" timeOffset="-29129.27">11196 5201 170 0,'0'-3'229'0,"-8"-2"8"0,8 1-73 16,0 1-51-16,8-2-38 0,-8 5-28 0,6-4-21 16,6 0-13-16,-5 1-6 0,6 3-3 0,-6-5-3 15,5 5 0-15,-4 0 0 0,4 0-1 0,-6 0 1 0,8 0 0 0,-8 5 1 16,1-2 0-1,-1 5 1-15,1-3 0 0,0 2 1 0,-7 5-1 16,0-3-1-16,0 4 1 0,0-2-2 0,0 2-1 16,-7 3 1-16,0 0-1 0,1-4 3 0,-7 4-1 15,-1 1 0-15,8 0-1 0,-6-5 0 0,-2 4-1 16,1-4 0-16,0 4-1 0,0-8 1 0,1 4 1 16,-2 1 0-16,1-1 1 0,0 0-1 0,6-3 0 15,-5-1-1-15,5-1 0 0,-6 2 0 0,7-5 0 16,-1 4-1-16,7-3 1 0,-7-2 0 0,7 1-1 15,-6-4-1-15,6 4-1 0,0-4 1 0,0 0 0 16,0 0 0-16,6 0 1 0,1 0 0 0,-7 0 2 0,7-4 0 0,-1 4-1 16,0-4 0-1,1 1-2-15,6-2 2 0,-7 1-1 0,1 4 0 0,6-4 0 16,-6 0-1-16,5-1-2 0,2 1-8 16,-2 0-9-16,2 1-15 0,5-2-24 0,1 2-34 15,-1-2-42-15,1 1-47 0,6 0-21 0,-6 0 0 16</inkml:trace>
  <inkml:trace contextRef="#ctx0" brushRef="#br0" timeOffset="-28459.46">11983 4872 172 0,'-6'-4'198'0,"6"0"-30"16,-7 0-37-16,7-1-13 0,0 5-6 0,-7-4-10 15,7 4-11-15,0 0-7 0,7 0-16 0,-7-3-18 16,7 3-15-16,-7-4-15 0,12 4-9 16,-4-5-6-16,4 5-3 0,1 0 1 0,0-3-1 0,6 3-1 15,-5 0-2-15,5 0-2 0,1 0-7 16,0 3-5-16,-1-3-13 0,-6 5-12 0,0-5-13 15,0 4-22-15,0-4-27 0,1 3-26 0,-8 1-34 16,0 1-41-16,0-5-13 0,1 4 12 0</inkml:trace>
  <inkml:trace contextRef="#ctx0" brushRef="#br0" timeOffset="-28267.18">11924 5039 91 0,'-6'4'155'0,"0"-4"-35"16,-1 4-47-16,7-4-23 0,0 5-7 16,0-5 0-16,7 3 2 0,-1-3 3 0,0 4 1 15,8-4-7-15,-2 0-13 0,8 0-12 0,-1 0-8 16,1 0-10-16,6-4-14 0,-7 1-21 0,7 3-23 16,1-5-35-16,-7 1-53 0,6 0-24 0,-1 0-5 15</inkml:trace>
  <inkml:trace contextRef="#ctx0" brushRef="#br0" timeOffset="-27775.25">12602 4603 25 0,'0'-7'183'15,"6"-6"8"-15,-6 5-31 0,0 0-70 0,7 4-38 16,-7-4-14-16,7 3 1 0,-1 1 6 16,0 0 7-16,0 1 8 0,2 3-1 15,4-5-3-15,-5 5-12 0,0 0-12 0,6 0-11 16,-7 0-7-16,0 5-1 0,8-2-4 0,-8 1-2 16,0 0-2-16,1 4-1 0,0 1 1 15,-7-1-1-15,6 0 1 0,-6 0 0 0,0 0 2 0,-6 5-1 0,6-1-2 16,-7 0 0-16,0 0 1 15,-5 0-2-15,5 4 2 0,-6-3-1 0,0 3 0 16,0-3-1-16,-6-1-1 0,5 4 0 0,-5-4-2 0,6 0-1 0,-6 0 2 16,-1 1-1-16,6-1 1 15,-5 1-1-15,6-6 0 0,0 2 0 0,0-1 0 16,0-1 2-16,7-3-2 0,-1 5 0 0,1-5 0 16,-1 0-1-16,7 1-1 0,-7-5-3 15,7 3 1-15,0-3 1 0,0 4 1 0,0-4 2 0,7 4 0 0,-7-4 2 16,13 0 2-16,-6 5-1 15,5-5 1-15,2-5-1 0,5 5 0 0,1-4-1 16,-1 4-1-16,0-4 0 0,1 1 0 0,0-2-1 16,-1 5 0-16,1-4 0 0,0 0 0 0,-1 4-1 0,-6-4-5 15,0 4-9-15,7 0-15 0,-14-5-26 16,7 5-34-16,-7 0-37 0,1 0-48 0,0 0-41 16,-1 0-9-16,-6 5 11 0</inkml:trace>
  <inkml:trace contextRef="#ctx0" brushRef="#br0" timeOffset="-27534.31">12360 5080 57 0,'-6'3'223'0,"6"-3"8"15,-6 0-17-15,12 0-78 0,-6 0-59 0,6-3-35 16,8 3-20-16,-1-4-7 0,0-1-3 0,6 2-2 15,1-2 0-15,6-3-2 0,0 5-1 0,0-2 0 16,0-3 0-16,6 4-3 0,1-5-1 0,-1 6 0 16,8-1-1-16,-7-1-2 0,-1 2-3 0,1-2-9 15,-7 5-21-15,0-4-33 0,-7 4-45 0,1 0-65 16,-1 0-34-16,-6 0-11 0,0 0 11 16</inkml:trace>
  <inkml:trace contextRef="#ctx0" brushRef="#br0" timeOffset="-27161.06">12648 5153 212 0,'-8'5'254'0,"8"-5"12"0,-6 0-64 0,6 0-76 32,-6 0-45-32,6 0-15 0,-6 3 4 0,6 1 10 15,-7 4 7-15,7 0 9 0,-7 0-1 0,1 1-15 16,-1 3-21-16,7 5-22 0,-6-6-14 0,0 2-10 0,6-2-3 15,-8 6-3-15,8-5-2 16,-6 4-2-16,6-3-2 0,0 0-1 0,0-6 1 16,0 5 0-16,6-3-1 0,-6-2 0 0,8 2 1 15,-8-6-1-15,6 2-2 0,7-1 3 0,-7-4-2 16,8 0 1-16,4 0 0 0,-4-4-2 0,-1-1 0 16,0 2-2-16,6-6 2 0,-5 5 1 0,-2-3-1 15,8-1 0-15,-7-5 0 0,0 5 0 0,-6 0-5 16,5-1 2-16,-4 2 0 0,-2-2 2 0,-6 9 0 15,6-4 0-15,-6 0 1 0,0 4-3 0,0 0 2 16,0 4-2-16,-6 0 0 0,0 5 2 0,-2-2-2 16,2 6-4-16,0-4-21 0,-8 3-23 15,8 0-27-15,0 4-33 0,-7-4-40 0,6 0-42 16,0 4-35-16,-5 1-30 0,5-1-1 0,0-4 18 16</inkml:trace>
  <inkml:trace contextRef="#ctx0" brushRef="#br0" timeOffset="-25379.49">15715 4636 116 0,'-7'-12'226'0,"7"-5"25"0,0 6-46 15,0-2-47-15,-6 0-22 0,6 6-17 16,0-1-14-16,0 3-19 0,0 1-15 0,-6 0-15 15,6 4-12-15,0 0-16 0,0 4-15 0,-8 0-7 16,2 4-2-16,0 4 2 0,-7 5-2 0,6-1 0 16,-6 9 2-16,1-5-2 0,4 5 0 0,-4-1-3 15,6 0 1-15,-2 1-1 0,-4 3-1 0,5-4 0 0,1 1-3 16,-1-4-6-16,7-1-27 16,-7 0-37-16,7-4-39 0,0-3-44 0,0-2-53 15,7-2-57-15,0-5-8 0,6 0 17 0,-1-8 31 16</inkml:trace>
  <inkml:trace contextRef="#ctx0" brushRef="#br0" timeOffset="-25062.67">15982 4583 210 0,'0'-4'235'0,"-6"0"14"15,-1-1-65-15,0 5-60 0,1 5-34 16,-7-5-21-16,6 4-10 0,-6 0-12 0,7 4-11 15,-8 0-10-15,8 0-9 0,-7 1-5 0,7-1-4 16,-1 4-2-16,7-3-3 0,-6 3-1 0,6 0 1 16,6-5 2-16,1 6-1 0,-1-5 1 15,7 4 0-15,1-7-1 0,-2 2-2 0,8-3 0 16,-1-4 0-16,1 0-1 0,0 0 2 0,-1-4-2 16,1 1 4-16,-1-1 0 0,1-5 7 15,-7 1 15-15,6 0 9 0,-5-5 9 0,-2 6 5 0,-5-5 2 16,6 0-5-16,-7 3-12 0,-6-3-12 0,0 0-8 15,0-1-9-15,-6 1-9 0,-1 0-20 0,1 0-29 0,-13 4-40 16,5-5-43-16,-12 5-43 16,0 4-44-16,0 4-43 0,-6 0-10 0,6 4 19 15,-7 1 33-15</inkml:trace>
  <inkml:trace contextRef="#ctx0" brushRef="#br0" timeOffset="-24816.25">15325 5063 173 0,'0'8'247'0,"0"-3"9"0,0-1-46 0,6-1-75 15,-6-3-43-15,6 5-20 0,7-5-5 0,0 0 4 16,0-5 5-16,7 2-3 0,6-1-9 16,0-1-11-16,7 2-11 15,-1-6-12-15,1 5-9 0,12-4-4 0,-5 0-7 16,5 4-4-16,0-5-2 0,1 6-4 0,-7-1-1 15,7-1-1-15,-7 2-2 0,-7 3-13 16,1 0-34-16,-7 0-49 0,0 3-56 0,-7-3-64 16,1 5-63-16,-7-1-21 0,-6-1 17 0,-1 6 39 15</inkml:trace>
  <inkml:trace contextRef="#ctx0" brushRef="#br0" timeOffset="-24468.91">15513 5267 183 0,'-6'-5'223'16,"6"2"8"-1,0-1-74-15,0 0-67 0,6-1-39 0,7 2-22 16,1-2-12-16,-2-3-5 0,1 5-6 0,7-2-1 16,0 1-1-16,-2 0-3 0,2 4 1 0,0 0 1 15,-7 4 0-15,7-4 0 0,-8 9 1 0,1-6 2 16,-6 5-2-16,0 0-2 0,-1 1 1 0,0 3 1 15,-6 0 1-15,0 4-3 0,-6-4 3 16,0 5 0-16,-1-5 0 0,-6 4-1 0,6 0-2 16,-5 1 0-16,-2-1 1 0,-5 1-1 0,6-1-2 15,0-4 0-15,-1 4 0 0,2 0 0 0,-2-3 1 16,2-1 0-16,5-4 0 0,1 5 0 0,-1-5 0 16,0-4-1-16,7 3 1 0,0-2-1 0,7-5 0 15,-7 4-1-15,13-4-4 0,0-4-11 0,7-1-21 0,0-2-22 0,5-2-25 0,1 1-24 16,0-3-19-1,7-2-12-15,-7 0-4 0,0 1 5 0,0 0 11 16</inkml:trace>
  <inkml:trace contextRef="#ctx0" brushRef="#br0" timeOffset="-24228.86">16021 5328 77 0,'13'-12'166'0,"0"3"25"0,-7 2 12 0,1 2 1 0,0 1-3 16,-7 0-16-16,0 0-22 0,0 4-27 0,0 0-33 16,0 0-22-1,-7 4-18-15,0 0-10 0,1 5-3 0,-7-2-3 16,6 2-3-16,1-1-8 0,-7 1-8 15,7-2-7-15,-1 5-8 0,0 0-6 0,7-3-2 16,0 3-2-16,-6 0-1 0,12-3 2 0,-6 3-4 16,7-4 3-16,0 0-2 0,6-5-2 0,-7 6 1 15,7-9 0-15,0 4-1 0,7-8 0 0,-7 4 3 16,0-4 1-16,6-1-2 0,-5 2-1 0,5-5 3 16,-6 0 1-16,6-1-4 0,-5 1-1 0,-8 0 2 15,7-5-5-15,-6 6-22 0,-7-5-44 16,0 0-63-16,0-4-91 0,-14 3-94 0,2 0-43 15,-2-3-7-15,-12-1 30 0</inkml:trace>
  <inkml:trace contextRef="#ctx0" brushRef="#br0" timeOffset="-23163.97">12849 4189 32 0,'-13'-9'88'16,"-6"1"-9"-16,6-1-12 0,-7 2-13 0,0-2-11 15,1 1-15-15,-1 4-12 0,1 1-6 0,0-2-5 16,-1 5-2-16,1 0-2 16,-7 0 1-16,6 0 4 0,-7 5 1 0,8 2 4 15,0 1 1-15,-8 1-1 0,8 2 0 0,0 2 4 16,-8 3 2-16,7 8 6 0,-5 1 4 16,5 4 6-16,-6-1-1 0,0 8-2 0,0 1-7 15,1 4-9-15,-2 0-5 0,1 3-4 0,0 5 1 16,6 4-2-16,1 1 1 0,-1 3 0 0,8-1-1 15,-2 1-2-15,8 0-1 0,-1 0-1 0,1 0 0 16,-1 0 1-16,7-4 0 0,0 0 1 0,0-4-2 16,0 0 0-16,0-4-3 0,0 3-3 0,7-3 3 0,-1 0-1 15,-6-1 1-15,7-3-2 0,-1 4 2 16,1-5 2-16,6-2 1 0,0-2-1 0,0 1 1 16,0-4 2-16,0-2 0 0,6 2 0 0,1-7-1 0,0-3-3 15,-1 1-4-15,1-8-3 0,6-3-5 16,0-4-7-16,-1-6 0 0,2-6 0 15,5-2 3-15,-6-2 5 0,7-10 6 0,-1 1 9 16,1-5 14-16,-7-3 15 0,7-4 16 0,-1-1 16 16,1-4 10-16,-7-4 3 0,13-3-5 0,-13-1-10 15,6-4-14-15,1-4-16 0,-1 1-9 0,1-1-8 16,-7-4-6-16,7-3-3 0,-1-6-3 0,-6-4-2 16,0 2-4-16,1-6-1 0,-7-3 0 0,-1 4 2 0,-6 0 3 15,0 0 0-15,-7 3 2 0,1 5 1 0,-7 4-1 16,-7 0-2-16,1 8 0 0,-1 1 1 15,-6 3 1-15,0 4 0 0,-7 5 2 0,8 0-1 16,-8 3 1-16,1 8-2 0,-1 0-2 16,0 5 0-16,1 0-4 0,-1 8 0 0,1 3-3 0,6 2-12 0,-7 2-25 15,1 5-39-15,5 5-58 16,-5 2-58-16,6 5-27 0,0 5-4 0</inkml:trace>
  <inkml:trace contextRef="#ctx0" brushRef="#br0" timeOffset="-22759.44">13390 4669 74 0,'0'-21'185'0,"6"1"-3"0,-6 4-31 15,0 3-23-15,0-3-15 0,-6 8-8 16,6 0-7-16,0-1-13 0,0 6-12 0,0-2-11 15,0 5-10-15,0-4-16 16,0 8-14-16,0-4-11 0,-6 8-6 16,6 1-1-16,-8-1 0 0,8 8-1 0,-6 0-2 15,6 5 1-15,-6 3 0 0,0 0 0 0,-2 1-1 16,8 4 2-16,-6-1 0 0,0 1-7 0,-1-1-27 16,1 5-49-16,-1-4-62 0,0-1-78 0,-5 0-42 15,6 1-14-15,-8-5 13 0</inkml:trace>
  <inkml:trace contextRef="#ctx0" brushRef="#br0" timeOffset="-22552.67">13103 5218 26 0,'-6'-4'231'0,"6"0"28"0,-7-1 14 15,7 1-80-15,0 1-56 0,7-2-35 16,-1 1-30-16,1-4-28 0,6 4-17 15,-7 0-12-15,14-4-7 0,0 4-2 0,-1 1-2 16,1-2-2-16,0 1-2 0,5 0-3 0,-5 4 0 0,0-4-1 0,-2 8-16 0,-4-4-40 16,-1 4-48-1,-1 5-64-15,-4-6-60 0,-8 6-33 0,6 2-2 16,-6-3 30-16</inkml:trace>
  <inkml:trace contextRef="#ctx0" brushRef="#br0" timeOffset="-22288.23">13260 5345 135 0,'6'0'144'16,"-6"0"-52"-16,7 0-37 0,-1 4-19 0,8-1-4 16,-8-3-3-16,-6 9 0 15,6-6 0-15,0 1 6 0,-6 1 13 16,0 2 16-16,0 2 13 0,0-1 9 0,-6 1 7 16,0-2 2-16,0 6-5 0,-8-2-13 0,1 2-12 15,0-1-5-15,0 1-8 0,-7-6-5 16,8 6-6-16,-2 0-8 0,1-6-7 0,1 2-7 0,-2-1-9 15,8-1-5-15,0 2-6 0,6-5 1 16,0-1 0-16,6 2 1 0,0-5 0 0,8 0 0 0,5 0-1 0,7-5-5 0,0 2-14 0,7-1-22 31,5-5-30-31,1 2-42 0,1-1-60 0,-1-1-73 16,7-3-30-16,-7 0-1 0,6-1 20 0</inkml:trace>
  <inkml:trace contextRef="#ctx0" brushRef="#br0" timeOffset="-20864.59">16744 4864 210 0,'0'0'277'0,"0"-4"33"0,7 4-19 16,-7-5-73-16,0 5-47 0,0 0-29 0,0 0-34 15,0-4-33-15,6 4-31 0,-6 0-24 0,0 0-10 16,6 0-6-16,1 4-1 0,0-4 0 0,5 0-3 16,2 5-3-16,-1-5-8 0,-1 4-20 0,-5 0-34 15,6 0-43-15,-7-4-48 0,2 5-54 0,-2-5-65 16,0 3-28-16,-6-3 8 0,0 4 30 0</inkml:trace>
  <inkml:trace contextRef="#ctx0" brushRef="#br0" timeOffset="-20726.95">16627 5014 94 0,'6'5'139'16,"0"-5"-48"-16,14 0-47 0,-7 4-31 0,1-4-30 15,12-4-45-15,-7 4-37 0,7-5-23 0</inkml:trace>
  <inkml:trace contextRef="#ctx0" brushRef="#br0" timeOffset="-20471.69">17408 4607 14 0,'6'-16'198'15,"-6"4"38"-15,0 3-26 0,0 2-15 16,-6-1 4-16,6-1 3 0,-6 5-8 0,6 1-15 16,-7-2-13-16,1 5-12 0,6 0-16 0,-7 0-11 15,0 8-12-15,1-4-12 0,0 5-8 0,-8 3-10 16,8 0-15-16,0 0-20 0,-1 4-17 0,1 5-10 16,-1-4-9-16,7 2-3 0,-7 2-3 15,7-1-10-15,-6 5-12 0,6-5-25 0,0 4-51 16,0-3-52-16,-6 4-58 0,6-6-56 0,-7 2-63 15,7-4-72-15,-7 2-5 0,1-2 24 0,0-1 44 16</inkml:trace>
  <inkml:trace contextRef="#ctx0" brushRef="#br0" timeOffset="-20251.54">17018 5063 128 0,'-7'0'286'15,"7"-4"24"-15,0 0 13 0,0 1-104 0,7-2-87 16,-1 1-49-16,7 0-32 0,0 0-25 16,0-1-13-16,7 1-6 0,-1 1-4 0,7 3-2 15,-6-4-1-15,6-1-1 0,-1 5-1 0,-5 0-1 0,6 0-3 16,-6 5-4-16,6-5-24 0,-13 4-30 16,7-1-39-16,-7 6-38 0,-7-5-41 15,0 4-56-15,2 4-18 0,-8-3 10 0,0 3 27 16</inkml:trace>
  <inkml:trace contextRef="#ctx0" brushRef="#br0" timeOffset="-20032.3">17252 5230 81 0,'0'4'192'0,"0"0"-9"15,0 1-23-15,6 3-14 16,-6-4-6-16,7 3-12 0,-7 2-6 0,7-1 4 16,-7 0 2-16,6 5-2 0,-6-2 0 0,0-2 8 15,0-1 11-15,0 4 24 0,-6-3 33 0,6 3 32 16,-7-5 17-16,0 5-1 0,1-3-23 0,-1-1-40 15,1 1-46-15,0-2-42 0,-1 1-29 16,7-3-19-16,-7-1-17 0,7 3-17 0,0-2-10 16,7-1-6-16,6-4-1 0,6 4-9 0,7-4-23 0,7 0-39 15,7 0-67-15,-2-4-92 0,8 0-114 16,0-1-124-16,-8 2-89 0,1-1-22 0,1 0 34 16,-7-4 78-16,-7-1 104 0</inkml:trace>
  <inkml:trace contextRef="#ctx0" brushRef="#br0" timeOffset="-16924.57">11299 9883 42 0,'0'0'210'0,"0"0"12"0,0 0-32 15,0-5-62-15,0 5-47 0,7 0-36 16,-7 0-20-16,6 0-13 0,1 0-5 0,0 0-3 16,-1 0-4-16,0 0 1 0,8 5-1 0,-2-5-1 15,8 4-1-15,-7-4 0 0,7 0 0 0,-1 4 1 0,7-4-1 16,-6 0-1-16,6 4 1 0,-1-4 2 16,1 0 0-16,7 0 1 0,-1 5 5 15,2-5 4-15,-2 0 4 0,7 0 6 0,0 0 3 16,7 3 1-16,-7-3 2 0,6 4-5 0,1-4-4 15,-1 4-4-15,8 1-2 0,-1-2-3 0,0 2-3 16,6-1-1-16,1-1 0 0,0 1-2 0,6 1-2 16,0-1-2-16,0-1 1 0,7 2 1 15,-7 0 0-15,0-2 2 0,6 1-1 0,2 5 1 0,-2-6 2 0,0 1-3 16,8 4-1-16,-8-3-2 0,8-1-1 16,-2 0-1-16,2 1 0 0,6 2-1 0,-7-3 3 15,0 0 1-15,6 0 1 0,-5 0 0 16,6 1 1-16,-1-5-1 0,1 8 0 0,-1-4 0 15,8 0-1-15,-7-1 2 0,-2 2 0 0,-4-1 2 16,6 0-1-16,-1 0-1 0,7 4 0 0,-6-4-1 16,0 0-1-16,0 1 0 0,6 2 2 0,-7-2 1 15,1-2 2-15,0 1-3 0,6 5 1 0,-6-5-1 16,5 0-2-16,1 4-1 0,1-4 1 16,-7 0-3-16,-1 4 3 0,1-4 1 0,-7 5 1 0,1-5-1 15,-2 0 0-15,-4 5 0 0,4-6-2 16,-5 1 1-16,0 0-1 0,-7 4 0 0,0-3 0 15,-6-1-1-15,-1-1 3 0,-5 1 0 0,-2 1 0 0,-5-1 0 16,-1-1 3-16,1 2-1 0,-7 0-2 0,-6-5 0 16,6 3-1-16,-7-3-7 0,-6 4-19 0,-6-4-35 0,-1 0-60 15,-5 0-67-15,-2 0-35 0,-5-4-13 0,-7 4 11 16</inkml:trace>
  <inkml:trace contextRef="#ctx0" brushRef="#br0" timeOffset="-16003.99">13729 7156 48 0,'0'0'138'0,"-7"4"-25"0,7-1-50 15,0 6-30-15,0-2-13 0,-7 6-9 16,7 4-2-16,0-1 0 0,0 4 2 0,-6 1 3 0,6 3 4 15,-6 4 14-15,-1 5 20 0,7 3 23 16,0 5 30-16,-6 8 29 0,6 4 28 0,-7 5 10 16,7 2-5-16,-7 10-26 0,7-1-30 15,0 4-33-15,0 4-33 0,0 0-25 0,7 5-12 16,-7-1 1-16,7 5-1 0,-7 3 1 0,6 1 2 0,-6 4 1 0,0 3-2 16,0 5-2-16,0 4-2 15,0 4 1-15,0 4-5 0,0 4 3 0,-6-1-2 16,6 5 1-16,-7 6-1 0,0-3-2 0,1 1-3 0,-8 8-7 0,8-3-7 15,-6 3-8-15,5 0-6 16,-6 1-5-16,0 3 0 0,-7-4 4 0,8 1 8 16,-2 0 8-16,1-5 7 0,-7-1 3 0,8-2 3 15,-8 0 0-15,7-14 1 0,0 1 1 0,0-8 1 16,7 1 1-16,-8-11-1 0,8-1 3 0,0-2-12 16,6-8-40-16,-7-7-70 0,7-5-109 15,-7-4-56-15,7-4-32 0,-6-4-7 0,-1-8 30 16</inkml:trace>
  <inkml:trace contextRef="#ctx0" brushRef="#br0" timeOffset="-11533.83">14074 2560 136 0,'6'-4'135'0,"0"0"-28"15,-6 0-17-15,8-5-5 0,-2 6 6 16,0 3 14-16,1-4 21 0,-7-1 21 0,6 1 20 15,-6 4 17-15,7-4 11 0,-7 4 2 0,0 0-9 0,0 0-6 16,0 0-3-16,0 0-5 0,0 0-9 0,6 0-20 16,-6-4-17-16,0 0-22 15,7-1-29-15,-1-2-31 0,-6 3-21 0,7-4-8 16,-7 4-7-16,7-1-4 0,-7 2-1 0,0-2 2 0,6 1-3 16,-6-3 1-16,0 2 3 0,0-3 3 15,-6-1 2-15,6 5-6 0,-7-4 3 0,0-4-3 16,1 4-5-16,-1 0-4 0,1 1-6 0,-7-2-2 15,0 1-6-15,-1 4-3 0,-5-4-7 16,6 4-4-16,-6-1 1 0,-1 1 0 0,0 4-4 16,1 0-3-16,-1 0 0 0,1 4 0 0,-1 1-5 15,1 2-2-15,0 2 4 0,-1 3 4 0,0 0 4 16,1 0 1-16,-1 4 3 0,0 5 1 0,1-4-4 16,-1 3-3-16,1 0-6 0,6 0 0 0,-6 0 0 15,5 2-3-15,-6-3 4 0,8 6 0 0,-1-5 3 16,0 4-4-16,0-3-4 0,-1-1-12 0,8 4-10 0,-6-2-11 15,4-3-11-15,2 2-11 0,0-4-2 16,-1 2 5-16,1-2 9 0,6 3 13 0,0 1 12 0,-7-5 18 16,7 4 14-16,0-4 13 15,7 4 8-15,-7-3 3 0,0 3 4 0,6-3 1 16,1 2 0-16,-7-2 0 0,6-1 0 0,0 0 1 16,2 1 0-16,-2-1-1 0,0 1-1 0,0-1 0 0,8-4 1 15,-8 0 0-15,7 4 0 0,-6-3-1 16,6-6 1-16,7 6 0 0,-8-5 0 0,2 1-1 15,5-2-1-15,-6-2 2 0,6 3 0 0,-5-4 0 16,-1 1-2-16,6-5 0 0,-6 3-1 16,7-3-4-16,-7 0-5 0,6-3-3 0,0-2 0 0,-5 5-1 15,5-8-1-15,1 4 3 0,0-1-1 16,-1-2-4-16,0-2-6 0,1 1-3 0,-1 0-2 16,-5 0 1-16,5-4 5 0,1-1 6 0,-8 1 8 15,8-1 4-15,-7 2 4 0,7-1 1 0,-7-5 1 16,6 1-2-16,-5-1-11 0,-2-2-14 0,8 2-13 15,-7-3-12-15,0-4-10 0,6 3-8 0,-5-3 4 0,-1-1 9 16,-1 5 7-16,2-4 11 16,-8-1 9-16,0 4 11 0,8-3 9 0,-14 4 3 15,6-5 7-15,-6 6 4 0,0-7 6 0,0 6 2 16,0 0 8-16,0-1 16 0,-6 1 13 0,6-1 11 16,-7 2 16-16,0-2 11 0,1 5 0 0,0-4-7 0,0 3-11 15,-8 1-10-15,8 0-14 0,-1-1-7 0,-6 6-1 16,6-6 5-16,1 5 10 0,-7 3 13 15,6-3 6-15,-5 5 1 0,5-5-1 0,0 7-5 16,-6-3-10-16,7 0-13 0,0 3-10 0,-1 2-8 16,0-1-4-16,7-1-6 0,-6 1-5 0,6 0-5 15,-6 4-2-15,6 0-2 0,0 0-3 16,0-4 0-16,0 4 1 0,0 4 0 0,0-4 0 16,0 0-2-16,0 0-3 0,0 0-1 0,0 0-4 15,0 0-4-15,0 0-3 0,0 0-2 0,0 0-1 0,0 0-3 16,0 0 3-16,0 0 0 15,0 0 2-15,0 0 4 0,0 0 1 0,0 0 5 16,0 0 0-16,0 0 3 0,0 0 1 0,0 0-2 16,0 0 3-16,0 0-1 0,0-4 0 0,0 4 2 15,0 0-1-15,0 0 0 0,0 0-1 0,0 0-7 0,0 0-8 16,0 0-11-16,0 0-10 0,0 4-11 16,0-4-8-16,0 0-6 0,0 0 0 0,0 0 2 15,0 0 4-15,0 0 5 0,0 0 5 0,0 0 7 0,0 0 6 0,0 0 3 16,0 0 6-1,0 0 2-15,0 0 5 0,0 0 4 0,0 0 2 16,0 0 4-16,0 0 4 0,0 0 2 0,0 0 3 16,0 0 2-16,0 0 1 0,0 0 1 0,0 0-2 0,0 0 0 0,0 0-1 15,0 0 0-15,0 0 0 16,0 0 1-16,0 0 1 0,0 0-1 0,0 0 3 16,0 0-1-16,0 0-2 0,0 0 0 0,0 0-1 15,0 0 1-15,0 0 0 0,0 0 0 0,0 0 1 16,0 0 1-16,0 0 1 0,0 0 0 15,0 0 0-15,0 0 0 0,0 0 1 0,0 0 0 16,0 0 2-16,0 0-3 0,0 0 1 0,0 0-3 0,0 0-1 0,0 0 0 16,0 0-2-16,0 0-1 15,0 0-1-15,0 0-2 0,0 0-1 0,0 0-7 16,0 0-18-16,0 4-25 0,6-4-36 0,-6 4-58 0,0 1-28 16,-6-1-10-16</inkml:trace>
  <inkml:trace contextRef="#ctx0" brushRef="#br0" timeOffset="-10796.36">15682 3004 128 0,'0'0'181'16,"0"0"-26"-16,0 0-49 0,0 0-39 0,0 0-25 15,0 0-11-15,0 0 1 0,0 0 5 16,0 0 6-16,0 0 5 0,0 0 2 0,0 4-4 16,0-4-10-16,0 0-9 0,0 0-9 0,0 0-8 0,0 0-4 15,0 0-3-15,0 0-2 0,0 0-1 16,0 0 1-16,0 0-1 0,0 0-2 0,0 0 1 15,0 0 1-15,0 0 0 0,0 0-1 16,0 0-1-16,0 0 1 0,0 0-2 0,0 0 1 16,0 0-1-16,0 0-2 0,0 0-7 0,0 0-20 15,0 0-35-15,0 0-60 0,0 0-55 0,0-4-29 0,0 0-7 16</inkml:trace>
  <inkml:trace contextRef="#ctx0" brushRef="#br0" timeOffset="-3169.63">13683 7082 92 0,'7'-7'103'0,"-7"-2"-34"0,6-4-26 16,-6 5-10-16,7-4 0 0,-1 0 12 0,0 0 11 15,-6 0 7-15,7 0 6 0,0-4 4 0,-1 4-3 16,0-5-12-16,-6 1-9 0,7-1-8 0,0 1-7 15,-1 0-11-15,1-1-5 0,-7-3-5 0,6 4-5 16,0-1-1-16,1-3 0 0,0 4 5 0,-1 0 4 16,0 3 6-16,-6-2 8 0,8 2 8 15,-8 0 4-15,0 6-1 0,6-6 0 0,-6 5-5 16,6 4-5-16,-6-4-8 0,0 4-4 0,0-4-1 16,0 4-2-16,0-1-1 0,0 2 1 0,0-2 3 15,0 1 1-15,0 0 1 0,0 4 1 0,0-3 2 16,0 3-2-16,0 0 0 0,0 0-4 0,0 0-4 15,-6 0-4-15,0 3-4 0,-2 5 0 0,2 5-2 16,-7-1 2-16,0 4-1 0,-6 0 0 0,5 4 0 16,2-2-1-16,-2 1-2 0,2 2-1 0,-1-4-1 15,-1 2 1-15,2 2-1 0,-2-5 1 16,2 1 1-16,-2-1-2 0,1 0-1 0,7 0-1 16,-8-4 1-16,2 1 1 0,6-6-1 0,-2 2 1 15,2-5 0-15,6 0 1 0,-6-4 2 16,6 0 0-16,0 0-2 0,6-8 0 0,-6 4 0 0,6-5-1 15,8-3 1-15,-8 0-1 0,8-4 1 16,-8 3-1-16,7-3 1 0,0 0-1 0,0 0-1 0,-1-1-1 16,2 1 0-16,-1-4-1 0,0-1 0 15,6 5 1-15,-5-8-1 0,-2 4 2 0,8 0 0 16,-7-1 0-16,0 1 1 0,6-1-2 0,-11 1 1 16,4 4-1-16,1 0 4 0,-6 4 6 0,-1 3 3 15,1 1 5-15,-1-1 3 0,-6 6 2 0,0 3 1 16,6-4 14-16,-6 8 35 0,8-4 27 0,-8 8 9 15,0 0 6-15,6 5 5 0,-6-1-20 16,6 4-36-16,-6 0-32 0,7 0-13 0,-1 4-8 0,-6 0-33 16,7 1-56-16,-7 0-78 0,6-1-77 15,-6 5-121-15,0-6-63 0,0 2-8 0,0-4 39 16,0 2 65-16</inkml:trace>
  <inkml:trace contextRef="#ctx0" brushRef="#br0" timeOffset="1538.87">13605 10034 2 0,'0'0'23'0,"6"0"8"16,-6 0 8-16,0 0 11 0,0 0 10 0,0 0 8 15,0 0 6-15,7 0 2 16,-7 0-4-16,0 0-7 0,0 0-11 0,0 0-6 16,0 0-8-16,0 0-5 0,0 0-5 0,0 0 0 15,0 0 0-15,0 0 2 0,0 0 1 0,0 0 4 16,0 0 1-16,0 0 0 0,6 0-1 0,-6 0-5 0,0 0-2 0,0 0-4 16,0 0-2-16,0 0-2 0,0 0 0 15,0 0 2-15,0 0 0 16,0 0 3-16,0 0 2 0,0 0 2 0,0 0 1 15,0 0 2-15,0 0 2 0,0 0 2 0,7 0 1 16,-7 0 0-16,0-5 1 0,0 5 0 0,0 0 3 16,0 0 1-16,0 0 1 0,0 0 1 0,0 0 3 0,0 0 2 0,0 0 0 15,7 0 2-15,-7 0 1 16,0 0 0-16,0 0 2 0,0-4-7 0,0 4-7 16,0 0-11-16,0 0-9 0,0-4-9 0,0 4-6 0,0 0-3 0,0-4-3 15,0 4-2-15,0 0-10 16,-7 0-28-16,7 0-32 0,0 0-35 15,0-4-36-15,-7 4-47 0,7-4-54 0,-6 4-69 16,6-3-23-16,-7-2 8 0,7 1 21 0</inkml:trace>
  <inkml:trace contextRef="#ctx0" brushRef="#br0" timeOffset="12528.05">13709 8148 148 0,'0'0'171'0,"0"-3"-29"0,-6-1-29 16,6-1-22-16,0 5-14 0,0-4-6 0,0 4 6 16,-7-3 2-16,7 3-6 0,0-4-8 15,0 4-5-15,0-5-8 0,0 5-13 0,-6-3-9 16,6 3-3-16,0 0-1 0,-7-5-3 0,7 5-2 15,0 0-5-15,-7-4-3 0,7 4-6 0,0 0-1 16,-6 0-1-16,6-4 0 0,-6 4 0 0,6 0 0 16,-8 0 2-16,8 4 0 0,-6-4 0 15,6 0-1-15,-6 4 0 0,0 1-1 0,-1-2 1 0,7 2 1 16,-7-1-3-16,1 3-1 0,-1 2 1 16,1-1-1-16,0-4 0 0,-2 4-2 0,8 1 1 15,-6-2-1-15,0-2 1 0,6 2 0 0,0 2-2 16,-6-6 1-16,6 6 0 0,0-5 0 0,0 0-1 15,0 0 0-15,0 4 0 0,0-8 0 16,6 4 0-16,-6 1-3 0,0-2 1 0,6 1 0 16,0-4-2-16,-6 4 1 0,8-4-1 0,-2 5-1 15,0-5-1-15,1-5-1 0,6 5-1 0,-6-4-2 16,-1 4 0-16,6-4 1 0,-4 1-2 0,4-6 3 16,-5 5-1-16,6-4 2 0,-6 4 3 0,-1-4-1 15,0 0 5-15,1-1 1 0,0 2-1 0,-1 2 2 16,-6-2-1-16,6-2 0 0,-6 5 0 15,0-4 0-15,0 0 3 0,0 4 0 0,0-5 1 16,0 2 2-16,0 2 0 0,0-3 5 0,-6 4 3 0,6-3 12 0,-6 2 11 16,6 1 11-16,-7 0 15 15,7-5 7-15,0 9 2 0,-7-4-10 0,7 0-10 16,0 4-12-16,-6 0-16 0,6-3-12 0,-6 3-8 16,6 0-3-16,-7 3-2 0,1-3-2 0,6 4 1 15,-7 0 1-15,0 5-1 0,1-5 1 0,6 5-1 16,-6-6 1-16,-2 5 0 0,8-3-1 0,-6 3 0 15,6-4 0-15,0-1 0 0,0 6 0 16,0-5-1-16,0 4 1 0,6 0 1 0,-6-4-1 16,8 5-5-16,-2-6-8 0,0 6-9 0,-6-6-12 15,14 1-13-15,-8 5-7 0,1-6-3 0,5-3 2 16,-5 5 6-16,0-5 11 0,5 0 12 0,-5 0 7 0,0 0 5 0,-1 0 7 16,7 0 2-16,-7-5 4 15,1 2 0-15,0-1 2 0,-7-1 2 16,6 5-10-16,-6-4-30 0,0 1-46 0,0-6-69 15,-6 6-82-15,6-6-44 0,-14 1-13 0,2 4 19 16</inkml:trace>
  <inkml:trace contextRef="#ctx0" brushRef="#br0" timeOffset="13277.96">13116 7933 67 0,'0'-7'225'0,"0"2"21"0,-6 1-26 15,6 0-55-15,0 0-38 0,0 4-23 0,0 0-19 16,0 0-10 0,0-4-11-16,0 4-10 0,0 0-12 0,0 0-11 0,-7 0-13 15,7 4-8-15,0-4-6 0,-6 4-3 16,-1 0 0-16,1 0-1 0,6 4 0 0,-6 0 0 0,-2-4 0 15,2 4 0-15,0 0 0 0,6-4 0 16,-7 4 1-16,7-4-2 0,0 5-1 0,-6-5 0 16,6 0 0-16,0 1 1 0,0-2-2 0,6 5 3 15,-6-8 1-15,7 8 0 0,-1-3 0 0,-6-1 0 0,6 0-1 0,2-1 0 16,4 2-1-16,-5 2 0 16,-1-2 0-16,1-1 0 0,6 0 1 15,-7 0 0-15,1 5 0 0,0-6 2 0,-1 5-2 16,0-3 0-16,1-1 0 0,-7 4-1 0,7-3-1 15,-1-2 0-15,-6 1 2 0,6 0 0 0,-6 1 0 16,0-2 0-16,7 6 0 0,-7-6 1 0,0 1 0 16,0 1 0-16,0-1 0 0,0-1 3 0,0 2 3 15,-7-1 8-15,7 0 11 0,-6 0 15 0,6 0 10 16,-6-4 4-16,-1 5 1 0,0-2-7 16,1 1-13-16,0-4-10 0,-1 5-14 0,-6-2-7 15,6-3-3-15,-6 4-4 0,0-4-12 0,7 0-25 0,-8 0-32 16,2 0-41-16,-1-4-49 0,6 1-55 0,0-2-62 0,1 1-23 15,0-4 7-15,0-4 30 16</inkml:trace>
  <inkml:trace contextRef="#ctx0" brushRef="#br0" timeOffset="13425.18">13103 7913 196 0,'7'-4'258'15,"-1"-5"13"-15,1 2-45 16,6 2-63-16,0-3-46 0,7 4-30 0,-1-5-15 15,1 2-13-15,0-2-14 0,5 6-14 0,-5-6-21 16,6 6-46-16,-7-2-82 0,7-3-101 0,-6 5-54 16,0-2-28-16,-8 5-7 0,1 0 30 0</inkml:trace>
  <inkml:trace contextRef="#ctx0" brushRef="#br0" timeOffset="15133.71">15728 3090 2 0,'0'0'22'0,"0"0"-11"15,0 0-4-15,0 0-2 0,0 0-2 16,0 0 1-16,0 0-1 0,0 0 4 0,0 0 1 16,0 0 4-16,0 0 3 0,-7 0 5 15,7 0 4-15,0 0 3 0,0 0 1 0,0 0 0 16,0 0-2-16,0 0-1 0,0 0-4 0,0 0 0 0,0 0 0 0,0 0 3 16,0 0 3-16,0 0 0 15,0 0 3-15,0 0 1 0,0 0 1 0,0 0-1 16,0 0-3-16,0 0-2 0,0 0-4 0,0 0-3 15,0 0-5-15,0 0-4 0,0 0 1 0,0 0 2 16,0 0 2-16,0 0 1 0,0 0 3 0,0 0 0 16,0 0-3-16,0 0-5 0,0 0-4 0,0 0-3 15,0 0-2-15,0 0-2 0,0 0 1 0,0 0 0 0,0 0 0 0,0 0-1 16,0 0 0-16,0 0-1 16,0 0-1-16,0 0-1 0,0 0 1 0,0 0 1 15,0 0-1-15,0 0 0 0,0 0 1 0,0 0 1 0,0 0 0 16,0 0 0-16,0 0 0 15,0 0 0-15,0 0 0 0,0 0 0 0,0 0 0 16,0 0 0-16,0 0 1 0,0 0 0 0,0 0-1 16,0 0 2-16,0 0-1 0,0 0-1 0,0 0 0 15,0 0-1-15,0 0 1 0,0 0-2 16,0 0 1-16,0 0 1 0,0 0 0 0,0 0 0 16,0 0-4-16,0 0 1 0,0 0-2 0,0 0-1 15,0 0-2-15,0 0-1 0,0 0-1 0,0 0-2 16,0 0-2-16,0 0-2 0,0 0-1 0,0 0 0 15,0 0 0-15,0 0 2 0,0 0 3 0,0 0 4 16,0 0 1-16,0 0 4 0,0 0 1 0,0 0 0 16,0 0 1-16,0 0 0 0,0 0 2 0,0 0-1 15,-6 3 0-15,6-3 0 0,0 0-1 16,0 0 1-16,0 0-2 0,0 0 0 0,0 0 0 16,0 0 1-16,0 0 0 0,0 4-1 0,0-4 2 15,0 0-1-15,0 0-1 0,0 4-4 0,0-4-9 16,-7 0-3-16,7 0-4 0,0 0-3 0,0 0-2 15,0 5 1-15,0-5 4 0,0 0 3 0,0 0 2 16,0 3 3-16,0-3 2 0,0 0 4 0,0 4 3 16,0-4 2-16,0 5 0 0,0-5 0 0,0 0 2 0,0 4-3 0,0-4-1 15,0 0-2-15,0 3-6 16,0-3-7-16,0 0-2 0,0 0-5 16,0 5-1-16,0-5-2 0,0 0 3 0,0 0 6 0,0 0 1 0,0 0 4 0,0 0 0 15,0 0 3-15,0 0-1 0,0 0-4 0,0 0-3 16</inkml:trace>
  <inkml:trace contextRef="#ctx0" brushRef="#br0" timeOffset="27154.59">17115 10110 161 0,'-6'0'185'0,"6"-4"-29"16,0 4-47-16,0 0-29 0,0-3-19 15,0 3-8-15,0 0-3 0,0 0-1 0,0 0-2 0,0 0-6 0,0 0-6 16,0 0-9-16,0 0-6 16,0 0-8-16,0 0-5 0,0 0-2 0,0 0-3 15,0 0-1-15,0 0 3 0,0 0 1 16,0 0-1-16,0 0 1 0,0 0-1 0,0 0 0 15,0 0-3-15,0 3-1 0,0 6 0 0,-7-5 0 0,7 4 0 0,0 4 0 16,0-3 0-16,-6 3 0 16,6 0 1-16,0-3 2 0,-7 2-2 0,7-3 0 15,0 4-1-15,0-3 1 0,0-2-1 0,0 3 0 0,0-3 0 16,0 2-1-16,7-6 1 0,-7 6-2 0,0-6-2 16,6 1 1-16,-6-4 1 0,7 5 0 15,-1-10 1-15,1 5 0 0,-1-4 0 16,0-4 0-16,2 4 1 0,4-3 1 0,-12-2-1 0,13 1 1 15,-13 0 2-15,7-1 0 0,-1 5-1 0,-6-3-1 0,0-2 1 16,7 5-1-16,-7-4-1 16,0 0 2-16,0 4 0 0,0-4 13 0,0 4 17 15,-7-1 12-15,7 1 12 0,0-4 9 0,0 4 4 16,-6 4-9-16,6-4-15 0,-7 1-11 0,7 3-12 16,-6-5-11-16,6 5-6 0,-7 0-2 15,7 0-3-15,-6 5-2 0,6-5-1 0,-6 7 1 0,6-3-1 16,-8 4 0-16,8 1 0 0,0 3-1 15,-6-3-1-15,6 2-10 0,0 2-18 0,-6-6-18 16,6 6-14-16,6-5-15 0,-6 0-7 0,0 1 8 16,6-5 14-16,-6-1 17 0,8 1 14 0,-8 1 15 15,6-5 10-15,0 0 4 0,-6 0 3 0,7-5 0 16,-1 5 2-16,1-4 1 0,-7 1 1 0,6-1 0 16,1-1 0-16,-7-2 2 0,0 2-2 0,6-3-1 15,-6-1 0-15,0 5-1 0,0-3 0 0,0 2-1 16,0 1 0-16,0-4-19 0,0 1-32 0,-6 2-51 15,6-3-62-15,-7 4-35 0,1 0-17 0,6-1 11 16</inkml:trace>
  <inkml:trace contextRef="#ctx0" brushRef="#br0" timeOffset="27612.75">17213 10635 40 0,'0'5'120'0,"-6"-1"-21"0,-2 0-18 16,8 0-16-16,-6 0-15 0,6 4-12 16,-6 1-11-16,6-1-7 0,-7-4-7 0,7 3-5 15,0 2-2-15,0-1-1 0,0 0-3 0,0 0-1 16,-6-4-1-16,6 4 2 0,6 1-1 0,-6-1 1 15,0-4 0-15,0 1 2 0,7-2-1 0,-1 1-1 16,-6 0 1-16,6 1 0 0,2-5-2 0,4 3 2 16,-5-3-1-16,0 0-1 0,5-3-1 0,-5 3-2 15,6-5 2-15,-6 1-1 0,5 0-1 0,-5 1 2 0,0-6 0 0,-1 5 2 0,0-5-1 32,1 2 0-32,0-2 0 0,-1 1-1 0,-6 0-13 15,0 0-33-15,0-1-53 0,0 2-35 0,-6-5-18 0</inkml:trace>
  <inkml:trace contextRef="#ctx0" brushRef="#br0" timeOffset="28245.71">17252 10599 182 0,'0'-8'229'15,"0"5"-6"-15,0-2-45 0,0 1-35 0,0 0-18 16,0 0-7-16,0-1 7 0,6 5 17 0,-6-4 19 16,0 4 17-16,0 0 10 0,0-3-2 0,0 3-11 15,0 0-22-15,0 0-28 0,0 0-29 0,0 0-29 16,0 0-26-16,0 0-20 0,0 0-14 15,0 3-9-15,0-3-3 0,0 9-2 0,0-1 1 16,0 4 5-16,0 1 0 0,0-1 0 0,-6 0-4 16,6 0-4-16,0 4-21 0,0 1-17 0,0-5-17 15,-7 4-21-15,7-4-23 0,-6 4-18 0,0 1-9 16,-1 0-14-16,7-6-14 0,-7 6-10 0,1-5-11 16,0 0-12-16,-2 0-14 0,2-3-10 15,6 2-25-15,-6-2-2 0,6-1 17 0,0-5 27 0</inkml:trace>
  <inkml:trace contextRef="#ctx0" brushRef="#br0" timeOffset="28622.8">17467 10607 51 0,'6'-3'273'0,"-6"-2"19"16,-6 1 9-16,6 4-75 0,0-4-85 0,-7 4-67 0,7-3-30 16,0 3-13-16,0 0-5 0,0 0-3 0,-6 0-1 15,6 0-2-15,-6 3-5 0,6 1-5 0,-7 0-5 16,0 4-3-16,7 1-1 0,-6-2-1 16,0 2 0-16,-2-1 1 0,8 4 2 0,-6 0-3 15,6-3 2-15,-6 3 0 0,6 0 0 0,-7-4-2 0,7 4 0 16,0-4-1-16,0 1-1 0,0-2-1 15,0 2 3-15,7-1-2 0,-1-3 1 0,0-2 2 16,2-3 0-16,4 4-1 0,-5-4-5 0,12-4-3 0,-6 1-6 16,1-2-2-16,5 1-6 0,-6-4-3 0,0 3-2 15,0-2 4-15,-6-2 2 16,5-3 2-16,-4 4 6 0,-2 0 4 0,0-4 1 16,-6 4-14-16,0-5-28 0,-6 5-45 0,0-4-63 15,-2 0-66-15,-4-1-30 0,-8 1-3 0,1-4 20 16</inkml:trace>
  <inkml:trace contextRef="#ctx0" brushRef="#br0" timeOffset="30946.43">13631 8141 103 0,'-7'0'135'0,"7"0"-28"15,0 0-22-15,0 0-19 0,0-5-9 0,0 5 1 16,0 0 5-16,0 0 5 0,0 0 6 0,0 0 5 16,0 0 3-16,0 0-2 0,0 0-2 0,0 0-5 0,0 0-5 15,7 0-7-15,-7 0-12 16,0 0-9-16,0 0-11 0,0 0-9 0,0 0-8 16,0-4-7-16,0 4-3 0,0 0-1 0,0 0 0 15,0 0-2-15,0 0-1 0,0 0-1 0,0 0 0 16,0 0-1-16,0 0-1 0,0 0 3 0,0 4 1 15,7-4 0-15,-7 0-1 0,6 5 2 0,-6-5-2 16,6 4 1-16,0 4-1 0,2-4 2 0,-2 0 1 16,0 4 0-16,-6 0 0 0,14 1-1 0,-8-2 1 0,1 2-1 15,5-1-1-15,2 0 1 0,-8 4-1 16,7-4 1-16,0 4 0 0,0 1 0 0,0-5 0 16,0 4 0-16,1 0 1 0,-2 0-1 0,8-3-1 15,-7 3 1-15,-1 0 1 0,2 0 0 0,5-3-1 16,-6 3 0-16,0 0 0 0,7-4 0 15,-7 5 0-15,0-6 0 0,0 6 1 0,7-5 0 16,-8 0-1-16,2 0-1 0,-1 0 0 0,6 1 0 16,-6 3 0-16,1 0 0 0,5-4 1 0,0 4 1 15,-6 1 1-15,7-1-2 0,-7 0 1 0,6-5 0 16,-6 6-1-16,7 0 0 0,0-2-1 16,-1-2 2-16,-6 2-1 0,6 2-2 0,1-5 2 15,-7 4 0-15,7-3 1 0,0 3-1 0,-8-1 1 16,2-1 1-16,5 2-2 0,-6-1 1 0,6-3 0 15,-5 4 0-15,-2 1 2 0,8 0-3 0,-7-2 1 16,1 2 1-16,4-1-1 0,-4 4 1 0,5-4 0 16,-5 1 0-16,4-1 2 0,2 0-3 0,-7 0-1 15,7 0 0-15,-8-3 0 0,8 3 0 0,0 0-1 16,-7 0 2-16,7 0 1 0,-8-3-1 0,2 3 1 16,-1-4-2-16,6 5 0 0,-6-1 0 0,1-5-3 15,-2 5 2-15,8-3 0 0,-7-1 1 16,-1 4 0-16,2 0 0 0,5-3 0 0,-6-2 0 15,0 6-1-15,7-5 2 0,-7 0 0 0,0 5-1 16,6-6 1-16,-5 1-1 0,-2 1 1 0,2-1 0 16,-1 0-2-16,0-3 0 0,-7 2 1 0,7 1 0 0,7 5 0 15,-14-6 0-15,7-1 2 0,-6-3-1 16,-1 1 0-16,1 5 0 16,-1-6-1-16,0 1 0 0,2 0 0 0,-2 1-1 15,0-2 1-15,1 2-2 0,0-5 0 0,-7 4 1 16,6-1 1-16,-6-3 0 0,6 5 0 0,-6-5 0 15,7 4 1-15,-7-4-1 0,0 0 0 0,0 4 0 16,0-4 0-16,6 0-1 0,-6 0 0 0,0 0 0 16,0 3 1-16,7-3 0 0,-7 0 0 0,0 5 1 15,7-5 0-15,-7 0 0 0,0 5-1 0,6-5 0 16,-6 3 0-16,6-3 0 0,-6 4 0 16,7-4 0-16,-7 4 0 0,7 1 0 0,-7-1 0 0,6-4-1 15,0 3 1-15,1 2 1 0,6-2-1 16,-6 2 0-16,-1 3 1 0,8-3-1 0,-8-2 0 15,6 1-1-15,2 1 1 0,-1-2-1 0,-1 1 1 16,2 5 0-16,6-6 0 0,-8 2 0 16,1 3 0-16,7-5 0 0,-8 6-1 0,8-5 1 0,-6 5-1 15,5-2 1-15,1-3 2 0,-8 4-1 0,8 1 0 16,-1-2-1-16,-5 2 2 0,6-1-2 16,-1 0 0-16,1 0-1 0,-2 0-1 0,2 1 2 15,0-1 0-15,6 0-2 0,-7 0 1 0,8 4 1 16,-8-3 0-16,8-2 0 0,-8 2-1 0,7-2 1 15,-6 6 0-15,-1-4 0 0,0-2 1 0,8 5 0 0,-8-3 1 0,1 3 0 16,-1-4-1-16,0 5-1 16,1-6 0-16,0 6 0 0,-1-1-1 0,1-4 1 15,-1 4 1-15,7 0 1 0,-6-3 0 0,0 3-1 16,-1 0 0-16,7-4-2 0,-6 5 0 0,-1-6 1 16,7 5 0-16,-6-3 0 0,-1-1 0 15,7 4 0-15,-6-3 0 0,6-2 0 0,-7 1-2 16,1 5 1-16,6-5 1 0,-7 1-1 0,1 2 1 15,6-3-1-15,-6 1-1 0,-1 3 1 0,1-4 0 16,0 4 1-16,-1-4 0 0,1 5 2 0,-8-6-1 16,8 6 1-16,-7-5-2 0,7 4 0 15,-8 0 1-15,2-3-2 0,-2 3 0 0,2-3 1 16,-1 2 2-16,-1-3-1 0,2 4-1 0,-2-3 1 16,2-2-1-16,-1 2-1 0,0-1 1 0,0 0-1 15,-1 0 1-15,2 0 0 0,-1-4 2 0,0 4-1 16,0 1-1-16,-1-5 0 0,-4 4 0 0,4 0 0 15,2 0-1-15,-8 0 1 0,7-4 0 0,0 5-1 16,-6-1 1-16,5 1 0 0,2-6 0 0,-8 5 0 16,7 0 0-16,0 1 0 0,-6-6-1 0,5 6 1 0,2-2 0 15,-1 3 0-15,0 2 0 0,-7-5 0 0,7 2 0 16,1-2 1-16,-2 5-1 0,8-3 1 16,-7 3-1-16,0 0 0 0,0-4 1 15,7 5 0-15,-8-1 0 0,8-4-1 0,-1 5 1 0,1-1 1 16,0 0-1-16,-1 0-1 0,7 0 0 15,-6 0-1-15,6 0 1 0,0 4-1 0,-7-3 0 16,8 3 1-16,-1 1 0 0,6-1 2 0,-5 4 0 16,-1-3-1-16,6 3 0 0,-7-4 0 0,8 5 1 15,0-2 0-15,6 2-2 0,-6 0 0 0,-1 3 2 0,7 0-2 16,0-3 0-16,1 3-1 0,-1 1 1 16,-1 3 0-16,8-4-2 0,-7 1 0 0,6 3-1 15,-5-3 2-15,-1 4 1 0,6-5-1 0,-5 0 2 16,-1 1 1-16,0-1 0 0,0 4 0 0,6-3 0 15,-6 0 1-15,1-1 0 0,5 0-1 16,-6 1 1-16,1-5-1 0,5 5-2 0,-6-2-7 16,0-1-38-16,-6-3-66 0,0 6-102 0,-1-5-54 15,-6-4-28-15,-1 1-8 0,-5-1 28 0</inkml:trace>
  <inkml:trace contextRef="#ctx0" brushRef="#br0" timeOffset="32650.97">13690 8205 21 0,'0'0'97'0,"0"0"-4"15,0 0-4-15,0 0-13 0,0-3-13 0,0 3-12 16,0 0-4-16,0 0-7 0,0 0-1 0,0 0 2 16,0 0 4-16,0 0 2 0,0 0-5 0,0 0-4 15,0 0 1-15,0 0-1 0,0 0-5 0,0-4 0 16,0 4 4-16,-7 0 9 0,7 0 0 0,0 0-5 16,0-5 0-16,0 5 1 0,0 0-5 15,-7-4-5-15,7 4-3 0,0-3 3 0,0 3 4 16,-6-5 1-16,6 5 2 0,0-4 10 0,-6 1 7 15,6-2 2-15,-8 1-2 0,8 0-4 0,-6 0-5 16,0 0-5-16,6-1 1 0,-6 2 4 16,-1-1 2-16,0-5 3 0,7 6 3 0,-6-6 7 0,-1 1 1 15,1 4 7-15,0-3 6 0,-2-2 7 16,2 1 2-16,6-1-8 0,-12 2-9 0,4-2-11 0,2-3 0 16,0 4 7-16,-1-4 9 0,1-1 4 15,-8 5-2-15,8-3-1 0,0-2-11 0,-1 4-13 16,-6-3 6-16,7 0 5 0,-7 0 7 0,6 1 3 0,-6-2 2 15,7 0-7-15,-8 1-20 0,8 0-5 16,-7 0 4-16,6 3 8 0,-6-2 5 0,7-2 2 16,-8 2 1-16,8-2-8 0,-6 0-20 0,4 6-13 15,2-6-9-15,-7 2-4 0,0-2-5 0,6 4 3 16,-5-2-2-16,6-1-3 0,-8-1-3 0,8 0 0 0,-7 1 3 16,6 0-1-16,-6 0 2 0,1 1-1 15,-2-2 3-15,8 0 1 0,-8-2-1 16,8 2 0-16,-7 1 1 0,0-1 4 0,0 2-1 15,0-2 0-15,6-3 0 0,-6 4-5 0,0-1-2 0,0 1 3 16,7 0-3-16,-8 0 0 16,2 0-5-16,-1 0 8 0,-1-1-1 0,2 1-1 15,-2 0 6-15,2-5-4 0,-2 5 2 0,1 1-4 0,1-2 1 0,-2 0 0 16,8 1-6-16,-7-4 2 16,0 4 2-16,0-1 4 0,0 2-1 0,0-2-1 15,-1 2-1-15,2-6 3 0,-8 4-3 0,7 2-3 16,1-6 2-16,-2 4 1 0,1 2 4 0,-6-1-3 15,6-1-2-15,-1-3 2 0,2 4-3 0,-8 0-2 16,1 0 0-16,5-1 1 0,-6 1 1 0,8-1 1 16,-8 2 0-16,1-1-2 0,-1-1 2 0,0 5-3 15,1-4 2-15,-1 0 0 0,1 0 0 0,0-1 3 16,-1 5-2-16,1-4 1 0,-1 0 2 0,7-1 0 16,-7 1-2-16,0 0 0 0,8 4 23 0,-8-4 18 15,1-1 12-15,5 1 13 0,2 0 11 16,-8 0 6-16,7 0-19 0,0-1-17 0,0 5-13 15,1-4-9-15,-2 0-13 0,1 0-5 0,0 3-2 16,0-3-3-16,0 0 2 0,6 4 0 0,-5-5-2 16,-2 1-2-16,8 4 3 0,-7 0-4 0,6-4-1 15,0 3-2-15,-5-3 1 0,6 4 4 16,-2-3-2-16,-4 2 1 0,5 1-1 0,1 0-2 16,-1 0 0-16,0 0-4 0,1-1 2 0,-6 2 1 15,4-2 3-15,2 1 0 0,0 0 0 0,-1 0-15 0,0 3-76 16,1-2-159-16,-1-2-188 0,-5 2-203 15,-2-3-103-15,-5-1-44 0,-7-1 47 0,-6-5 141 16,-8-3 180-16</inkml:trace>
  <inkml:trace contextRef="#ctx0" brushRef="#br0" timeOffset="34664.61">13690 4371 49 0,'0'-4'196'0,"0"-4"25"0,0 4-43 0,0-4-27 15,0 3-1-15,0 1 1 0,0 1 6 0,0-1 0 16,0 4-1-16,0-5-12 0,0 5-24 0,0 0-27 16,0 0-30-16,0-3-25 0,0 3-18 0,0 0-10 15,0 0-3-15,0 0-4 0,0 0-2 16,0 0-1-16,0 0-2 0,0 0-1 0,0 0 0 0,0 0-2 0,0 0 0 15,0 0-3-15,0 0-4 16,0 3 1-16,0-3-3 0,0 5 2 0,6-1 2 16,-6-1 0-16,0 6 6 0,0-1 0 0,7 1 4 0,-7-2 0 0,6 5 0 0,-6-3 0 15,6-1 1 1,-6 0 0-16,0 0-2 0,7 0 0 0,-7 0 0 16,7 1 0-16,-7-6 0 0,6 6 0 0,0-5 3 15,1 4-1-15,0-3 1 0,-1 2 1 16,7-2 0-16,0-2 1 0,0 1-4 0,7 0-1 0,6 4 1 15,-7-3 0-15,7-1 0 0,7 0-4 0,-1-1 4 16,1 2 0-16,-1-1 0 0,14 0-1 0,-7 0 1 0,7-4-2 0,-1 5-1 16,1-2 2-16,0-3-1 0,6 0-2 0,-1 4 2 15,2-4 4-15,-1 4 0 0,7 1-1 0,0-2 1 16,6 6-1-16,0-6-1 16,0 2-1-16,6 3 1 15,1 0 0-15,-7-3-1 0,7 2 0 0,-1-3 0 0,1 5 1 16,6-1 0-16,-7 0 0 0,14 0 2 0,-6 0-1 15,6 1-1-15,-8-6-3 0,8 6 2 0,-7 2 0 16,0-2 1-16,7-1 0 0,-7 0 1 0,7 1 0 16,0-2-2-16,-1 2 0 0,1-1-1 15,0 0 2-15,-8 0-2 0,8 4 1 0,-6-4 2 16,-2 5 0-16,8-5-1 0,-6-5-1 0,-1 6 1 16,0-1-1-16,0-3-1 0,-6-2 0 0,-1 6 1 15,-6-5 1-15,0-1-1 0,-6-3 2 0,-6 5 0 16,-2-1 3-16,-5-4-2 0,-1 0-1 0,-5 0-15 15,-8 0-57-15,-6 0-82 0,0-4-116 0,-12-1-61 16,-8-2-31-16,-12-2-1 0,-21-7 45 0</inkml:trace>
  <inkml:trace contextRef="#ctx0" brushRef="#br0" timeOffset="40375.87">13644 8084 49 0,'0'-5'189'0,"0"1"22"16,0 0-34-16,6 1-33 15,-6-2-21-15,0 1-12 0,0-4-1 0,0 4 5 16,6-4 9-16,-6-1 7 0,0 6 8 0,0-1 12 16,0-5 21-16,8 6 28 0,-8-2 19 0,0-3 18 15,0 5 17-15,0-2 0 0,-8 5-25 0,8-4-44 0,0 0-44 0,0 0-39 16,0-1-28-16,0 1-12 15,0 1 3-15,-6 3 2 0,6 0-4 0,0-5-10 16,-6 5-18-16,6 0-21 0,-6 0-27 0,-1 0-20 16,-6 5-9-16,6-2-4 0,-5 6 3 0,-2-1 1 15,8 4 9-15,-8 1-2 0,2 3-5 0,-1-1-7 0,-1 2-6 0,8-1-4 16,-7 5-3-16,6-5-4 16,1 1-13-16,0-1-8 0,-1 0-11 15,7 0-18-15,0 0-16 0,0 1-7 0,0-5 6 0,0 4 4 0,7-4 3 16,-1 1 5-16,0-2-1 0,8-2-5 15,-8-5-7-15,14 1-10 0,-7-5-11 16,7 0-9-16,-2-5-2 0,2-3 0 0,0 0 8 16,5-4 11-16,-5-4 21 0,7 3 25 0,-1-7 24 15,-7 3 21-15,7 1 19 0,-6-8 16 0,0 3 10 0,-1 1 5 0,0-4 4 16,-6-1 4-16,1 4 0 16,-2-2 2-16,1-1 1 0,-6 2 8 0,-1 3 10 15,-6-2 10-15,0 1 18 0,0 3 12 0,-6 1 19 0,-1 0 7 0,1 3 8 16,-7 6 3-16,-1-1-5 0,2-1-6 0,-8 5-9 15,7 1-4 1,-7 3-5-16,-6 0-8 0,7 3-8 0,-1 5-4 16,1 0-10-16,-7 1-10 0,6 3-11 0,-6 4-8 15,7-4-5-15,-1 5-3 0,8-1-3 0,-8 0-3 16,6 1-1-16,2 2 1 0,-1 3-1 0,6-3-1 16,-6 2 1-16,13 3 1 0,-6-4 1 0,-1 5-1 15,7-4 1-15,0-1 0 0,7 4-1 0,-1-7-1 16,0 2-6-16,1-2-17 0,6-5-17 0,0 0-20 15,1-8-22-15,4 5-22 0,2-9-18 0,0 0-8 0,-1-5-3 16,7-3 4-16,-6-4 15 0,6 0 19 16,-7-5 22-16,8 1 24 0,-8-4 20 15,0 4 19-15,1-5 13 0,-7 1 13 0,0 0 13 0,0-1 14 0,1 1 9 16,-8 4 7-16,-6-5 1 16,0 9-8-16,0-4-9 0,-6-1-22 0,-2 5-38 15,-11 4-60-15,0 0-83 0,-8 8-44 0,-5 4-23 16,-7 5-2-16</inkml:trace>
  <inkml:trace contextRef="#ctx0" brushRef="#br0" timeOffset="43076.65">17174 10013 113 0,'-7'-4'192'0,"7"1"-14"0,0-2-37 0,-6 5-27 16,6-4-16-16,0 0-12 0,-7-1-7 0,7 2-5 16,0-2-6-16,0 1-3 0,-6 4-6 0,6-3-6 15,0-2-8-15,-6 1-9 0,6 0-4 0,-8 4-3 16,8-3-5-16,-6-2-4 0,0 5-4 0,-1 0 0 15,7-5-4-15,-6 5-3 0,-1 0-3 0,-6 0-2 16,7 0 0-16,-1 5-4 0,-6 0 0 16,7 2-2-16,-8 2 0 0,2 3 1 0,-1 0 1 15,-1 4 0-15,2 5 0 0,-2-2 0 0,2 6 2 16,-8 3-2-16,7-2 0 0,7 2 0 0,-8 4 1 16,1-3 0-16,7 4 0 0,-1-5 1 0,1 4 2 0,-1-3-1 0,7 0-3 15,-6-1 1-15,6-4-1 16,6 0 0-16,-6-3-2 0,7-1-1 15,-1-3 1-15,1-5 1 0,-1-1-1 0,7-2-9 0,7 0-9 16,-7-6-10-16,7-3-12 0,-2 0-11 16,2-3-12-16,7-2 1 0,-8-3 0 0,0-4 4 0,8-1 8 0,-8-3 9 15,8 0 11-15,-8-4 10 0,0 4 9 0,0-5 7 16,1 1 5-16,-6 0 2 0,5-1 0 0,-6-4 2 16,0 5-2-16,0-4 2 0,0 0 1 0,-7-1 2 15,1 0 5-15,0 1 11 16,-1 0 18-16,-6-5 26 0,0 5 24 0,0 3 22 15,0 2 13-15,-6-3 0 0,-1 6-13 0,-6 0-25 16,7 1-22-16,-8 2-25 0,2 0-17 0,-8 1-13 16,7 4-21-16,-7 5-47 0,0-2-88 0,-5 0-118 15,-1 5-63-15,0 5-32 0,-7 0-3 0,7 2 36 16</inkml:trace>
  <inkml:trace contextRef="#ctx0" brushRef="#br0" timeOffset="46624.04">12120 6635 61 0,'-7'-5'69'0,"1"5"-17"15,-1-4-13-15,1 4-9 0,-8-4-12 0,8 4-8 16,0 0-2-16,0 0-3 0,-2 0-4 0,2 0-1 15,0 0 2-15,6 0-1 0,-7 0-2 0,1-3 0 16,-1 3-1-16,0 0 6 0,1 0 7 0,0-5 6 16,0 5 9-16,6-4 1 0,-8 0 2 15,8 0-3-15,-6-1-4 0,0 2 2 0,6-1 4 0,0 0 10 0,-7-1 6 0,7 2 4 0,0-1 6 32,-7-5 9-32,7 6 3 0,0 3-2 0,0-5 2 15,0 5-1-15,0-4-9 0,0 4-16 0,0 0-14 16,0 0-10-16,0 0-9 0,0 0-5 0,0 0-3 0,0 0-4 15,0 0 1-15,0 0-2 16,0 0 2-16,0 0 0 0,7 4 1 0,-7-4 3 16,0 5 0-16,0-2 0 0,0 1 0 0,0 1-1 15,7 2-1-15,-7-2 1 0,0-1 1 0,6 3 0 16,-6-2 0-16,6 3-1 0,2 1 1 0,-2 2 0 0,0-3 0 0,0 4 1 16,1 1-1-16,0 0 1 15,-1-2 1-15,1 1-2 0,5 1-1 0,-4 0 1 16,4 2 0-16,-6-2 1 0,1-6-1 0,6 5 0 0,-6 1 1 0,6-4-1 0,0 2 0 15,-7 2 0 1,8-1 0-16,-2-4 0 0,1 5 1 0,1-6 0 16,-2 6 0-16,2-6 0 0,-2 6 0 0,2-4 1 15,-1 3-2-15,-1 0-1 0,2-5 1 0,-2 6-1 16,2 0 2-16,-8-6-1 0,7 5 1 16,1-3 0-16,-8 3-1 0,6-5 0 0,-4 6-2 0,4-5 1 0,-5 4-1 0,6-4 0 15,0 5 2 1,-7-5 1-16,8 4-1 0,-2 1 0 0,2-5 2 15,-8-1-1-15,7 6 0 0,0 0-1 0,0-6 1 0,0 5 0 16,-6-3-1-16,6 3-1 16,-7 0 0-16,7-4-1 0,-6 5 2 0,5-6-3 15,-4 6 0-15,4-5-1 0,-5 0-1 0,-1 4-2 16,8-4-1-16,-8 0-1 0,0 1 2 0,8-2 0 16,-8 2-1-16,0-1-5 0,8 4-2 0,-8-3-2 15,7-1 0-15,-7-1 1 0,1 2 2 0,0 3 4 16,5-4 5-16,2 0 1 0,-8 0 2 0,1 1-1 15,5 3 1-15,-5-3 0 0,6-2 1 0,-7 5 0 16,8-3 1-16,-8 3 0 0,1-5 0 0,6 6 1 16,-7 0 0-16,7-6 1 0,1 6-2 0,-8-2 1 15,7-2-1-15,0 3 0 0,0-4-1 16,0 4-1-16,0 1-1 0,0-5 2 0,-6 4 1 16,5-4 0-16,1 5 0 0,1-6 2 0,-2 6 0 15,2-5-1-15,-2 0-1 0,2 5 0 0,-8-6 0 16,7 1 1-16,1 5-1 0,-2-5 0 0,1 0 0 15,0 5 1-15,0-6-2 0,1 1 1 16,-2 0-1-16,2 1-1 0,-2-1 1 0,1 0 0 16,1 0 1-16,-2 0-2 0,2 1 2 0,-2 3 0 15,2-4-1-15,-8 1 1 0,7-2 0 0,1 2 1 16,-2 3-1-16,1-5 0 0,0 2 2 0,0-1-2 16,-7 0 1-16,8 0-1 0,-2 0 0 0,2 1 0 0,-1-1 0 0,0 0 0 0,0 0 1 15,-7 0 0 1,8 0 1-16,-8 1-2 0,7-2 1 0,-6 1 0 15,6 1-1-15,-7-1 0 0,7 1 0 0,-6 2 0 16,-1-3 0-16,7-3 0 0,-6 3 0 0,-1 0 1 16,7-1 0-16,-7 2 0 0,8-1-1 15,-8 1-1-15,8-6 0 0,-8 5 0 0,0 1 0 16,7-5 1-16,-6 5 2 0,0-6-1 0,5 5 1 16,-6-3-1-16,2 3 0 0,-2-1 0 0,0-3 0 15,1 5 0-15,6-1 0 0,-13-4-1 0,13 4 0 16,-7 1 1-16,1-6-2 0,0 6 1 0,-1-2 0 15,0-2 2-15,8 2-2 0,-8-2 1 16,1 3 0-16,-1-4 1 0,7 4-2 0,-6-4-1 0,-1 5 1 16,0-2-1-16,8-3 0 0,-8 5 0 15,7-1 1-15,-6 0 1 0,-1 0-1 0,7 0 1 16,-7 1 0-16,2 3 0 0,4-5-2 0,-5 6 1 0,6-5 0 16,-7 4 0-16,7-4 0 0,-6 5 0 15,6-5 0-15,0 0 1 0,0 5 0 0,0-6-1 0,0 6 0 16,0-5 0-16,1 0 0 0,-2 4 0 15,1-4-1-15,7 4 1 0,-8-4 0 16,8 5 0-16,-7-6 1 0,0 6 0 0,7-4 0 16,-7 3 0-16,7-5-1 0,-8 2 0 0,8 3-1 0,-7 0 1 15,7-4 1-15,-8 0-1 0,2 4 1 16,5-4 2-16,-5 5-1 0,-2-5-2 0,1 4-1 0,7 1 1 16,-8-5-1-16,2 3 1 0,-2-1 0 15,8 2 1-15,-7-5 0 0,1 5 2 0,4-3-1 16,-4 3-2-16,-1-4 2 0,7 4-2 0,-8-4 1 0,2 5 1 15,-2-6 1-15,8 6-1 16,-7-1 0-16,1-4 1 0,4 5-2 0,-4-1 1 16,5 0 0-16,-5-4 1 0,-2 4-3 0,8 1 1 0,-7-1 0 15,0-5-1-15,6 6 0 0,-5-4-2 0,5 2 2 16,-6-2 0-16,6 2 0 0,-5-2 0 16,6 3 0-16,-8-3 1 0,8 3-2 0,-7-5 1 15,7 2 0-15,-8 3 1 0,8-4 0 0,-7 4-1 16,7-3 0-16,-8 3 0 0,8-4 0 0,-7 4 0 15,0 0 0-15,6-3 0 0,-5 2 0 0,-1 2 2 16,0-5-1-16,0 4 1 0,7 0-1 0,-8 1 1 16,1-6 0-16,0 6 0 0,0-1-1 0,1-4 0 15,5 5 0-15,-6-6 0 0,0 6 0 16,0-5 0-16,0 4 0 0,7-3 0 0,-8-2 0 16,2 6-1-16,5-5 0 0,-5 0 0 0,4 4 2 15,-4-3-1-15,-1-2 1 0,7 6-1 0,-8-5 2 16,8 0-1-16,-7 4-1 0,7-4-1 15,-2 5 1-15,-4-6-1 0,6 6 0 0,-7-5 2 0,7 4-2 16,-8-3 2-16,8 3-1 0,-1-4 3 16,-5 5 1-16,4-6 0 0,-4 5-1 0,5-3 0 15,1-1 0-15,0 0-1 0,-8 5-1 0,8-6 1 16,-1 5 0-16,-5-3 2 0,5-1-1 0,1 3-1 0,-8-2-1 16,2 4 1-16,6-6 1 0,-8 5 0 0,8-4-2 15,-7 5-1-15,-1-1 1 0,2-4 2 16,5 5-3-16,-6-2 2 0,0-2 0 0,1 4 1 15,5-6 0-15,-6 5-1 0,0 0-1 0,7 1 0 16,-8-5 2-16,2 4-2 0,5 0 0 16,-6-3 0-16,6 2-1 0,-5 2 1 0,5-4-2 0,-6 2 1 15,6 2 2-15,-5-6 0 0,6 6-1 16,-1-5 0-16,-6 4 0 0,6 0-1 0,-5 0 1 16,5 1-2-16,1-5 1 0,-8 4-1 0,8 0 1 15,0 0 0-15,-7-3-1 0,7 3 0 0,-2 0 1 16,2-4 0-16,0 5 0 0,-1-5 0 0,-5 4 0 15,5-4 0-15,1 4 0 0,0-3-2 16,-2 3 1-16,2-5 0 0,-7 6 0 0,7-4 0 16,0-2 2-16,-8 5 0 0,8 1-1 0,-7-5 0 15,7 4-1-15,-8-4 0 0,8 5-1 0,-7-6 0 16,0 2 2-16,6 3 0 0,-5-4 0 0,5 1 0 16,-6 2 0-16,6-3 0 0,1 1-2 0,-7-2 1 0,7 6 0 15,-8-5 1-15,8 0-2 0,-7 4 1 16,7-4 1-16,-8 1-1 0,8 2 0 0,0-2 0 15,-7 0 1-15,7 3 0 0,-1-5-1 0,-6 6 0 16,7-1 1-16,-1-4 0 0,1 4 1 0,-1 0-1 16,1-3 0-16,0 3 1 0,-1-4-1 0,0 4 0 15,8 0-1-15,-8-4 0 0,7 5-1 0,-6-1 0 16,6-4-1-16,-7 5 1 0,7-2 1 16,0 2 0-16,-6-1-1 0,6 1 1 0,-7-1 1 15,7 0 1-15,1 4 2 0,-7-4-1 0,5 5 4 16,1-5 2-16,-6 4 2 0,6-4 2 0,0 4 1 15,-1 1 1-15,2 0 0 0,-1-6-2 0,0 6-2 16,0-1-2-16,0 0 0 0,0 0 0 0,7 1-1 16,-8-1 0-16,8-3-1 0,-7 2-1 0,7 1 1 15,-1 1 0-15,1-1-1 0,0 1 1 0,0-1 2 16,-1 0 0-16,1 0 2 0,-1-3-2 0,1 2 4 16,-1 3-2-16,-6-6 1 0,7 4 0 15,-1-3 0-15,-5 3 1 0,5-4 1 0,-6 0 2 16,7 4 2-16,-8 1 4 0,9-2 3 0,-9-2-3 15,1 3 1-15,6-4-2 0,-5 5-2 0,-1-1-3 16,0-3-3-16,0 3-1 0,-1-4-4 16,2 0 2-16,-1-1-2 0,0 2-1 0,-6-1-1 0,6 1 0 15,-7-1-1-15,7-4-1 0,-6 0-2 0,-1 0-2 16,1 1 1-16,0-2 0 0,-1 2-1 0,-6-1 0 16,0 0 0-16,0-5-30 0,-6 7-95 15,-1-3-115-15,-6 5-62 0,-6-3-34 0,-1-1-17 16,-12-4 22-16</inkml:trace>
  <inkml:trace contextRef="#ctx0" brushRef="#br0" timeOffset="113932.36">4447 9874 34 0,'0'-3'126'16,"-6"3"-29"-16,6-4-22 0,-6 4-8 0,-1 0-2 15,7-5-1-15,-6 5-4 0,6 0-2 16,-7-3 3-16,7 3-1 0,-6 0-1 0,6 0-2 16,-7-5-1-16,7 5-2 0,-6 0-7 0,6 0-5 15,0 0-7-15,0 0-9 0,0 0-6 0,-6 0-6 16,6 0-5-16,0 0-6 0,0 0-3 0,0 0 0 15,0 0 0-15,0 0 0 0,0 0 0 0,0 0 1 16,0 0-1-16,0 0 0 0,0 0 0 0,0 0 0 16,0 0 2-16,0 0-2 0,0 0 2 15,0 0-1-15,0-4 1 0,0 4 5 0,0 0 2 16,6 0 5-16,-6 0 2 0,0-4 1 0,0 1-2 16,0 3-1-16,6-5 0 0,-6 1 3 0,0 1 7 15,0-2 9-15,7 5 8 0,-7-5 8 0,0 5 6 16,0-3 5-16,0 3-1 0,0 0-6 0,0 0-7 15,0 0-7-15,0 0-10 0,0-5-10 0,6 5-9 16,-6 0-6-16,7-3-3 0,-1-2-1 16,1 1 0-16,-1 1 1 0,8-6 1 0,-8 5-2 15,7 0 0-15,0-5 0 0,0 6-1 0,0-1 0 16,0-1 1-16,0-2 3 0,6 2-3 0,-6 1-1 16,7 4 0-16,6-3 0 0,-6 3-1 0,-7 0-1 15,7 0 2-15,-2 3-1 0,2 1 0 0,-7 4-1 16,1-4 0-16,-2 5-1 0,2 3 1 0,-2-4 3 15,-5 4 0-15,-1 0 0 0,1 6 1 16,-7-3 1-16,0 1 0 0,0 0 0 0,0 6 0 16,-7-3 0-16,1 2 1 0,-1-1-1 0,1-4 0 15,0 5-1-15,-8-1 1 0,8-3 0 0,-7-5 0 16,0 4 0-16,6 0-1 0,-6 0-1 0,0 0 1 16,1-3 1-16,4 3-2 0,-4-4 0 0,5 1 1 0,1-1 1 15,-8 4-1-15,8-3-1 0,6-2 0 16,-6 6 0-16,6-5-4 0,-6 4-3 0,6 1-5 15,6-1-7-15,-6 8-5 0,0 1-22 16,0-1-36-16,0 0-43 0,0 1-44 0,0 0-44 0,0-1-59 16,6-3-17-16,0-1 15 0,-6 0 36 15</inkml:trace>
  <inkml:trace contextRef="#ctx0" brushRef="#br0" timeOffset="114133.62">4715 10913 142 0,'-7'3'355'0,"7"-3"72"15,-6 0 54-15,-1 0-52 0,0 0-45 0,1 0-17 16,6-3-26-16,-6 3-40 0,0 0-35 0,-2 0-38 16,8-4-61-16,0 4-111 0,0 0-181 0,0-5-199 15,0 1-209-15,0 1-108 0,8-6-50 0,-8 6 20 0,0-10 116 16,-8 5 161-16</inkml:trace>
  <inkml:trace contextRef="#ctx0" brushRef="#br0" timeOffset="131164.19">4546 11849 57 0,'-14'-16'244'0,"8"0"25"0,-7-1 10 0,6 0-69 16,-6 6-44-1,7-5-23-15,-7 3-13 0,6 0-10 0,1-2-3 16,0 2-11-16,-2 1-13 0,2-1 16 0,0 6 22 15,-1-2 18-15,7 1 21 0,-6 0 21 0,6 5 16 16,0-2-17-16,0 1-30 0,0 4-28 0,0 0-33 16,0 0-30-16,0 4-20 0,0 1-13 0,6 6 0 15,-6 2-6-15,7 7-1 0,-1 0-5 0,-6 4-3 0,14 5-8 0,-8-5-10 16,0 5-1-16,7-1-1 0,-6 1 2 0,6 0-4 16,-7-1 3-16,8 1-2 15,-2-1 1-15,2-3-4 0,-8 4 0 16,7-6 1-16,-7 3-8 0,1-2-13 0,6-4-12 0,-7 0-16 15,2-4-21-15,-2 1-15 0,0-5-2 0,0-4 9 0,1-4 11 16,0 1 15-16,-1-5 18 16,-6-5 16-16,7-3 9 0,-1-1 3 0,0-2 5 15,2-2-2-15,-8-3 5 0,6-1 0 0,0-2 0 0,-6-2 6 16,6 1-5-16,1-5 2 0,-7 1-4 16,7 4-2-16,-7-9-2 0,6 5-3 0,-6-1 1 0,7-3 4 0,-7 4 1 15,6-1 5-15,-6 0-2 16,0 1 2-16,7 3 2 0,-7 1-5 15,7 4 2-15,-7 3-3 0,6 1-2 0,-6 4-1 16,0 4 0-16,6 0 1 0,0 4 4 0,2 0 1 16,-2 4 6-16,0 5 1 0,1 3 3 0,6 0-5 15,-6 5-5-15,5-1 0 0,-6 0-2 0,8 1-1 16,-1-2-1-16,0 5 3 0,0-3 1 0,1 4 2 16,-2-6-4-16,1 2 1 0,0 3 1 15,0-3 0-15,-7 0-2 0,8-6-3 0,-2 5 6 0,-4-3-4 16,4-2-2-16,-5 1 1 0,-1-2 2 0,8-3 2 15,-8-3-2-15,0 1 0 0,0-2 0 16,2-6 0-16,-2 3 0 0,0-9-1 0,1 2 1 0,-7-3 2 0,7-2-1 16,-1-4 2-16,-6 0 0 15,0-3-2-15,0-3 0 0,7 2-4 0,-7-4 3 16,0-5-3-16,0 0-3 0,0-3 4 16,0 0 0-16,0-5 2 0,0 0-1 0,0 1 0 15,0 0 2-15,0 3-4 0,0 0 0 0,0 4-6 0,0 5-53 0,0 4-70 16,6-1-74-16,-6 9-64 15,0-1-60-15,0 10-42 0,6-1-5 0,-6 4-1 16,0 4 32-16,0 4 45 0,0 4 48 0</inkml:trace>
  <inkml:trace contextRef="#ctx0" brushRef="#br0" timeOffset="132565.68">5236 11699 117 0,'12'0'117'0,"-4"0"-39"0,4 3-11 16,-5-3-5-16,6 4-4 0,0 0 0 16,-7 1 2-16,8-2-4 0,-2 6-17 0,-5-1-13 0,6 0-4 0,-6 0 10 15,5 0 7-15,-5 0 4 16,0 1 1-16,-1 3 3 0,0-4-2 0,2 1-4 16,-2 3 10-16,0 0 8 0,1-5 3 0,-1 6 2 0,-6-5 1 15,7 0-9-15,-7 1-19 16,6-2-13-16,-6-3 11 0,0 1 19 0,7-2 24 15,-7-3 29-15,0 5 30 0,0-5 11 0,0 0-11 16,0-5-20-16,0 2-26 0,0-2-28 0,0 1-33 16,0-3-14-16,0-2-6 0,0-4-3 0,0 1-4 0,0 1-1 0,0-6-1 0,0 1-3 15,0-4-2-15,6 0-2 0,-6-1 2 16,6 1-5-16,-6-5-6 16,8 1-18-16,-2 0-28 0,0-1-32 15,1 0-31-15,6 6-29 0,-7-2-24 0,1 4-7 16,-1 1 6-16,1 4 7 0,0 0 14 0,5 0 15 15,-5 3 19-15,0 5 19 0,5 1 19 0,-5-2 21 0,-1 5 18 0,1 0 16 16,0 0 12-16,-1 5 10 16,0-5 7-16,2 3 3 0,-2-3 2 0,0 4 3 15,0 0 3-15,-6 4 5 0,7-3 21 0,0 6 19 0,-7-2 18 0,0-1 17 0,6 4 11 32,-6 0 7-32,0 5-8 0,0-4 0 0,-6 2-2 15,6-2-5-15,0 3-3 0,-7-3-3 0,7 2-10 0,-7-2-15 0,7-1-14 16,0 0-12-16,-6 0-12 15,6 0-10-15,0 0-6 0,0-3-4 0,0 3-2 16,0 0-2-16,0-4 2 0,0 5-1 0,6-6-2 16,-6 2 1-16,7-5-1 0,0 4-1 15,-1-3-2-15,1-2 1 0,-1-3 0 0,8 0-1 16,-8-3-1-16,6-2 0 0,-5 1 0 0,6 0 0 16,-6-5 3-16,5 2-2 0,-4-6 1 0,-2 1 0 15,0 0 1-15,0-4 1 0,2 3-1 0,-2-3 0 16,0-1 1-16,1 1 0 0,-7 0-1 0,6 1 0 15,1-2 0-15,-7 1-1 0,7 3 2 0,-7-3-2 16,6 3 2-16,-6 1 0 0,6 4 1 0,-6-3 0 16,7 2 0-16,-7 5-1 0,7 0 1 0,-7-1 0 15,6 1 0-15,0 4 1 0,1 0 0 0,0 4 1 16,-1-4 1-16,1 9-3 0,-1-5 0 16,0 5 1-16,2-2 0 0,4 2-3 0,-6-1 1 15,1-1 0-15,6 6-1 0,0-5 0 0,1 0 1 16,-2 0 3-16,2-3 0 0,-2 2-1 0,8-7 1 15,-7 5-2-15,7-5 0 0,-1-5 0 16,1 2 1-16,-1-1-1 0,0-5 0 0,-5 1 1 16,5-4 1-16,-6 4 0 0,6-4-3 0,-5-1 1 15,-1 2 0-15,0-2-2 0,-7-3 1 0,1 4 1 16,-1-1 2-16,0 1 1 0,-6-1-2 0,0-3 1 16,0 4-2-16,-6 0 0 0,6 0 2 0,-6-1-2 15,-1 5 0-15,1 1 2 0,-1-2 0 0,1 2 0 16,-7 2 0-16,7 1 0 0,-2 4 1 0,2 0 0 15,-7 4-1-15,6 1 1 0,1 6-1 0,0-2 0 16,-1 7 1-16,7 0 0 0,-6 5-1 0,6-1-1 16,0 0-1-16,0 9 2 0,0-1-1 0,6 1-2 15,-6-1 1-15,0 5 0 0,7-9-1 16,-7 9 2-16,6-5 0 0,0 1-1 0,1 4-1 16,0-6 1-16,-1 2 0 0,0-1-2 0,2-3 0 15,4 3 2-15,-5-3 0 0,-7-1 2 0,6 1 1 16,-6-1-2-16,7-4 2 0,-7 1-1 0,0-5 0 15,0 1-2-15,-7-5 3 0,1 0-1 16,-1-4-1-16,1 0 2 0,0-3-2 0,-2-5 0 0,-4 0-1 0,5-5-1 16,-6-3-1-16,7 0 0 0,-7-4 2 15,6-5-2-15,-6 1 2 0,7-4-2 16,-1 0-1-16,7-9-2 0,-7 1-4 0,7-5 2 16,0 0-15-16,0-3-21 0,0-4-22 0,7-2-17 15,-7-3-12-15,7 1-8 0,5-5 8 0,-5 4 22 16,6 0 22-16,0 1 20 0,0 3 13 0,0 4 11 15,1 4 6-15,-2 5 5 0,-5 3 2 0,6 5 1 16,0 8 5-16,-7 0 1 0,8 8 15 0,-2 1 20 16,-5 6 13-16,6 5 10 0,-6 4 6 0,-1 0 10 0,7 4-5 0,-6 6-14 15,-1-2-9-15,0 0-7 16,1 4-8-16,0 1-12 0,6-1-13 16,-7 0-8-16,0 1-5 0,1-1-4 0,0 1-1 15,-1-1-2-15,0 1-1 0,8-4 1 0,-8 2-1 16,7-2 1-16,-6 4-2 0,6-6 1 0,-1-2 1 15,-4-1 0-15,4-4 2 0,1-3 1 0,0-5 1 16,0-4 0-16,1 0-2 0,-2-9-2 0,2 5-3 0,-2-3 0 0,1-6-3 16,1 0 1-16,-8-2 3 0,7-1 2 15,-6-6 0-15,5-2 0 16,-5 1-1-16,-7-3-2 0,7 2-5 0,-1-4-3 16,-6 3-1-16,0-4-1 0,-6 5 3 0,6 5 0 15,-7-2 4-15,0 9 3 0,-5 0 3 0,5 3 0 0,-6 5 0 0,7 8 1 0,-8 0 1 16,1 8 1-1,1 0-2-15,-2 4-1 0,8 1 0 0,-7 7 0 16,6 1-20-16,1-1-37 0,-1 1-52 0,7-1-66 16,0 1-87-16,0-1-59 0,7 1-11 0,6-1 19 15,0-4 46-15</inkml:trace>
  <inkml:trace contextRef="#ctx0" brushRef="#br0" timeOffset="135487.16">15129 6024 11 0,'0'0'138'0,"6"0"-14"0,-6 0-43 0,7 0-5 0,-7 4 3 15,6 0 0-15,1-4-1 0,-1 5-2 16,-6-2-3-16,6 1-26 0,2 4-17 0,-2-4-10 15,0 1-5-15,1 2-2 0,-7-2-4 0,7 3-3 16,-1-4-1-16,7 5-1 0,-7-6 0 0,8 6-2 0,-8-2 1 16,7 2 2-16,0-1 0 0,0 4-1 15,0-4 0-15,0 5 0 0,1-2 0 0,-2 2-2 16,1 3-1-16,0 1 1 0,0 3 1 0,7 0-2 16,-8 1 3-16,2-2-2 0,5 6-1 0,-5-1-1 15,4 5 0-15,2-1-1 0,0 1-1 0,7 4 1 16,-2 0 1-16,-5-1 1 0,6 0-1 15,0 5 0-15,0-1 0 0,-1 5 0 0,2-4 0 16,-1 3 0-16,6 1-1 0,-5 0 1 0,-1-1-2 16,0 1 2-16,6 0-1 0,-5 3 1 0,5 2 2 15,-6-2 1-15,7 1 1 0,-1 0-1 0,1 4-1 16,-1 0-1-16,7 0-1 0,0 0-1 0,1-1-2 16,-1 6 1-16,-1-6 2 0,9 5-2 0,-2-4 2 15,1-1-3-15,-1 2 3 0,0-1 0 0,1-1 0 16,-1 5 1-16,1-4-1 0,-1 4 2 0,2-5 0 15,-2 6-2-15,-6-6 1 0,7 6-2 16,0-6 0-16,-7 1 0 0,6-4 0 0,-6 0 1 0,0 0-3 16,6-5 1-16,-5-3 1 0,-1-1-1 15,-7 1 1-15,7-1 0 0,-6-7 0 0,7 4 1 16,-15-5 1-16,7 1 0 0,-5-5-3 0,-1 1-1 16,-6-5-28-16,-1-4-53 0,-6 0-73 0,0-7-40 15,-7-1-19-15,1-4-8 0</inkml:trace>
  <inkml:trace contextRef="#ctx0" brushRef="#br0" timeOffset="136116.02">15045 5727 84 0,'0'-16'133'16,"0"4"-55"-16,0-1-37 0,0 5-16 0,0 0-8 16,0-1-1-16,0 6-2 0,0-2-1 0,0 5 1 0,0 0-3 15,0 0-3-15,0 5-7 16,0-2 2-16,0 6 1 0,0-1 16 0,6 4 19 16,-6 4 12-16,6 5 6 0,1-1 2 0,6 8 1 15,-7 1-16-15,7 3-19 0,1 6-8 0,-2-3-4 16,8 6-5-16,-1 4-2 0,7 0 0 0,0 4-2 0,1-1-3 15,5 6 0-15,1-2 2 0,-1 5 1 16,7 1-2-16,1 2 2 0,5 6-2 16,1 0-1-16,-1-2-1 0,8 5-1 0,-2 1 1 15,1 2 1-15,7-2 7 0,0 8 42 0,-7-1 22 16,6 0 12-16,1 8 7 0,-1 1 3 0,1-1-7 16,0 1-39-16,-1 3-22 0,7 1-11 0,-6-5-6 15,6 5-4-15,0 0-3 0,0-1-2 0,-6 1 0 16,0-1 0-16,6-3-2 0,-13-4 1 0,7-2 0 15,-7 2 2-15,6-5-1 0,-6-4 1 0,1-4-1 16,-8 1-1-16,7-1 2 0,-7-4-2 0,8-4 0 16,-7-4 0-16,-1 1 1 0,-6-10 0 0,7 1-1 15,-7-4-1-15,-7-8 0 0,1-1 1 0,-7-3-1 16,0-4 2-16,0-1-1 0,-7-8-1 0,-5-4-8 0,-2 0-59 16,-4-8-115-16,-8 1-63 0,-8-5-32 15,2-4-17-15,-6-4 2 0</inkml:trace>
  <inkml:trace contextRef="#ctx0" brushRef="#br0" timeOffset="137360.68">25654 6663 4 0,'-7'0'33'0,"7"0"-2"0,-6 4 0 15,6-4 2-15,-7 4-1 0,7-4 1 16,-7 0 3-16,7 5-5 0,0-5-1 0,0 3 8 0,0-3 15 0,0 4 13 15,0-4 9-15,0 4 9 16,0 1 14-16,0-5 6 0,0 4-8 0,0-1-13 16,7-3-10-16,-7 5-10 0,0-2-21 0,0-3-12 15,0 5-7-15,0-1-1 0,7 0 1 0,-7-4-2 16,0 5 0-16,0-2-2 0,6 1-4 0,-6 1-4 16,0-5-1-16,0 3-3 0,7 1-3 15,-7 1 0-15,0-1-1 0,0-4 1 0,6 3-3 0,-6 1 1 16,0-4-1-16,0 5 1 0,0-1 0 0,6-1 0 15,-6-3-2-15,0 5 1 0,0 0 2 16,7-5 17-16,0 3 75 0,-1-3 50 0,0 4 29 0,14-4 17 0,-7-4 8 16,13 1-15-16,0-2-73 15,13-7-48-15,7 0-28 0,-1-1-18 0,20-7-9 16,14 4-8-16,6-5-58 0,6-3-104 0,7 3-125 0,5-3-106 0,2-4-56 16,5-1-25-16,1 1 36 15,0-10 96-15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2-27T05:15:15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21048 2565 64 0,'0'0'158'0,"0"0"-30"0,0 0-33 16,0 0-21 0,0 0-6-16,0 0 0 0,0 0 3 0,0 0 2 15,8 3 2-15,-8-3-9 0,0 0-10 0,0 0-13 16,0 0-9-16,0 0 2 0,0 0 6 0,0 0 14 16,0 0 14-16,0 0 18 0,0 0 16 15,0 0 8-15,0 0 3 0,0 0-7 0,0 0-11 16,0 0-14-16,0 0-17 0,0-3-20 0,0 3-9 15,0 0 7-15,0 0 13 0,0 0 24 0,0 0 24 16,0 0 21-16,0 0 16 0,0-5 6 0,0 5 3 16,0 0-16-16,0 0-20 0,0-4-23 15,6 4-24-15,-6-4-21 0,6 0-23 0,1-5-16 16,-7 6-5-16,7-6-1 0,-1 5 2 0,1-4-1 16,5 4-3-16,-5-4 0 0,0 4-2 0,5-4 1 15,-5 4-3-15,6 0 1 0,0-1-1 0,0 2 2 16,-6 3 0-16,5-5-1 0,2 5 2 0,-1 5 0 15,0-2 1-15,0 2 0 0,-1-1-1 0,2 4-1 16,-8 0-1-16,8 4 1 0,-8-4 0 0,1 8-2 0,-1-3 4 0,-6 3 0 16,6 0 1-16,-6 5-3 15,-6-1 0-15,6-4 2 0,-6 5-4 0,-7-1 1 16,6 0 0-16,-6 1 4 0,-1-1-4 16,-5 1 2-16,6-5 3 0,-6 4-2 0,-1-7 0 0,0 2 1 0,1 1 3 0,-1-3-2 15,1 0-2 1,0-6 2-16,-1 6 2 0,1-10-4 0,5 6 0 15,-5-5 0-15,6 0 1 0,6 1 5 0,-5-5-3 16,4 3 3-16,2-3-1 0,6 0-1 16,-6 4-3-16,6-4-5 0,0 0 2 0,0 0-6 0,6 0 1 15,8 0 1-15,-8 0 2 0,13-4 3 16,1 4 0-16,0 0 0 0,6-3 3 0,-1 3-2 16,8 0-2-16,-1 0-7 0,-6 0-29 0,7 0-33 0,-1 0-47 0,-5 0-50 0,5 0-61 15,-6-5-65 1,1 5-46-16,-1-4-54 0,0 0-41 0,-7 4 7 15,1-4 41-15,-8-1 56 0</inkml:trace>
  <inkml:trace contextRef="#ctx0" brushRef="#br0" timeOffset="560.44">21616 2682 22 0,'6'-8'195'0,"-6"0"8"0,6 0-23 0,2 3-73 16,-2-3-48-16,0 4-23 0,7 4-8 0,-6-3 3 16,6 3 4-16,-7-5 4 0,8 10 5 0,-2-5 0 15,-6 3-3-15,8 1-6 0,-8 4-6 16,1 5-5-16,-1-1-5 0,-6 0-3 0,7 5-4 16,-7-1-5-16,0 1-2 0,-7-1-2 0,1 3 0 15,-1 3-2-15,-6-3 0 0,6-2-1 0,-5 3 1 16,-2 1 0-16,2-5 0 0,5-4-1 0,-6 4 1 15,0-3 0-15,7-6-1 0,0 5 0 16,-2-7 0-16,2 3 1 0,0-4 1 0,6 1 1 16,-7-5-1-16,7 0-1 0,7 0-1 0,-1-5 0 15,0-3-1-15,2-1 1 0,4 2 0 0,1-5 0 16,7-1 0-16,0 1 0 0,-2-4 0 0,2 3-2 16,0-3 2-16,-1-1 0 0,1 6-1 0,-1-9 2 15,1 4 0-15,0-1 0 0,-8-4-1 0,8 2 0 16,-1-3 2-16,-5 3 9 0,-2 2 28 0,2-3 38 15,-8 8 46-15,7 0 60 0,-7 3 50 16,-6 1 26-16,8-1-8 0,-8 6-28 0,0-1-41 16,0 4-57-16,-8 0-49 0,2 0-32 0,0 4-20 0,-1 4-7 15,-6 0-5-15,0 5-1 0,1-1-1 16,-2 0-1-16,-5 4-1 0,5 0-1 0,8 1-2 16,-7-1-2-16,0 0 2 0,0 0-5 0,6 5 0 15,1-4-2-15,-7-1 0 0,13-4 0 0,-6 4-2 16,6 0 1-16,-7-3 2 0,7-1-3 0,0-1 5 15,7 6 1-15,-7-5-1 0,6 0-1 0,0-3-4 16,1 3-3-16,-1 0-20 0,8-4-51 16,-2 0-58-16,2 0-63 0,-2-4-64 0,8 1-65 15,-1-5-54-15,1 0-40 0,0 0 12 0,-1 0 40 0,7 0 53 16</inkml:trace>
  <inkml:trace contextRef="#ctx0" brushRef="#br0" timeOffset="852.02">22188 2877 59 0,'-12'0'282'16,"5"-3"28"-16,1-6 23 0,-1 5-73 15,0 4-76-15,7-4-62 0,-6 0-39 16,6 4-22-16,6 0-6 0,-6 0 2 0,14 0 11 0,-8 0 5 15,7 0 5-15,7 0-3 0,6 0-14 0,0 4-17 16,-1-4-20-16,2 0-11 0,5 4-8 16,-6-4-2-16,1 0-3 0,5 0-2 0,-6 4 2 15,0-4-1-15,1 0 1 0,-8 5 0 0,7-1-2 0,-6-4-3 16,-1 0-4-16,0 0-24 0,1 0-36 0,-7 0-48 16,1-4-53-16,-2-1-52 0,-6 1-42 0,8 0-36 15,-8-4-17-15,-6 3 19 0,0-2 39 16</inkml:trace>
  <inkml:trace contextRef="#ctx0" brushRef="#br0" timeOffset="1122.04">22534 2707 42 0,'0'-5'157'0,"-7"2"-11"0,7-6-21 15,-6 5-2-15,6 4 12 0,0-4 20 16,0 0 21-16,0 4 14 0,0-4 17 15,0 4 12-15,0-4 10 0,6 4-3 0,-6 0-8 0,0 0-21 16,0 0-31-16,0 0-37 0,0 0-37 16,0 0-34-16,-6 0-24 0,6 4-10 0,0 0 22 15,-7 4 41-15,7 5 20 0,-6-1 12 0,0 0 6 16,-2 5 0-16,2-1-32 0,0 3-43 0,-1 3-25 16,1-3-12-16,-1 2-9 0,1 3-10 0,6 1-50 0,-7-1-91 15,7 0-104-15,0-3-108 16,-6-1-104-16,0 0-113 0,6 1-10 0,-8-1 56 0,8-4 89 15,0-3 97-15</inkml:trace>
  <inkml:trace contextRef="#ctx0" brushRef="#br0" timeOffset="2555.62">23107 2433 175 0,'-7'-3'187'0,"7"-2"-31"16,0 5-51-16,0-4-21 16,0 4-14-16,-6 0-1 0,6-3 3 0,0 3 4 15,0 0-1-15,0 0-6 0,6 0-10 0,-6 0-13 16,0 0-11-16,0 0-11 0,7 0-6 0,0-5-4 15,-7 5-2-15,6 0 0 0,1 0 3 0,5 0 2 16,-5 0 2-16,6 5 0 0,-7-5-1 0,1 3-3 0,6-3-3 16,-6 4-4-16,-1 1-3 0,0-2-2 15,1 1-1-15,0 5-1 0,-1-1-1 0,-6 1 4 16,6-2-2-16,-6 6 1 0,-6-1-1 16,6-1 0-16,-6 2 1 0,-1 4-2 0,0-5 2 15,-5 0 0-15,-1 0-1 0,-1 5-1 0,8-6 0 0,-7-2 1 16,0 3-1-16,0-4-1 0,0 4 2 15,6-3 0-15,-5-1-2 0,4-4-1 0,2 4-1 16,6-4 0-16,-6 4 0 0,6 0-2 0,0-4 1 16,6 4 1-16,0 1 1 0,2-2 0 15,-2 2 0-15,7-1 1 0,0 0 0 0,6 5 0 0,-5-5 0 16,-2-1 0-16,2 2-1 0,-1-2 1 0,-1 3-1 0,-5-3 1 16,0-3 0-16,-1 4 1 15,0 1 1-15,-6-1 1 0,0 0 1 0,-6-5 0 16,0 6 0-16,-1-1 0 0,-6-4 0 0,0 1-1 15,7 2 1-15,-14-2-1 0,7-1 1 0,-6 0-2 16,6-1 0-16,-7-3-2 0,0 5 0 0,8-5-2 16,-8 4-2-16,7-4-4 0,-1 0-24 0,8 0-43 0,-6-4-60 15,12-1-82-15,-8-2-52 0,16-2-23 0,-2 2 9 16</inkml:trace>
  <inkml:trace contextRef="#ctx0" brushRef="#br0" timeOffset="3111.28">23648 2478 202 0,'0'0'257'0,"0"5"10"0,-7 3-48 0,7-4-86 16,-7 4-60-16,1 0-33 0,6 4-17 0,-7-3-8 16,7 2-5-1,-6 2-3-15,6-1-4 0,6 1 0 0,-6-1-1 16,7 4 1-16,6-4-1 0,-6 5-1 0,12-5 0 15,-6-4 2-15,7 4-3 0,-1-4-1 0,1-4 0 16,6 0-1-16,-7 0 2 0,7-4-1 16,-6 0 0-16,6 0-1 0,-7-4 2 0,7 0 2 15,-6-4 0-15,-1 0-2 0,-5 0 2 0,5 0 3 0,-6-4-3 0,0 3 1 16,-7-3-1-16,8 0 1 16,-8 3 10-16,0-3 20 0,2 0 16 0,-8 0 19 15,6 4 18-15,-6-1 10 0,6 2 6 0,-6-2-8 16,0 1-11-16,0 4-17 0,0 4-16 0,0 0-10 15,0 0-15-15,-6 8-9 0,0 1-8 0,-2 2-4 0,2 6 2 0,0 4-2 16,0 3-3 0,-8 4-1-16,8 1 1 0,-7 3 0 0,6 5 1 0,-6 0 1 15,1 3 2-15,-2 1 0 0,-5 0-1 0,5 3 1 0,2-3-2 0,-2 0 1 16,2-1-1-16,-2-3 0 0,1 4-2 16,1-4-1-16,-2-1 0 15,2-3-1-15,4-4-2 0,-4-1 1 0,-1 1 1 16,0-9 1-16,6 0 2 0,-5-4-2 0,-2 0 1 15,8-3 0-15,-7-5-1 0,6-4-2 0,0-4 1 16,-5 0 1-16,5-8-1 0,0-1 0 16,1-2-1-16,0-2 1 0,6-3 0 0,-7-4 0 15,7 0-1-15,0-6 1 0,7 7-1 0,-7-6 0 16,6-4-3-16,0 1-2 0,8-5-16 0,-2-3-27 16,2-1-30-16,5 0-35 0,7 0-33 0,0-3-33 15,1 4-22-15,5-1-14 0,1 5-21 0,-1-5-15 16,1 8 7-16,-1 1 20 0</inkml:trace>
  <inkml:trace contextRef="#ctx0" brushRef="#br0" timeOffset="3280.2">24469 2600 170 0,'6'0'230'16,"0"0"7"-1,1 5-61-15,-1-5-64 0,1 4-43 0,6-4-26 16,-1 3-9-16,2 2-7 0,5-1-5 0,1 0-4 15,0 4-8-15,6-3-3 0,-7 2-7 16,1-2-20-16,-1 3-40 0,1 0-65 0,-7 0-66 0,0-4-34 0,-1 4-16 0,-4 0 5 16</inkml:trace>
  <inkml:trace contextRef="#ctx0" brushRef="#br0" timeOffset="3442.01">24351 2865 183 0,'-13'5'245'15,"0"-1"9"-15,7-4-57 0,6 3-73 16,0-3-44-16,0 5-26 0,12-5-10 0,-5 0-7 16,13 4-2-16,-1-4-5 0,0 4-10 0,14-4-13 15,-7 3-35-15,13-3-63 0,-7 5-96 16,8-1-50-16,5 0-26 0,-6-4-9 0</inkml:trace>
  <inkml:trace contextRef="#ctx0" brushRef="#br0" timeOffset="3888.05">25627 2593 235 0,'14'-12'361'0,"-8"-1"39"16,-6 1 27-16,7 4-106 0,-1-1-106 16,-6 6-74-16,0 3-47 0,0 0-37 0,0 0-26 15,0 3-18-15,0 6-5 0,-6 3-2 16,-1 0-2-16,1 5 2 0,-1 3-1 0,-6 0 1 0,7 4-2 16,-8 1-1-16,8-1-2 0,-7 1-3 15,0 4-2-15,0-1-2 0,-1 1-11 0,2-1-30 16,5-4-37-16,1-3-39 0,-1-5-40 0,7-3-45 15,0-2-48-15,7 1-49 0,-1-7-14 0,1 2 12 16,5-7 28-16</inkml:trace>
  <inkml:trace contextRef="#ctx0" brushRef="#br0" timeOffset="4194.1">26063 2682 223 0,'0'0'266'0,"-6"-4"9"0,0 4-46 16,-8 4-88-16,2 0-60 0,-1 0-33 16,-1 5-16-16,8-1-6 0,-6-1-7 0,-2 2-3 15,8 3-2-15,-1 0-1 0,0 0 0 0,7 0-1 16,0 1 0-16,0 3-2 0,7-3 1 0,6-1 0 16,1 0-2-16,4-5-2 0,2 6-2 0,7-9-1 15,-1 5-1-15,-1-5-1 0,8-1-1 16,-1-3 4-16,-6 0 29 0,7 0 36 0,-7-3 48 15,6-6 44-15,-5 5 38 0,-1-4 19 0,-6-4-1 16,-8 4-18-16,1-5-35 0,1-3-34 0,-14 4-31 16,0-9-23-16,0 6-29 0,-14-6-20 0,-5-3-41 0,-1 3-84 15,-12-3-106-15,-7-1-115 0,0 5-139 16,-7-5-75-16,1 6-13 0,-8-2 53 0,-5 4 87 16</inkml:trace>
  <inkml:trace contextRef="#ctx0" brushRef="#br0" timeOffset="5003.35">21310 3728 179 0,'12'-21'249'0,"-5"6"20"0,0-1-42 16,-1 3-41-16,0 0-28 15,-6 6-21-15,0 2-19 0,7 2-16 16,-7-1-25-16,0-1-29 0,-7 10-20 0,1-1-14 0,0 8-8 15,-8 1-2-15,2 3 0 0,-1 3-1 0,-1 2 0 0,2 3-1 0,-2 1 1 16,8 4 1 0,-7-1 1-16,0 1-3 0,6-1 2 0,1 1-1 15,0 4 0-15,6-5-3 0,0-5-1 0,0 2 1 0,6 0-3 0,7-10 3 16,-7 2-2-16,14-4 0 16,-8-6-1-16,8 2 1 0,0-2 0 0,-1-7-1 15,1 0 2-15,6-3-2 0,-7-1 2 0,7-5 0 0,1-2 0 0,-8-2 1 16,0 0 0-16,1 1 2 0,0-4 0 0,-7 4 0 15,0-4 1 1,0 0-1-16,0 0 1 0,-6-5 3 0,5 9 34 16,-5-5 62-16,-1 6 52 0,-6 3 34 0,7-1 13 15,-7 0 7-15,7 6-30 0,-7-1-61 0,-7 8-53 16,7-1-31-16,-7 2-13 0,1 8-9 0,6 2-10 16,-7 1 1-16,-5 5-1 0,5 3-3 0,0 4-1 15,1 1-37-15,0 4-68 0,-8 4-81 0,8-5-78 16,-1 5-80-16,1-4-80 0,6-5-43 0,0 1 30 0,0-6 56 15,6 2 68-15</inkml:trace>
  <inkml:trace contextRef="#ctx0" brushRef="#br0" timeOffset="5443.5">21824 4045 77 0,'13'-19'210'15,"0"2"14"1,0 5-36-16,-7 0-63 0,8 3-40 0,-1 5-27 16,-1 1-9-16,2 3-1 0,-2 3 0 0,-5 6 1 15,6-2 2-15,-6 2 4 0,-1 8-6 0,0-2-7 16,-6 1-5-16,8 5-5 0,-8 0-8 0,-8-1-5 16,8 5-5-16,-6-6-2 0,0 10-5 0,-7-4-2 15,6-1-1-15,0-4-2 0,-5 0-1 0,6 1 0 16,-2-9 0-16,2-4 0 0,6 0 3 0,-6 0 2 0,6-3 0 0,0-5-1 0,0 4-3 15,0-8 0-15,6-1-5 16,-6 2-1-16,6-6-1 16,8-3 2-16,-8 0 1 0,7 0 2 0,-6-4 0 15,6-1 2-15,-1 1 1 0,2-1-2 0,-2-3 0 16,2 4-1-16,-1-4 0 0,7-1-1 16,-8 2-1-16,2-3 2 0,5-2-1 0,-6 8 0 15,0-5 2-15,0 5 3 0,-6 3 14 0,-1 1 9 16,0 5 5-16,1 3 2 0,0-1 0 0,-7 5-1 15,0 0-13-15,0 5-8 0,-7 2-5 0,0 6-2 16,1 3 0-16,6-4-1 0,-13 9-1 0,6-1-3 16,1 0 0-16,0 6 1 0,-1 2-3 0,1-5-13 15,6 6-35-15,0 0-48 0,0-5-60 0,6 5-68 16,1-9-65-16,5 0-23 0,2 0 17 0,-2-3 40 16</inkml:trace>
  <inkml:trace contextRef="#ctx0" brushRef="#br0" timeOffset="5648.97">22469 4233 193 0,'0'-13'285'0,"0"1"24"0,6 4-14 16,1 0-91-16,-7 5-68 0,6-2-43 0,0 1-25 15,8 4-21-15,-1-4-17 0,0 4-11 0,0 0-10 16,0 0-5-16,6 0-3 0,1 4-4 0,-1-4-17 15,1 4-33-15,0 1-28 0,-1-2-41 0,-6 1-65 16,6 0-76-16,-5-4-25 0,-8 5 9 0,7-5 18 16</inkml:trace>
  <inkml:trace contextRef="#ctx0" brushRef="#br0" timeOffset="5814.31">22690 4074 36 0,'0'0'253'16,"-6"0"17"-16,6 0 9 0,-7 4-77 0,0 5-77 15,1-2-51-15,0 6-29 0,0-1-14 0,-2 4-9 16,2 0-8-16,6 0-4 0,-6 6-5 0,6-3 1 16,0 2-5-16,0 3-1 0,-7-3-1 0,7 3-20 15,-7 1-49-15,7-6-84 0,-6 6-70 0,6-4-37 16,-7-1-17-16,14-4 9 0</inkml:trace>
  <inkml:trace contextRef="#ctx0" brushRef="#br0" timeOffset="6203.62">23309 3931 204 0,'6'-7'347'0,"-12"-6"22"15,0 5 17-15,-2 5-101 0,-4 3-105 0,-1 0-74 16,0 3-37-16,-6 5-21 0,5 0-16 0,-6 4-9 15,1 1-9-15,-1 3-3 0,1 0-3 0,0 5-1 16,-1-1-1-16,1 5-2 0,-1-1 0 0,0 0-2 16,7 2-4-16,1 2 2 0,-2-5-1 0,8 2-1 15,6 0 2-15,0-5 0 0,0 0 2 0,6-3-1 16,8-1 0-16,-2-4 2 0,1 0 0 16,7-3-2-16,0-1 2 0,6-4-2 0,-7-1 2 15,7-3-1-15,0 0-1 0,-7-3 0 0,1-1 1 16,0-1 0-16,-1-3 0 0,-5 0-2 0,4 0 1 0,-10-4-1 15,-2 0-1-15,0-4 0 0,1 3-3 16,-7-3 1-16,0 3 2 0,0 1 0 0,-7-4 0 16,1 8-2-16,-8-4 1 0,8 3-4 15,-6 2-7-15,-2 2-28 0,1 1-42 0,-7-4-52 16,8 8-68-16,-2-4-88 0,8 1-54 0,-7 3-5 16,13 0 27-16,0 0 45 0</inkml:trace>
  <inkml:trace contextRef="#ctx0" brushRef="#br0" timeOffset="6751.48">23628 4107 223 0,'0'0'276'0,"-7"3"12"15,7-3-41-15,-6 6-94 0,6-3-71 16,-6 5-39-16,6-3-21 0,-7 2-12 0,7-2-7 15,7 2-3-15,-7-2-3 0,6-1 0 0,0-1-2 16,7 1-10-16,1 1-17 0,-2-5-19 0,8 0-22 16,-7 0-19-16,7 0-11 0,0-5 1 15,-1 1 11-15,0 1 19 0,0-6 22 0,1 2 21 16,0-2 15-16,-7 1 10 0,7 0 6 0,-8-4 4 0,-5 4 4 16,6-4 1-16,-7 3 2 0,1-3 2 15,0 0 2-15,-1 0 8 0,1 3 4 0,-7-3 11 16,6 5 6-16,0-6 14 0,-6 4 14 0,0 5 5 15,8 1-7-15,-8-1-7 0,0-1-10 0,0 5-16 16,0 5-19-16,-8 2-11 0,2 2-2 0,6 3-2 16,-6 5-3-16,-1 2-2 0,1 6 3 0,-1-1 9 15,0 5 9-15,1 4 6 0,6 7 6 0,-6-3 1 16,-1 8-1-16,0-5-7 0,1 6-12 16,0-2-5-16,-1 1-4 0,0-5-2 0,1 6 0 0,-1-6-1 15,1 0 1-15,0 1 0 0,-1-4 1 0,0-1-1 16,1-3-1-16,0-4 1 0,6-4 0 15,-8-6 1-15,2-3 12 0,0 1 38 0,-1-5 47 16,1-8 46-16,-1 1 26 0,1-2 14 16,6-6-3-16,-7-2-36 0,1-6-46 0,0-2-46 0,-2 0-25 15,8-6-16-15,-6 2-7 0,6-7-3 16,6-1-3-16,-6 1-1 0,8-4-4 0,4-1-1 16,-5-4-11-16,12 0-28 0,0-3-35 0,1-1-34 15,6 1-22-15,1-1-21 0,5 1-20 0,-6 3-9 16,7 0-18-16,-7 4-38 0,7 1-62 0,-7 4-23 15,6 3 4-15,-7 1 25 0</inkml:trace>
  <inkml:trace contextRef="#ctx0" brushRef="#br0" timeOffset="6926.33">24559 4265 199 0,'13'4'316'0,"-6"1"17"0,6-5 9 15,0 0-119-15,7 0-99 0,5 4-60 0,-5-4-31 16,6 0-16-16,-6 0-14 0,-1 4-23 16,1-4-38-16,-1 0-47 0,-6 0-58 0,0 3-71 0,-7-3-49 15,8 0-12-15,-14 5 19 0</inkml:trace>
  <inkml:trace contextRef="#ctx0" brushRef="#br0" timeOffset="7068.39">24494 4428 86 0,'-6'9'264'0,"6"-5"14"0,6-4 8 0,1 3-94 16,6-3-87-16,-1 5-50 0,15-5-26 0,-8 0-13 15,14 0-9-15,-1 4-8 0,1-4-32 0,13 0-61 16,-7 0-95-16,0 0-49 0,0 0-25 0,7 0-10 0</inkml:trace>
  <inkml:trace contextRef="#ctx0" brushRef="#br0" timeOffset="11451.82">25732 3879 51 0,'0'0'131'0,"0"-4"-36"16,0-1-28-16,0 5-14 0,0 0-11 0,0-3-3 16,0 3-4-16,0 0-5 0,0 0-7 0,0 0-7 15,0 0-4-15,0 0-9 0,0 0-3 0,0 0-2 16,0 0 2-16,0 0-3 0,0 0 1 0,0 0 3 15,0 0 1-15,0 0 0 0,0 0 0 16,0 0 0-16,0 0 0 0,0 0-1 0,0 0-1 0,0 0 1 16,0 0 2-16,0 0 0 0,0 3-1 0,0-3-1 15,0 0-1-15,0 5 0 0,0-5-17 16,-7 4-21-16,7-1-44 0,0 2-43 0,-6-1-23 16,6 0-12-16</inkml:trace>
  <inkml:trace contextRef="#ctx0" brushRef="#br0" timeOffset="12476.28">25757 3900 66 0,'0'-5'73'0,"0"5"-12"15,0-4-7-15,0 4-7 16,0-4 2-16,0 4-3 0,0 0 3 16,0-5 1-16,0 5 0 0,0-3 0 0,0 3-4 15,0-4 4-15,0-1 0 0,0 5 2 0,0-3 1 0,0 3 4 16,0-5 6-16,0 5 0 0,0 0-3 16,0-4 2-16,8 4 4 0,-8 0-4 0,0 0-1 0,0 0 3 0,0-4 6 0,0 4 3 15,0 0-1 1,0 0 5-16,0 0-6 0,0 0-8 0,0 0-14 15,0 0-10-15,0 0-11 0,0 0-13 0,0 0-5 16,0 0-6-16,6 0 0 0,-6 0-4 0,0 4-2 0,0-4 2 16,-6 4 0-16,6 1 2 0,0-2 7 15,0 6 8-15,-8-1 12 0,8 5 9 0,-6-2 11 16,0 6 5-16,-1 3-3 0,1 4-5 0,-7 1-10 16,0 4-8-16,-1-1-12 0,-5 5-7 15,6-1-5-15,0 0-1 0,-7 6-1 0,8-7-2 16,-2-2 0-16,1 4 1 0,0-8 0 0,0-1-1 15,7-4-1-15,-8 0 2 0,8-3-1 0,0-5-2 16,-1 1 5-16,1-2-3 0,-1-3 0 0,1 1 0 0,6-1 0 0,-7 0 4 0,7-4-5 31,0 0 5-31,0-4-2 0,0 0-1 0,0 0-1 16,7-4-2-16,-1 0-2 0,1 0-12 0,-7 0-30 16,6-4-55-16,-6 4-67 0,7-5-85 0,-7 1-98 0,-7 1-44 15,7-2 4-15,0 0 38 0,0 2 61 16</inkml:trace>
  <inkml:trace contextRef="#ctx0" brushRef="#br0" timeOffset="14449.13">26181 3928 20 0,'0'0'30'0,"0"0"-3"16,0 0-4-16,0 0-1 0,0-4 1 0,0 4 1 15,0 0 3-15,0 0-4 0,0 0 3 0,0 0-2 16,0 0 1-16,0 0-2 0,0-5 2 0,0 5 2 16,0 0-1-16,0 0 3 0,0 0 2 0,0 0-1 15,6 0 3-15,-6 0 0 0,0 0 0 0,0 0-2 0,0-4 0 16,0 4-1-16,0 0-2 15,0 0 0-15,0 0 0 0,0 0 0 0,0 0-2 16,0 0-1-16,0 0-3 0,0 0 1 0,0 0 2 16,0 0 1-16,0 0 1 0,0 0 5 0,8 0 5 15,-8 0 0-15,0 0 1 0,0 0-2 0,0 0-1 0,0 0-4 0,0 0-5 16,0 0-5-16,0 0-2 16,0 0-5-16,0 0 0 0,0 0-1 0,0 0 1 15,0 0 4-15,0 0 3 0,0 0 4 0,0 0 2 0,0 0-1 16,0 0-2-16,0 0-4 15,0 0-2-15,0 0-3 0,0 0-3 0,0 0 0 16,6 0 0-16,-6 0 2 0,0 0 1 0,0 0 1 16,0 0 2-16,0 0 1 0,0 0-1 0,0 0-4 0,0 0 0 0,0 0-3 15,0 0-3-15,0 0-2 0,0 0-1 0,0 0 0 0,0 0-1 16,0 0 1 0,0 0 4-16,0 0-2 0,0 0 2 15,0 0 2-15,0 0-3 0,0 0 0 0,0 0 1 0,0 0 7 16,0 0 15-16,0 0 22 0,-6 0 26 0,6 0 21 0,0 4 7 15,-8 1-1-15,2-1-11 16,0 4-24-16,-1-3-22 0,-6 2-23 0,0 2-11 16,0-2-6-16,0 1-3 0,7 1-4 0,-8-2-1 15,1 2-1-15,7-2 0 0,-8 3 0 16,8-3 2-16,-6 1 0 0,4 0-1 0,2-3 1 0,0 3-4 16,-1-4 1-16,1-1-1 0,6 6 0 0,-7-5 0 0,0 0 0 15,7 0 3-15,0 1-1 16,-6-1 0-16,6-4-2 0,0 3-1 0,0 1 3 0,0-4-1 0,0 5 0 0,0-5 1 15,0 4 0 1,6-4 0-16,-6 4-2 0,7-4-1 0,0 3 1 16,-1-3-1-16,-6 6-1 0,7-6 2 0,-1 0 2 15,0 3 0-15,8-3 2 0,-8 0-3 0,0 4 2 0,2-4-1 16,-2 4-1-16,7-4 1 0,-7 5 0 16,1-2 1-16,6 1-1 0,-7-4 0 0,1 5-1 15,6-2 2-15,-7 1-1 0,1 1 0 0,-1-1-1 16,1 3 0-16,0 2 3 0,5-1-2 15,-4 0 0-15,-8 0-1 0,6 0 1 0,0 4-1 0,-6 1-2 0,6-1 1 16,-6-4 3-16,0 4 2 16,0 1 1-16,0-1 3 0,0 0 5 0,0 0 14 15,0-3 19-15,-6 3 12 0,6-5 12 0,-6 6 8 0,6-4 7 0,-6-2-9 16,-2 2-9 0,2-1-5-16,0-1-3 0,-1 2-2 0,0-5-1 15,1 4 2-15,-7-4-4 0,7 4-3 0,-8-4-1 0,2 1-3 16,5-1-10-16,-6-4-9 0,0 0-6 15,-1 0-3-15,2 0-9 0,-2 0-6 0,2 0 2 16,-1 0-3-16,-1-4-8 0,2-1-14 0,-2 1-29 16,2 0-45-16,-2-4-61 0,1 5-61 0,7-6-58 15,-7 5-46-15,6-4-24 0,7-1-11 0,-6-3 3 16,6 5-4-16,0-2 13 0,0-4 30 0,0 6 40 16</inkml:trace>
  <inkml:trace contextRef="#ctx0" brushRef="#br0" timeOffset="14612.8">26129 4021 126 0,'0'-7'312'0,"7"-3"35"0,-1 3 27 0,0-2-84 0,1 2-60 0,6 2-22 16,6-2-11-16,1 2-9 0,6 1-15 0,7 1-25 16,-7-2-120-1,7 1-212-15,-1 4-174 0,1 0-96 0,5-4-50 16,-5-4-18-16,-1 0 80 0</inkml:trace>
  <inkml:trace contextRef="#ctx0" brushRef="#br0" timeOffset="43159.85">26617 2459 170 0,'-6'-5'252'15,"6"1"37"-15,0-4-32 0,0 3-34 16,0 5-15-16,0 0-4 16,0-4-2-16,0 4-12 0,0 0-19 0,-7 0-27 0,7 0-29 0,0 0-33 0,0 0-31 15,0 0-26-15,0 0-20 0,0 0-14 0,0 0-13 16,7 4-4 0,-7-4-1-16,6 9-4 0,8-1 3 0,-8 4 5 15,7 5 10-15,0 6 6 0,0 3-1 0,0 2 8 16,0 8-3-16,0 1-21 0,-6 8-27 0,6 0-33 15,-13 0-31-15,0 0-38 0,-7-1-38 0,-6-3-14 16,0 4-1-16,-7-9 8 0,1 4-9 0,-1-3-34 16,-6 0 4-16,0-5 16 0,-7-3 18 0</inkml:trace>
  <inkml:trace contextRef="#ctx0" brushRef="#br0" timeOffset="44115.92">20756 2234 163 0,'0'-7'208'0,"0"-2"-19"0,0 1-46 0,0 3-35 16,0 2-17-16,0-1-21 0,0 0-20 15,0 4-9-15,0-5-9 0,0 5-11 16,0 0-10-16,-6 5-8 0,-1-1-3 0,0 3-1 0,-6 2-2 0,0 4 2 16,0-2 1-16,1 9 0 15,-8 1 2-15,0 3-2 0,7 6 3 0,-7-2-2 16,8 4-3-16,-2 5 1 0,1 3 0 0,1 1 1 16,5 4 0-16,0-1 0 0,7 1-26 0,0 4-28 15,0-8-22-15,7 4-27 0,0-5-30 0,5 1-41 16,1 0-16-16,7-5 9 0,6 1 11 15</inkml:trace>
  <inkml:trace contextRef="#ctx0" brushRef="#br0" timeOffset="44937.56">27451 2751 47 0,'7'-11'190'0,"-1"2"-1"0,1 1-35 0,-7 3-25 16,6-2-23-16,-6 3-13 0,0-1-10 16,0 2-6-16,0 3-7 0,0 0-15 0,0-5-15 15,0 5-13-15,0 0-14 0,0 0-11 0,0 0-7 0,0 0-5 16,0 0-4-16,0 0 1 0,-6 5 1 0,6-2 2 16,-13 6 3-16,6-2 4 15,-6 6 2-15,-1-1 1 0,-4 4 0 0,-2 0 0 16,-7 6 0-16,9-3 0 0,-9 2 0 0,1 3 0 15,-6-3 1-15,5-1 0 0,-5 0-1 0,6 1 2 16,-7-1-2-16,7 0 0 0,1-3 0 0,-1-1-4 0,6 0-11 16,0-3-22-16,1-6-22 0,5 2-22 15,2-2-23-15,5-2-30 0,-6 0-46 0,6-2-16 16,7-3 4-16,-6 0 11 0</inkml:trace>
  <inkml:trace contextRef="#ctx0" brushRef="#br0" timeOffset="45239.08">27145 2707 81 0,'0'0'194'0,"0"-5"3"0,-7 5-53 0,7 0-65 15,0 0-41-15,0 5-22 16,0-1-11-16,0-1-2 0,0 1 0 0,0 1-1 15,0 3-1-15,-6 1-1 0,6-2 0 0,0 2 1 16,0 3 1-16,0 0-2 0,6 0 1 0,-6 0 2 16,0 4-1-16,7 1 1 0,-7-1-1 0,7 1 2 15,-1-1 0-15,0 0 1 0,1 4-1 0,-1-4 0 16,1 1-2-16,6 0-2 0,-7-1 0 16,8 0 0-16,-8-1 1 0,7 2 1 0,-6-1 0 15,6-3 2-15,-7-5-24 0,0 4-29 0,8-4-63 16,-8 0-47-16,7 0-23 0,-6-4-12 0</inkml:trace>
  <inkml:trace contextRef="#ctx0" brushRef="#br0" timeOffset="45623.52">27692 2787 160 0,'6'-3'220'0,"-6"-1"9"15,7-1-64-15,6 5-73 0,-7-4-41 0,8 4-24 16,-8 0-12-16,7 0-7 0,0 4-2 16,-6 1-2-16,5-1-1 15,2-1-2-15,-8 7-1 0,1-3 0 0,-1 2 0 16,1-2 0-16,-1 6 0 0,1-2 1 0,-7 2 1 15,0 4-2-15,-7-1 0 0,1 0 1 0,-1 0-1 16,-6 0 0-16,7 1 0 0,-8-5 1 0,2 4 0 0,5-4-1 16,-6-3 0-16,7-1 0 0,-7 4 1 15,6-4-1-15,0-4 0 0,1 5 1 0,0-5-1 16,6-1 0-16,0 1 0 0,0 1 1 0,0-1 3 16,6-1-1-16,7 7 1 0,0-7-1 15,6 1 0-15,15 1-2 0,-2 2-12 0,1-3-28 16,5 1-31-16,1-2-45 0,0 6-53 0,1-5-33 0,-8-1-8 0,7 2 18 0</inkml:trace>
  <inkml:trace contextRef="#ctx0" brushRef="#br0" timeOffset="46333.71">21153 2548 139 0,'0'-5'141'0,"0"1"-39"0,0 1-34 0,0 3-21 16,7-4-15-16,-7 4-22 0,0 0-28 0,0 0-39 16,0 0-52-16,0 0-28 0,0 0-11 0</inkml:trace>
  <inkml:trace contextRef="#ctx0" brushRef="#br0" timeOffset="47214.82">21511 4803 17 0,'0'-5'181'0,"0"2"20"0,0-1-41 0,0 4-38 16,0-4-22-16,0 4-25 16,0 0-21-16,0 0-18 15,0 0-16-15,-6 0-14 0,6 0-7 0,0 0-4 16,0 0-1-16,0 0 0 0,0 4 0 0,0 0 1 16,-7-1 0-16,1 6 4 0,0-1 0 0,-2 0 1 15,-4 5 0-15,5-1 0 0,-6 4 1 0,0 0-1 16,1 4-1-16,-2-3-1 0,-6 3 1 15,1 0 1-15,6 5-1 0,-6-1 1 0,-1 0 3 16,1 1-2-16,-7 0 0 0,12-6 0 0,-5 7 1 16,-1-6 0-16,8 0-2 0,-8-4 1 0,6 1 0 0,2-1-1 0,5-3 0 0,-6-2-1 15,6 2 1 1,1-5 0-16,0 0-1 0,6-1 2 16,-7 2 0-16,7-5 0 0,0 0 0 0,0 0 2 0,0 1-1 0,0-1-1 15,7-1 1-15,-7-3 0 0,6 4 0 16,0-4-1-16,1 5-1 0,0-5 1 0,-1 4 1 0,7-4-1 0,-7 0 0 0,8 4 1 31,-2-4-1-31,2 0 0 0,-1 0-2 0,0 4 0 16,6-4 1-16,-5 0 0 0,5 5-2 0,1-5 1 15,-1 0-1-15,7 3-1 0,-6-3-12 0,-1 4-13 16,0-4-14-16,1 0-20 0,0 5-21 16,-7-5-22-16,7 4-15 0,-8-4-14 0,1 3-13 15,0-3-1-15</inkml:trace>
  <inkml:trace contextRef="#ctx0" brushRef="#br0" timeOffset="47650.24">21596 5320 3 0,'0'-9'94'0,"0"2"-22"0,0-6-19 15,0 5-14-15,0-1-7 0,0-3-4 16,0 5-1-16,0-5-2 0,6 3 1 0,-6-3 0 0,0 4-2 16,7-5 3-16,-7 5 0 0,7 1 5 0,-7-2 2 15,0 2 5-15,6-2 7 0,-6 1 5 16,0 0 7-16,6 4 0 0,-6 0-3 0,0-1-3 15,0 2-6-15,0-1-7 0,0-1-2 0,0 5 5 16,0-4 8-16,0 4 9 0,8-4 4 0,-8 4 2 16,0 0-8-16,0 0-8 0,0 0-12 0,0 0-11 15,0 0-11-15,0 0-8 0,0 0-6 16,0 0-3-16,0 0-3 0,0 0-1 0,0 0 2 16,0 4 0-16,-8 0 3 0,8 5 1 0,-6-1 1 15,6 0 1-15,-6 5 0 0,6-6-1 0,-7 5-1 16,7 0 0-16,-7 0 0 0,1 5 0 0,6-5-1 15,0 4 1-15,-7 0 0 0,7 1 0 0,-6-1-1 16,6 0 1-16,-6 6 1 0,6-6 1 0,0 3-1 16,-7 2 0-16,7-1 0 0,-7 1 0 0,7-1 0 15,-6 0 0-15,6-4 0 0,0 6-1 0,-6-6 0 16,6 3 1-16,0-2 1 0,0-5-2 0,0 4 2 16,0-3-1-16,-7-2 1 0,7 2-2 15,0 0-1-15,0-1 0 0,0-4-4 0,0 0 1 0,0 0-12 16,0-4-17-16,0 1-18 0,0-2-18 15,0 1-19-15,-7-4-23 0,7 0-17 0,-6 0-21 16,6 0-50-16,0 0-15 0,0 0 0 0,6-4 15 16</inkml:trace>
  <inkml:trace contextRef="#ctx0" brushRef="#br0" timeOffset="48310.14">21831 5238 65 0,'0'-8'207'0,"0"0"18"0,0 0-36 0,0-5-56 15,6 5-35-15,-6 1-21 16,0-2-9-16,6 2-8 0,-6-2 1 0,7 1-2 16,0 0-2-16,-1 0-5 0,-6 0-9 0,6 4-9 15,1-5-12-15,0 5-6 0,-1 0-7 0,1 4-5 16,-1-4-1-16,0 4-3 0,2 4 0 0,4-4-3 16,-12 4 2-16,6 4 0 0,1-3 1 0,0 7 0 15,-1-4-1-15,-6 8 2 0,0-4-2 0,0 4 1 16,0 0-1-16,0 6-1 0,-6-3 1 0,6 2-1 15,-7-1 1-15,0 0-1 0,1 1-2 16,6 0 2-16,-6-6-1 0,0 6 1 0,-2 0 1 0,2-6-1 16,0 1-1-16,-1-3 2 0,1 4 1 15,-1-6-4-15,0 2 2 0,1-5-3 0,6 1-9 16,0-2-10-16,-6 2-5 0,6-6-5 0,0-3 0 16,0 5 4-16,0-5 9 0,0 0 7 0,0 0-2 15,0-5-8-15,6 2-5 0,0-2-2 0,1-3-2 16,6 0 2-16,-6-4 7 0,5-1 10 0,2 2 8 15,-2-2 3-15,2-4 0 0,-1 1 1 0,-7 1 2 16,8-2-1-16,-2 1 0 0,8-5 1 16,-14 2 0-16,7-3-1 0,1 2 1 0,-2 3 0 15,-6-2 1-15,2 2 6 0,-2 1 16 0,0-1 33 16,1 10 28-16,-7-5 21 0,7 7 12 0,-7-3 1 16,0 8-13-16,0-3-33 0,0 3-29 0,0 0-22 15,0 0-14-15,-7 3-3 0,0 5-6 0,1 0 3 16,-8 4 0-16,8 1-1 0,-6 3 0 0,5 0 0 0,0 0 2 15,-6 5-1-15,7-4-1 0,0 3 0 0,-2 0 0 16,2 4 0-16,6-3-14 0,-6 3-22 0,6 1-23 16,0-5-30-16,0 4-32 0,0-3-40 15,6-1-34-15,0 0-45 0,8 6-21 16,-1-10 6-16,0-1 21 0</inkml:trace>
  <inkml:trace contextRef="#ctx0" brushRef="#br0" timeOffset="48660.53">22488 5413 45 0,'0'5'249'16,"0"-5"14"-16,6 0-1 0,-6 0-80 0,0 0-75 16,14 0-53-16,-8 0-29 0,14 0-14 0,-7 0-5 15,7 0-2-15,6 0-3 0,-7 3 1 16,7-3-2-1,0 5 0-15,0-5-7 0,1 4-14 0,-2 0-26 16,1-4-27-16,-6 3-33 0,0 2-35 0,5-5-47 16,-11 4-21-16,5-4 3 0,0 4 18 0</inkml:trace>
  <inkml:trace contextRef="#ctx0" brushRef="#br0" timeOffset="48928.85">22749 5193 53 0,'0'-7'201'0,"-7"-2"27"16,7 5-37-16,0-4-38 0,0 4-36 15,0 4-25-15,0-3-26 0,-7 3-24 0,7 0-21 16,0 0-12-16,0 3-4 0,0 6-1 0,-6-2-2 15,6 5 0-15,0 0 2 0,-6 5-1 0,0 3-2 16,6-3 0-16,-8 7 1 0,8-3-1 16,-6 3-1-16,6 1-1 0,0 3-34 0,0-4-49 0,-6 5-77 15,6-5-51-15,0 4-29 0,0-7-13 0</inkml:trace>
  <inkml:trace contextRef="#ctx0" brushRef="#br0" timeOffset="49493.33">23387 5052 235 0,'0'-5'257'0,"0"-3"21"15,-7 4-52-15,7-1-68 0,0 1-46 0,0 4-27 16,0-3-20-16,0 3-19 0,0 0-22 0,-6 0-14 16,0 0-8-16,-1 3-2 0,0 1-2 15,-5 5-2-15,-2-1 1 0,1 0 2 0,-7 8 1 16,8 1 0-16,-8-1 1 0,1 5-1 0,-7 3-1 15,6 0-1-15,-6 1 1 0,0 4 2 16,7-5-1-16,-8 4 1 0,7-3 1 0,2 4 0 0,-2-5-1 16,7-1-2-16,-1 3 0 0,8-6 0 0,-6 4 0 15,12-4-1-15,-8 1 0 0,8-1 2 0,8 1 0 16,-2-5-1-16,6 1-6 0,-4-6-4 16,4 1-5-16,8 1-5 0,-1-5-7 0,-5-5-7 15,5 6-4-15,1-9-3 0,-1 4-2 0,0-4 1 16,-5 0 3-16,5-4 8 0,-6 0 8 0,6-1 8 15,-5-2 6-15,-1-2 7 0,0-3 3 0,0 4 1 16,-1-3 1-16,-4-2 1 0,-2-3 0 16,0-1 0-16,-6 1-2 0,7-1-1 0,-7 1 2 15,0 0-1-15,0-1-2 0,-7 1 1 0,1 1 0 16,6 2-1-16,-6-3 0 0,-2 3 0 0,-4 1 0 16,6 5 0-16,-1-2 0 0,0 1 0 0,-6 4-2 0,7 0-3 15,-8 0-16-15,8 4-25 0,0 0-40 16,-8 0-51-16,8 0-50 0,0 4-26 0,6 0 0 15</inkml:trace>
  <inkml:trace contextRef="#ctx0" brushRef="#br0" timeOffset="50198.23">23667 5255 64 0,'0'0'237'16,"-7"0"12"-16,7 0-8 0,-6 4-86 15,6-4-72-15,-6 3-41 0,6 2-23 0,-7-1-10 16,7-1-4-16,0 6-3 0,-7-1-2 16,7 1 0-16,7-2 2 0,-7 2 0 0,7-1 1 0,-1-4-1 15,0 4 1-15,8 1-1 16,-2-2 1-16,2-2-1 0,-1-1-1 0,-1-1 0 0,8 1 0 15,0 1-1-15,-7-5 0 0,7 4 1 0,-1-4-1 0,0-4 0 16,1 4 1-16,-1-5 0 0,1 1 1 0,-7 4-2 16,7-7 1-16,-8 2-1 0,2-2 0 0,-2 2 0 15,2-2 0-15,-1-2 0 16,-1-4 0-16,2 6 0 0,-8-2 1 0,8-3-1 16,-8 0 0-16,0 3 2 0,1 2 1 0,-1-2-1 15,1 1 0-15,-7 4 1 0,7 0-1 0,-7 1-1 16,6-2-1-16,-6 5-1 0,0-4-2 0,0 4-2 15,0 4 2-15,0-4-1 0,0 8 2 0,0-4 2 0,0 5 1 0,0 3-1 16,0 0 0 0,0 4 0-16,-6 1 0 0,6-1-1 0,-7 4 0 0,0 1 1 15,1 2 1-15,-1 3 0 0,1-2 0 0,0 4 1 16,6 5 1-16,-8-5-1 0,-4 8-1 16,12-3 2-16,-6 0-3 0,-2-1 2 0,2 5-1 0,0-4 0 0,6 3-1 15,-7 1 0-15,7-4 1 0,-6-1-1 0,6 0 0 16,0-3 0-16,-7 4 2 15,7-8 2-15,0-1 1 0,0 0 1 16,0-8 1-16,0 5 0 0,7-5 0 0,-7-3-2 16,0-1 0-16,0-1 0 0,0-3-2 0,0-3 2 15,0 2 9-15,0-2 23 0,0-1 41 0,0-4 67 16,0 0 43-16,0 0 20 0,0-4 0 0,-7-1-17 16,7-2-40-16,-7-6-63 0,1 2-42 0,0-10-21 15,0 4-11-15,-2-2-5 0,2-2-5 0,0-3-5 16,6 0-7-16,-7-6-3 0,7 2-3 0,0-1 0 15,0-3 1-15,7 4 3 0,-7-5 3 16,6 1 4-16,0 4 6 0,2-1 1 0,-2 1 1 16,0 3 2-16,7-4-5 0,-6 5-23 0,6 3-39 15,7 2-47-15,-8-3-46 0,8 6-50 0,-1 0-49 16,7 0-39-16,-6-1-41 0,6 6-5 0,0-2 20 0,0 5 35 0</inkml:trace>
  <inkml:trace contextRef="#ctx0" brushRef="#br0" timeOffset="50417.08">24755 5373 132 0,'0'0'382'16,"6"4"42"-16,1-4 19 0,-7 0-65 15,6 0-115 1,7 0-110-16,0 0-77 0,1 0-44 0,-2 3-20 15,8-3-15-15,-7 0-28 0,7 5-29 0,-1-5-36 16,-6 4-31-16,7 0-35 0,-1-4-31 0,-5 0-30 16,-2 0-30-16,1 4-33 0,-6-4-3 0,6 4 16 15,-7 1 30-15</inkml:trace>
  <inkml:trace contextRef="#ctx0" brushRef="#br0" timeOffset="50593.37">24644 5588 276 0,'-7'5'340'0,"7"-2"16"0,-6-3-25 0,12 5-102 16,-6-5-97-16,13 4-66 15,1-4-34-15,5 0-26 0,-6 0-24 0,7-4-24 16,5 4-26-16,-5 0-29 0,6 0-33 16,7 0-34-16,-7 0-40 0,13 0-47 0,-7 4-11 15,7-4 11-15,1 0 22 0</inkml:trace>
  <inkml:trace contextRef="#ctx0" brushRef="#br0" timeOffset="51411.24">25497 5406 245 0,'0'-9'263'0,"-6"1"9"0,6-1-55 16,0 2-95-1,0-2-57-15,0 2-31 0,6-1-14 0,1-1-9 16,-1 5-3-16,1-4 2 0,6 0 4 16,-1-1 3-16,2 2 4 0,-1 3 2 0,6-1-1 0,0 1-3 15,1 0-5-15,-6 4-4 0,5 0-4 0,1 0-2 16,-1 4-1-16,1 0-2 0,-1 1-1 16,-6 2 0-16,7-3 0 0,-14 9-2 0,7-4 0 15,0-2 1-15,-6 5 0 0,5 4 0 0,-12-4 1 16,8 5 0-16,-8-1-1 0,0 1-1 0,-8-1 0 15,2 0 1-15,0 0 1 0,-7 1-1 0,0 3 1 16,0-3-1-16,-1-1 2 0,2 1-1 0,-8-6-1 16,7 6 0-16,-7-5-1 0,8 0 0 0,-8 4 1 15,7-4 0-15,7-4-1 0,-8 5 2 0,8-5 0 16,0 1 0-16,-2-2 0 0,8-3 3 16,8 4-1-16,-2-4 0 0,7 1-2 0,7-5-6 15,-1 3-24-15,7-6-22 0,7 3-33 0,0-5-28 16,5 1-26-16,1-4-16 0,0 0 4 0,1 0 9 15,-1 0 22-15,-1-1 20 0,-5-2 25 0,-1-1 21 16,8-5 17-16,-7 5 11 0,-1-4 14 0,-5-1 10 16,-2 1 1-16,1-1 5 0,0 1 9 0,-6 0 17 15,-7 4 15-15,7-1 16 0,-14 2 22 0,6-2 16 16,-4 5 4-16,-8 4-4 0,0-4-12 16,0 3-16-16,-8 5-18 0,8-3-18 0,-12 3-12 15,6 3-9-15,-8 2-2 0,8-1-3 0,-7 4 2 16,-1-4-1-16,-4 8 0 0,10 0 2 0,-4 1-1 15,-1 0-1-15,-1-2-3 0,8 6-1 0,-6-1 0 16,12 0-4-16,-8 0-1 0,2 1 1 0,6-1 0 16,6 0 0-16,-6-4 1 0,8 4 1 0,4-7 1 15,1 4-2-15,0-6 2 0,6 2-1 0,1-6-1 0,0 1 0 0,6 1 0 0,-7-5-2 32,7 0 1-32,1-5 2 0,-9 5-2 0,9-7 3 15,-7 2 3-15,-1 1 6 0,0-3 9 0,1-2 9 16,-7-4 6-16,0 5 6 0,0-3-2 0,-7-6-5 15,2 4-8-15,-8-3-11 0,0 1-10 0,0-6-21 16,-8 0-37-16,-4 1-53 0,-1-4-78 0,-7 4-58 16,-6-5-27-16,0 5-2 0,-7-1 25 0</inkml:trace>
  <inkml:trace contextRef="#ctx0" brushRef="#br0" timeOffset="52190.04">20788 6626 101 0,'0'-4'222'0,"0"1"16"0,0-2-35 0,0 5-50 15,-6-4-27-15,6 0 2 0,0 4 9 16,0-4 13-16,0 4 11 0,0 0-9 0,6 0-21 15,-6 0-25-15,0 0-31 0,0 0-28 0,0 0-23 16,0-5-12-16,0 5-7 0,7 0-6 0,-7-3 0 16,13 3-5-16,-6-4 1 0,5 0 1 0,2-1-1 15,5 5 3-15,1-3 2 0,6-1 1 0,6-1 1 16,1 1 1-16,12 4 0 0,1-3 0 0,6 3-1 16,13-5-2-16,0 5-1 0,7 0-1 0,-1-4 0 15,14 4 2-15,0 0 1 0,0 0-1 16,6 0-1-16,7 0-1 0,5 0 1 0,2 0-2 15,5 0-5-15,8 0 6 0,-7 0-1 0,13 0 3 16,-1 0 0-16,7 0 0 0,7-3-1 0,0 3 0 16,-1 0 0-16,8 0-1 0,6 0-1 0,0 3 1 15,-1-3 3-15,8 0 0 0,6 0-2 0,-7 4-2 16,6-4-4-16,1 5 3 0,0-5-1 0,-6 3-4 16,5 1 0-16,-6-4 3 0,7 5 4 0,-6-1 1 15,-1-1 0-15,1 2 1 0,-7-1 1 0,-1 0 1 16,-12 4-1-16,5-4-3 0,-11 4 0 0,0-3 0 15,-8 2-1-15,-5-3 0 0,-8 1-1 0,-12 3 4 16,0-4 1-16,-14 4 3 0,-12-4 1 0,-1 0-5 16,-6 0-21-16,-12 0-36 0,-8-4-45 0,-5 5-57 15,-14-5-77-15,-7 0-85 0,-6 0-22 16,-13-5 10-16,-7 1 29 0</inkml:trace>
  <inkml:trace contextRef="#ctx0" brushRef="#br0" timeOffset="52695.39">21003 5919 16 0,'0'3'253'16,"0"-3"18"-16,7 0 8 0,-7 0-72 16,6 0-85-16,1 0-61 0,6-3-31 0,-1 3-18 0,8-5-13 15,0 5-26-15,6 0-38 0,0-5-40 0,0 5-53 16,0 0-59-16,0-3-26 0,0 3 9 16</inkml:trace>
  <inkml:trace contextRef="#ctx0" brushRef="#br0" timeOffset="53057.22">22567 6024 337 0,'-7'0'488'16,"7"0"42"-16,0-3 21 0,0-2-91 15,-7 1-152-15,7 4-144 0,0-4-81 0,0 4-47 16,0 0-32-16,0-4-30 0,7 4-19 0,-7 0-16 15,7 0-6-15,5 0-7 0,2 0-4 16,-2 0-19-16,8 0-28 0,-1 0-20 0,7 4-17 16,-6-4-14-16,7 4-14 0,-2 0-1 0,1 1-3 15,0-2-15-15,7-3-35 0,-7 4-21 0,0 0 6 16,7 1 24-16</inkml:trace>
  <inkml:trace contextRef="#ctx0" brushRef="#br0" timeOffset="53558.52">25074 6203 84 0,'6'0'224'16,"1"0"10"-1,0 0-27-15,5 0-75 0,2 0-56 0,5 0-33 0,1 4-17 16,0-4-12-16,5 0-5 0,1 0-4 16,6 0-2-16,1 0-4 0,-1 5-21 0,1-5-36 15,0 0-55-15,-7 0-64 0,6 0-33 0,-12-5-16 0,0 5 10 0</inkml:trace>
  <inkml:trace contextRef="#ctx0" brushRef="#br0" timeOffset="54579.67">22345 3948 61 0,'7'-7'131'15,"-7"2"-25"-15,0 0-23 0,0 2-15 0,0-1-8 16,6-1-9-16,-6 5-9 0,0-4-3 16,0 4-5-16,0 0-7 0,0 0-7 0,0 0-1 15,0 0-1-15,0 0 0 0,0 0 2 0,6 0-1 0,-6 0 3 16,0 0 1-16,0 0 3 0,0 0 0 15,0-4 2-15,0 4 3 0,0 0-3 0,0 0-3 16,0 0-6-16,0 0-4 0,0 0-4 0,0 0-6 16,0 0-4-16,0 0-4 0,0 0-5 0,0 4 0 15,0-4-3-15,0 4 0 0,-6 1 1 0,6 2 2 16,-6 6 4-16,-1 3-1 0,-6 5 4 0,7 2 0 16,-14 10 1-16,7 0 1 0,-7 7 1 0,1 1 1 15,-7 8-1-15,0 4-1 0,-7 4 0 16,7 0 0-16,-13 8-2 0,-1 1 5 0,8 6 0 15,-7 3 1-15,-6-2 2 0,5 0 0 0,1-4-7 16,7 0-15-16,-7-3-9 0,7-2-4 0,-1-11-4 16,7 0-2-16,0-8 6 0,-1-4 7 0,9-1 7 15,4-7 1-15,-6-5 0 0,14-3-2 0,-1-5-5 16,1 1-12-16,0-9-22 0,6 0-29 0,0-4-48 16,0 0-30-16,6-4-11 0</inkml:trace>
  <inkml:trace contextRef="#ctx0" brushRef="#br0" timeOffset="55428.67">24005 3936 119 0,'0'-8'118'0,"0"-1"-30"16,8 1-3-16,-8 5 3 0,0-2 10 0,6 2 6 0,-6-2 8 0,0 5 1 16,0-4-12-16,0 4-16 0,6 0-20 0,-6 0-21 15,0 0-17-15,0 0-13 16,0 0-8-16,0 0-7 0,0 0-6 0,0 0-1 15,0 0-1-15,0 4 2 0,-6-4 0 0,0 8 2 16,-2 0 2-16,-4 5 3 0,-1-1-1 0,-7 9 0 0,0 3 1 16,-5 9 0-16,-8-2 0 15,0 11-1-15,-6 6 1 0,-6 6 1 0,-1 2-1 16,1 6-1-16,-8 2 1 0,-5 2 0 0,5 3 2 16,2 0 1-16,-1 4 0 0,-1-3 0 0,8-6-3 15,6 2-2-15,-1-6-1 0,8-3-2 0,-1-8-1 16,7 0 2-16,1-4 0 0,-1-4 1 0,6-4-1 15,0-1 2-15,1-3-2 0,5-5-10 0,-4 0-5 16,4-3-5-16,1 0-8 0,0-6-11 16,0-2-16-16,1 4-10 0,4-5-21 0,-4-4-28 15,5 4-42-15,1-3-25 0,-1-2-4 0,0-2 9 16</inkml:trace>
  <inkml:trace contextRef="#ctx0" brushRef="#br0" timeOffset="56287.51">23015 6993 198 0,'0'-13'219'16,"-6"6"6"-16,6-2-84 0,0 2-62 0,-6-2-31 15,6 1-17-15,-6 3-10 0,6-2-5 0,-8 3-2 16,2-1-5-16,0 1-8 0,-1 4-2 16,1 0-1-16,-8 0-1 0,2 0 1 0,-2 0 1 15,2 4 2 1,-8 5 6-16,7-2 7 0,-7 2 5 0,1-1 4 15,-1 4 1-15,1 0-1 0,0 5-3 0,-1-1-4 0,7 0-7 0,-7 1-1 0,0-1-1 16,8 1-1 0,-1 2-1-16,-7-3-2 0,8 1-1 15,4 4-1-15,-4-6 0 0,5 1-1 0,0 5 0 16,1-4 1-16,-1-1 0 0,7 1-1 0,0-1 0 0,0 0 2 0,0 4-1 16,7-4 0-16,-1 1 1 15,8-5 0-15,-2 5 1 0,2-1-2 0,-2-4-1 16,8 0-2-16,7-3-5 0,-9-2-8 0,9 1-10 15,-1-4-5-15,0 1-3 0,0-5-1 16,0-5 3-16,0 5 7 0,0-4 11 0,6-4 4 0,-5 1 6 0,-1-2 2 0,0-8 2 0,0 5 2 31,-7-4 2-31,1-1 0 0,0 1-1 0,-1-3 1 16,1-3-2-16,-8-2 2 0,8 1-3 0,-7-3 2 16,-7-2 7-16,8 4 12 0,-8-4 13 0,-6 2 11 15,6 6 8-15,-6-3 2 0,-6 2-5 0,0 0-13 16,-1 1-13-16,0-1-10 0,-5 1-8 0,-1 4-5 15,-7 0-3-15,7 3 0 0,-13 1-7 0,6 0-20 16,0 4-27-16,-5 0-47 0,5 0-60 0,0 3-64 16,8 1-32-16,-2 4 2 0,2 0 17 15</inkml:trace>
  <inkml:trace contextRef="#ctx0" brushRef="#br0" timeOffset="56821.95">24611 7298 70 0,'-12'-8'197'0,"5"0"20"0,0 4-40 0,1-5-30 16,6 6-11-16,-7-2-5 0,7 1 0 15,0 4-3-15,-6-4-7 0,6 4-15 0,0 0-19 0,0 0-18 16,0 0-16-16,0 0-14 0,0 0-12 16,6-3-7-16,-6 3-3 0,7-5 0 0,6 5-2 15,0-4 3-15,7 1-2 0,-8 3 0 0,8-5-2 0,-1 5-3 16,1-4-4-16,0 4-2 0,-1 0-2 15,7 0-3-15,-6 0 0 0,5 4 0 16,-5-4 1-16,6 5 0 0,-6-5-1 0,6 3-2 16,-7 1-11-16,8-4-20 0,-7 5-26 0,-2-2-26 15,-4-3-28-15,-1 4-33 0,-1-4-32 0,-4 0-28 16,-2 0-23-16,0 4-29 0,-6-4-1 0,0 0 20 0</inkml:trace>
  <inkml:trace contextRef="#ctx0" brushRef="#br0" timeOffset="57116.83">24559 7342 14 0,'-6'5'123'0,"-7"-1"-36"0,13-4-31 15,-6 4-23-15,-2 0-15 0,2 1-8 0,6-2-2 16,-6-3-1-16,6 4 0 0,0 0 1 0,0 1 4 15,0-2 3-15,0-3 6 0,0 4 10 0,0 1 16 0,0-5 10 16,6 4 12-16,-6 0 12 0,6 0 5 16,2-4-3-16,4 4-13 0,1-4-10 0,0 5-13 15,7-5-12-15,-1 0-10 0,1 0-9 0,6 0-6 0,-7 0-4 16,8 0 0-16,-1 0-5 0,0 0-1 0,0 0 2 16,-7 3-1-16,7-3 0 0,0 0-4 0,-6 4-13 15,6-4-33-15,-7 5-46 16,8-5-62-16,-7 3-51 0,-2 1-24 0,2 1 0 0</inkml:trace>
  <inkml:trace contextRef="#ctx0" brushRef="#br0" timeOffset="57660.86">25712 7274 25 0,'0'-5'232'0,"0"5"25"0,0 0-8 0,0 0-49 16,0 0-51-16,0 0-43 0,0 0-29 0,0 0-21 15,0 0-17 1,0-3-13-16,7 3-7 0,-1 0-6 0,1-5 0 16,6 5-2-16,-1-4 1 0,2 4 1 0,5 0-1 0,7 0 0 0,-6-4-2 15,6 4-3-15,-7 0-4 16,7 0 0-16,0 0 0 0,1 0-3 0,-7 0 1 16,5 0-1-16,1 0 0 0,-6 4 0 0,0-4-1 0,5 0 1 0,-5 4-1 0,-7-4 0 15,6 0-1 1,-6 5-3-16,1-5-7 0,-8 0-5 0,0 0-7 15,2 3-3-15,-8-3-6 0,0 0-16 0,0 0-23 16,0 0-35-16,0 0-48 0,-8 0-67 16,2 0-30-16,0 0-1 0,-8-3 16 0</inkml:trace>
  <inkml:trace contextRef="#ctx0" brushRef="#br0" timeOffset="58325.15">26631 7053 102 0,'0'-3'209'15,"0"3"7"-15,0-5-43 0,0 2-82 0,0 3-45 31,-8 0-26-31,8 0-13 0,-6 3-6 0,0 2-1 16,-1-2 0-16,1 7 1 0,-1-7-1 0,-6 6 0 16,7-2 0-16,-8 2-1 0,8-6 0 0,-7 6-1 15,7-2 1-15,-7 2 1 0,6-1 0 0,1-3 0 16,-8 2 0-16,8 2 2 0,0-6-1 0,-1 2 1 16,0-1 0-16,1-1-2 0,0 2 0 15,6-1-1-15,0 0 1 0,-7-4 0 0,7 0 1 16,0 3-1-16,0 2 3 0,0-5 2 0,7 4-1 15,-7-4 0-15,6 4 1 0,0 0 0 0,1 0-2 0,0-4-1 16,5 5 1-16,-5-1-2 0,6-1-1 16,0 2 0-16,-6-2 0 0,6 2 0 0,-1-1 0 0,-4 0-1 0,4 1 1 0,-5-2 0 15,6 1 0-15,-7 4 0 0,7-4-2 0,1 0 2 16,-8 4 0-16,7-3-1 0,-6 3 2 0,6-5-1 16,-7 6 3-16,0-1-2 15,8-3-1-15,-8 2 1 16,7 2-2-16,-6-1 0 0,6-1 1 0,-7-3-1 15,1 5 0-15,-1-1 0 0,1 0 1 0,-1 0-1 16,0 0-1-16,2 1 2 0,-8-1-1 0,6 0-1 16,0 0 1-16,-6-4 2 0,0 4-1 0,7 1 0 0,-7-5 2 0,0 3 0 15,0-2 0-15,0 2 1 16,0-2 8-16,-7 3 3 0,7-4 6 0,-6 5 8 16,6-6 8-16,-6 6 6 0,-2-6 3 0,2 2 1 15,0-1 0-15,-1 0 5 0,1 4 3 16,-7-4 6-16,6 0 5 0,-6 0 7 0,6-4 6 15,-5 4-2-15,5 0-6 0,-6-4-8 0,0 0-9 16,0 0-11-16,6 0-13 0,-5 0-9 0,-2-4-7 16,1 4-5-16,0-4-6 0,0 0-4 0,1 0-21 15,-2 0-30-15,1-1-37 0,7-2-49 0,-7-2-58 16,0 1-69-16,6 1-40 0,0-2-3 16,1-3 20-16,6 0 40 0</inkml:trace>
  <inkml:trace contextRef="#ctx0" brushRef="#br0" timeOffset="58531.92">26754 7001 318 0,'7'-8'376'15,"-1"0"21"-15,0-1 3 0,8 2-138 0,-1 2-106 16,6 1-71-16,8 1-43 0,-1-2-20 15,13 5-11-15,-1-4-6 0,1 4-21 0,1 0-47 16,-1 0-63-16,0 0-84 0,-13 0-98 0,6 0-53 0,-12 0-9 16,-1 4 31-16</inkml:trace>
  <inkml:trace contextRef="#ctx0" brushRef="#br0" timeOffset="59188.42">25009 6867 195 0,'0'-9'239'0,"0"2"4"0,0 2-53 16,0 1-37-16,0 4-31 15,0-4-32-15,0 4-34 0,0 0-26 0,-7 4-18 16,7 0-5-16,-6 8-5 0,-1 5 0 0,0-1-1 15,-5 8 1-15,6 5 7 0,-8 7 2 0,1 1 5 16,0 4 5-16,6 4 4 0,-5 3-2 16,-8 6-3-16,7 7-5 0,0-1-10 0,-6 6-40 15,-7-1-64-15,-1-5-102 0,-5 6-58 0,-1-4-30 0,1-10-12 16,-1 1 28-16</inkml:trace>
  <inkml:trace contextRef="#ctx0" brushRef="#br0" timeOffset="70969.42">13234 2437 11 0,'0'-4'171'0,"0"1"11"16,-6-6-48-1,6 6-38-15,0-2-18 0,0 1-10 0,0 0-12 16,0 1 3-16,0-2 8 0,0 1 0 0,0 4 3 16,0-3 9-16,0-2 5 0,0 1-10 0,0 4-12 15,0-4-4-15,0 0-2 0,0 0-7 0,0-1-4 16,6 2-3-16,-6-1-1 0,0-1-5 0,6 1-13 15,-6 0-10-15,0 0-9 0,6 0-3 0,1 1-2 0,0-2 1 16,-1 1-3-16,1 0-1 0,-1-1 1 16,8 2-1-16,-8-1-1 0,6 4-1 0,2-5 3 15,-1 2 0-15,-1 3 2 0,2 0 1 0,6-5-1 16,-8 5 2-16,1 0-2 0,7 5-1 16,-8-2 1-16,2-3-2 0,-1 9-1 0,0-6 1 15,-6 6-1-15,5 0 1 0,-5 2-2 0,-7 2 4 16,7 3-1-16,-1 1-1 0,-6 2 1 0,0 2-1 15,-6 3 0-15,-1-3-4 0,0 7-6 0,-5-4-6 0,-1 1-5 0,-1 0-2 0,2 3-4 32,-8-4 2-32,0-3 3 0,1 3 5 0,-1-4 2 15,0-3 4-15,1-1 4 0,-1 0 3 0,2-3 2 0,-2-1 2 0,7-5 2 16,-7-2 0-16,0 2 1 16,8-7 0-16,-8 0 0 0,7 0 2 0,0 0 0 15,0-3 1-15,7-1 0 0,-8-1-1 0,8-2 2 0,-1-2-1 0,1 1-1 0,-1 0 0 16,7-4 1-16,0 4-1 0,0-4 0 0,0 3-2 15,7-3-1-15,-1 0 0 0,1 4-2 0,6-4-2 16,0 4 1-16,0-4 0 0,0 3-1 0,6 5 1 16,-5-4 0-16,6 3 1 0,-8 2-1 15,8 3 0 1,-1 0 0-16,1 0-4 0,-1 0-16 0,1 3-21 16,0 2-26-16,-2 3-30 0,2-4-30 0,-7 5-32 15,7-2-23-15,0 1-23 0,-8 1 3 0,8-5 18 0</inkml:trace>
  <inkml:trace contextRef="#ctx0" brushRef="#br0" timeOffset="71508.19">13735 2478 105 0,'6'-12'175'0,"-6"0"-26"15,0 4-32-15,7-1-21 0,-7 2-16 0,0 2-18 16,0 1-15-16,0 4-14 0,0-3-14 0,0 3-12 16,7 3-5-16,-7-3-2 0,6 4 0 0,-6 4 0 15,7-4 0-15,-1 9 0 0,0-4 1 0,1 2-1 16,0 2 2-16,-1 3-2 0,0 0 1 0,2 1-1 16,-8 3 0-16,6 0 0 0,-6 1-2 0,0-2 1 15,0 2-2-15,0 4 0 0,-6-9-2 0,6 4 2 16,0-3-2-16,0-5 0 0,-8 0 1 0,8-4 0 15,0 0 3-15,0-3 1 0,0-2 3 16,0-3 2-16,0 5 2 0,0-10-2 0,0 2 2 16,0-2-4-16,0-3 0 0,8 0-2 0,-2 0-1 0,0-5 0 15,-6-2 0-15,13 2 0 0,-6-3 0 16,6-1 1-16,-7 2-1 0,8-2 1 0,-2 1-1 16,1 0-1-16,0-1 1 0,7-3-2 0,-13 4 2 15,5-5 1-15,8 1 4 0,-14 3 14 0,7 2 15 16,-6 2 19-16,6-4 24 0,-7 9 28 15,-6 1 23-15,8-2 4 0,-8 5-8 0,6 1-12 16,-6 3-24-16,0-5-31 0,0 5-28 0,0 0-18 16,0 0-9-16,0 5-5 0,-6-2-2 0,6 5 2 15,-8 4 2-15,2 0 1 0,0 5 0 0,6-1 1 16,-7 5-1-16,0-6 0 0,7 6-1 0,-6 0 1 16,6-1-3-16,-7 1-2 0,7-1-7 0,0 0-14 15,0-4-15-15,7 1-14 0,-7-1-17 0,6 0-24 16,1 1-28-16,6-5-32 0,-7-4-35 0,14 1-57 0,-7-2-18 15,7-3 6-15,6 1 26 16</inkml:trace>
  <inkml:trace contextRef="#ctx0" brushRef="#br0" timeOffset="71708.85">14301 2593 290 0,'0'0'379'0,"0"0"9"16,0 0-33-16,0 0-145 0,8 0-134 16,-2 0-94-16,0 0-45 0,7 0-14 15,0 0 23-15,0 0 17 0,7 0-2 0,0 0-16 0,-8 3-29 16,15-3-37-16,-9 0-42 16,2 4-54-16,0-4-24 0,-7 0 2 0,7 0 20 0</inkml:trace>
  <inkml:trace contextRef="#ctx0" brushRef="#br0" timeOffset="71901.84">14451 2487 141 0,'0'4'216'16,"-6"-4"7"-16,0 4-61 0,6 0-69 15,-7 3-47-15,0 6-24 0,1-5-12 0,6 4-6 16,-7 1-4-16,7 0 1 0,-6 3 0 15,6-4-1-15,0 7-2 0,0-2-1 0,-6 4-24 16,6-1-38-16,-8 4-64 0,8-4-46 0,0 1-23 0,-6 0-10 0</inkml:trace>
  <inkml:trace contextRef="#ctx0" brushRef="#br0" timeOffset="72329.73">14725 2475 43 0,'0'-12'276'0,"0"3"26"0,0 1 12 0,0-1-71 16,0 2-98-16,6 2-64 0,1 1-41 0,0 4-26 16,5-3-13-16,-5 3-4 0,6 3-4 15,0 1-2-15,-7-4-3 16,8 8-6-16,-8-4-6 0,8 5-4 0,-8 4-7 0,0-6-2 0,-6 5-1 0,0 1 3 15,0-1 7-15,0-4 6 0,-6 4 7 0,0 1 4 16,6-1 4-16,-8-4 4 0,2 4 1 16,-7-3 1-1,6-2 1-15,1 2 0 0,0-6 0 0,-1 1 0 0,1 5-1 16,6-6 0-16,-7 2 0 0,7-5 0 16,-7 8 0-16,7-4-1 0,0 0 2 0,7 4 0 15,-7-4 0-15,7 4-1 0,-7 1 1 0,6-1-1 16,1 0 0-16,-1-4 0 0,0 4-2 0,1 1 0 15,0-1 1-15,-1-4 1 0,0 3-2 0,-6-2 2 16,0 3 1-16,0-4 0 0,0 1 0 0,-6 2 1 16,0-3 0-16,-1 1-1 0,0 3 0 0,-5-4 2 15,-1-1-7-15,-1-3-15 0,2 4-23 0,-2-4-32 16,2 0-41-16,5-4-52 0,-6 4-36 0,0-3-8 16,7-1 13-16</inkml:trace>
  <inkml:trace contextRef="#ctx0" brushRef="#br0" timeOffset="72873.61">14986 2475 174 0,'0'-5'247'0,"6"1"10"0,1 4-55 16,-7-3-73-16,0 3-58 16,0 0-37-16,6 0-18 15,-6 3-9-15,0-3-4 0,0 4-1 0,6 1 0 16,-6 3 0-16,7 0 0 0,0 0-2 0,-7-1 2 0,6 2-2 0,0-1 2 0,8-4 0 15,-8 5 0-15,1-6 1 0,6 1 0 16,0-4 1 0,-7 0-1-16,8 0-1 0,-2 0 0 0,1-4 0 15,-6 1-1-15,6-1 2 0,-7-1-1 0,8 1 1 0,-8-4 0 16,0 4 0-16,1-4 1 0,-7 0-1 16,7 4 0-16,-7-4 0 0,6 0 2 0,-6-1 0 15,0 6 2-15,0-6 5 0,6 5 6 0,-6-4 7 16,0 3 3-16,0 1 2 0,0 4-5 0,0-3-10 15,0 3-16-15,0 0-20 0,0 0-12 0,-6 3-6 16,6 1-1-16,0 1 5 0,-6 7 7 16,6 0 14-16,-7 0 5 0,7 5 4 0,-7 3 3 0,1 4 1 15,0 2 1-15,-2 2 0 0,2 0-2 0,0 4-6 16,-1 1-8-16,1-1-9 0,-1 1-5 0,1 0-6 0,-1-1-5 0,-5 1-2 16,4 0 2-16,2 0 6 15,0-5 4-15,-7 1 5 0,6-6 6 16,1 1 6-16,-1 2 9 0,1-6 3 0,0-4 2 15,-2 0 0-15,2-4 2 0,-7 1 1 0,6-5 1 0,1-4 0 0,0 0-1 0,-7-4 2 32,6 0-3-32,-6-4 1 0,7-5-1 0,-1 2-1 0,-6-2 1 15,6-3 0-15,1-4 0 0,6 0-2 0,-7 0 0 16,7-1 1-16,0-3 0 0,0-1-2 16,7 2 0-16,-7-7-1 0,6 6-2 0,7-8-5 15,1 4-9-15,-2-6-13 0,2 2-17 0,-1-1-15 16,6 1-15-16,0 0-12 0,1-1-13 0,0 5-20 15,5-1-8-15</inkml:trace>
  <inkml:trace contextRef="#ctx0" brushRef="#br0" timeOffset="73079.45">15558 2503 252 0,'0'-4'280'0,"0"4"11"0,7 0-61 0,-7-4-77 16,7 4-62-16,-1 0-44 0,7-4-23 0,1 4-12 16,-2-4-6-16,2 4-5 0,5 0-1 0,1-4-1 15,-2 4-4-15,2 0-7 0,0 0-22 0,-7 0-37 16,7 0-45-16,-8 4-59 0,2 0-56 0,-8 0-25 0,1-4 7 0,-1 4 26 16</inkml:trace>
  <inkml:trace contextRef="#ctx0" brushRef="#br0" timeOffset="73248.86">15565 2596 28 0,'-7'4'210'0,"1"-4"12"15,6 5-30-15,-6-5-58 0,6 0-54 0,0 0-36 16,0 0-18-16,0 4-5 0,6-4 0 0,0 0-1 16,1 3 2-16,6-3-2 0,6 0-6 0,1 0-5 15,6 0-6-15,-6 0-10 0,5 0-23 0,2 0-26 16,-1 0-29-16,6-3-46 0,-5 3-55 0,-1-4-23 15,0 4 5-15</inkml:trace>
  <inkml:trace contextRef="#ctx0" brushRef="#br0" timeOffset="73457.57">16151 2450 86 0,'0'0'299'0,"0"0"21"0,0 0 8 15,0 0-80-15,0 0-98 0,0 0-76 0,0 0-41 16,0 0-23-16,0 4-6 0,0-4-4 0,0 5-1 16,0 2-1-16,0 2 2 0,-6-1 0 0,6 4 0 15,0-1 0-15,0 2 1 0,-7 4 2 0,7-1-1 16,-6 4 2-16,6-3-3 0,-6 6-21 0,-2-2-40 16,2-1-55-16,6-3-53 0,-6 3-79 0,6-3-40 15,6-6-1-15,0-2 30 0</inkml:trace>
  <inkml:trace contextRef="#ctx0" brushRef="#br0" timeOffset="73786.6">16621 2527 147 0,'-8'-4'274'0,"8"0"14"0,0 0-14 16,-6 0-96-16,6 4-79 0,-6 0-48 15,-1 0-25-15,7 4-15 0,-6 0-5 0,-1 4-2 16,0 1-4-16,7 3 0 0,-6-4 0 0,6 8 1 16,0-4-1-16,0 4-2 0,6 1-4 0,1-5-4 15,6 0-3-15,-6 0-5 0,5-3 1 0,2-1-1 16,-2 0 3-16,2-4 2 0,5-4 3 0,-5 0 2 16,-2 0 2-16,8 0 2 0,-7-4 2 15,0 0 2-15,-6-4 0 0,5 0 2 0,-5 0 2 16,6-1 0-16,-7-3 3 0,-6 0 1 0,7 0 3 15,-7 0-1-15,0 0 1 0,0-4-4 0,0 3-8 16,-7-3-26-16,-5 3-49 0,-2 1-75 0,2 0-66 16,-8 0-32-16,-7 0-11 0,2 0 12 0</inkml:trace>
  <inkml:trace contextRef="#ctx0" brushRef="#br0" timeOffset="74570.12">13435 3179 26 0,'0'-5'280'15,"0"2"21"-15,0-2 9 0,0 5-58 0,0 0-100 16,0 0-71-16,-6 5-42 16,0 3-20-16,-1 4-10 0,0 0-3 0,1 0-3 15,-1 4 0-15,1 1-2 0,0 4-1 0,-2-2 1 0,2 2-1 0,0 3 0 16,6 0-6-16,-6 1-17 0,6 4-18 15,-8-5-15-15,8 0-14 0,0-3-9 16,8 0-2-16,-2-6 18 0,0-2 17 0,0-1 14 0,8-4 14 0,-8-4 10 16,7-4 7-16,7 4 1 15,-8-8 0-15,2 4 3 0,6-8 0 16,-7 4-1-16,-1-5 2 0,8-2 0 0,-7 3 5 0,0-4 2 0,0-1 5 16,1 0 4-16,-8 1 4 15,6 1 5-15,-4-2 4 0,-2 2 12 16,7-2 13-16,-7 4 17 0,-6 1 11 0,7 5 2 0,-7-2-4 15,0 2-16-15,7-2-22 0,-7 5-23 16,0 0-16-16,0 0-12 0,0 5-5 0,0 3 2 16,0-1 3-16,0 6 2 0,0 3 0 0,0 5-12 15,0-5-27-15,0 4-34 0,0 0-45 0,-7 1-50 16,7 3-74-16,0-8-35 0,-7 5 1 0,1-1 20 16</inkml:trace>
  <inkml:trace contextRef="#ctx0" brushRef="#br0" timeOffset="75049.64">13924 3411 24 0,'13'-9'171'0,"-6"2"5"0,5 7-49 15,-5-5-50-15,6 5-33 16,-7 5-17-16,7-2-8 15,-6 5-4-15,6 1-1 0,-7-1-1 0,8 4-2 16,-8 0-1-16,1 0-2 0,-1 4 0 0,-6 1-1 16,0-1-1-16,7 1 0 0,-14-1-2 0,7 5-1 15,-6-6-1-15,-1 2 2 0,7-1-3 0,-6-4-1 0,0 1 1 0,6-5 5 16,0-4 7-16,-8-1 9 16,8 1 17-16,0 2 17 0,0-6 18 0,0 0 5 15,0 0-10-15,0 0-17 0,8-10-19 0,-8 7-17 0,6-6-23 0,0-3-7 0,1 5 1 16,6-6 6-1,-7 1 5-15,7-1-1 0,1 1 2 0,-2-4 1 16,8 4 0-16,-7-4 0 0,0-1 0 0,0 1 2 0,0-1 1 16,0 1-2-16,0 1 5 15,0 2 20-15,-6 1 34 0,5-1 37 0,-12 5 34 16,7 5 23-16,0-2 6 0,-7 5-16 0,6-3-32 16,-6 3-42-16,0 0-38 0,0 0-21 0,0 3-10 15,-6 2-3-15,-1 2-1 0,0 2 2 0,1 3 1 16,0 4-1-16,-8 4 1 0,1-4 0 0,7 5-2 0,-7-1-11 15,6 1-26-15,1 4-27 16,0-6-19-16,-1 3-27 0,7-3-21 0,0 2-15 16,7-4-3-16,-1-6-12 0,0 1-22 0,1 0-35 15,6-3-26-15,0-6-2 0,0 6 17 0</inkml:trace>
  <inkml:trace contextRef="#ctx0" brushRef="#br0" timeOffset="75267.3">14392 3553 271 0,'0'0'387'0,"0"0"18"0,8 0 0 0,-8 0-120 0,6 0-128 31,0 4-93-31,1-4-48 0,6 0-29 0,0 5-25 16,7-5-32-16,-8 3-32 0,8-3-32 0,-1 4-31 0,1-4-35 0,0 0-29 0,-1 5-33 31,1-5-4-31,-8 0 17 0,8 0 23 0</inkml:trace>
  <inkml:trace contextRef="#ctx0" brushRef="#br0" timeOffset="75461.99">14589 3419 142 0,'0'0'223'0,"-8"4"7"0,8-4-54 0,-6 5-68 16,0 2-55-16,6 2-25 0,-7 3-13 0,7-5-6 15,0 5-6-15,-6 1-1 0,6 3 0 0,0-4 1 16,0 4-2-16,6 1-2 0,-6-1-20 0,0 0-35 16,0 1-59-16,0 4-58 0,0-5-32 0,0-1-14 15</inkml:trace>
  <inkml:trace contextRef="#ctx0" brushRef="#br0" timeOffset="75834.47">15005 3423 156 0,'-6'-4'315'0,"-1"0"20"0,-6 0 10 15,0 4-98-15,7 0-100 0,-14 4-68 0,7 0-33 16,0 5-21-16,0-2-9 0,-7 5-5 16,7 0-4-16,0 4-3 0,0-3-2 0,-7 7-1 15,8 1-1-15,-2-1 0 0,2 5 0 0,5-1 0 16,1 0 0-16,-1 1-1 0,0-1-8 16,7-3-6-16,0-6-6 0,7 2-6 0,0-1-5 15,6-7 0-15,-7 3 4 0,7-8 4 0,0 0 3 16,7 0 4-16,-7-4 6 0,6 0 4 0,0-4 0 0,-5 0 3 15,5-5 3-15,-6 6 1 0,0-6 2 16,1 1 0-16,-8 0 0 0,0 0 2 0,1-5-2 16,0 1 1-16,-7 0-2 0,0 0-2 0,0-5-2 15,-7 6-1-15,0-6-6 0,1 5-14 0,0 1-16 16,-1-6-24-16,0 8-33 0,-6-3-47 0,7 4-62 16,-1 0-38-16,7 0-7 0,-6 4 11 15</inkml:trace>
  <inkml:trace contextRef="#ctx0" brushRef="#br0" timeOffset="76354.28">15246 3484 70 0,'6'0'256'0,"-6"4"12"0,7-4 3 15,-7 4-90-15,0 0-81 0,0 1-49 0,0 2-25 16,7-2-12-16,-7 3-5 0,0 0-3 0,0 0-3 15,0 0-1-15,0 0-2 0,6 1-4 0,-6-6-5 0,6 6-6 16,1-2-4-16,0-2-3 0,-1-1-2 16,1 0 1-16,5 0 0 0,-4-4 3 15,4 0-3-15,1-4-3 0,-6 4-7 0,6-4-1 0,-1-5-1 16,2 5-1-16,-8-4 3 0,8 1 6 0,-8-2 7 0,7 1 7 16,-7 0 3-16,1 0 4 0,0 0 2 15,-1-5 4-15,0 6 0 0,-6-6 0 16,6 5 0-16,2 0 0 0,-8 4 3 0,6-5-2 15,-6 6-1-15,6-1 1 0,-6 4-3 0,0 0-1 0,0 0 1 16,7 4-1-16,-7 3 1 16,0 2 2-16,7-1 3 0,-7 8 1 0,0-4 2 0,6 9 1 15,-6-5 0-15,7 4 1 0,-7 1 1 16,0 3-2-16,6 1 0 0,-6 0-2 0,0-2 2 0,-6 1-4 16,6 2 1-16,-7-3-1 0,1-2 1 15,6 3 2-15,-7-7-1 0,0 3 2 0,1-4 3 16,-8-3 6-16,8-1 8 0,0 0 11 0,0-3 17 15,-1-6 21-15,-6 2 18 0,6-2 10 0,1-3 0 16,0 0-4-16,-8-3-15 0,8-2-10 0,-8-3-10 16,8 0-4-16,0 0-5 0,-1-4-1 0,1-1 0 15,6 1-9-15,-7-4-12 0,7 3-10 0,0-3-4 16,7 1-7-16,-1-2-6 0,1-4-17 0,5 1-28 16,2 0-39-16,-2-1-44 0,8-2-47 0,7-2-56 0,-9 0-61 15,9 5-27-15,-1-5 12 16,6 1 27-16</inkml:trace>
  <inkml:trace contextRef="#ctx0" brushRef="#br0" timeOffset="76527.42">15897 3406 212 0,'0'-4'355'0,"6"4"25"0,2 0 8 0,-8 0-107 16,6 0-105-16,0 0-79 15,1-4-51-15,6 4-26 0,-7 0-11 0,7-3-6 16,1 3 0-16,-2 0-4 0,2 0-7 0,5 0-20 15,-6 0-36-15,6 0-48 0,-5 0-54 0,-1 3-60 16,0-3-71-16,-7 4-25 0,1 0 13 0,-1-4 33 0</inkml:trace>
  <inkml:trace contextRef="#ctx0" brushRef="#br0" timeOffset="76678.86">15903 3598 119 0,'0'8'253'0,"-6"-4"15"0,6 0-32 0,-6 1-69 16,6-5-62-16,0 3-43 0,0-3-23 0,0 0-10 15,6 0-4-15,-6 0-3 16,14 0-3-16,-8 0-5 0,7 0-6 16,6-3-9-16,1 3-22 0,-1-5-50 0,8 1-77 0,-1 0-71 15,6 1-36-15,-6-6-17 0,7 5 10 0</inkml:trace>
  <inkml:trace contextRef="#ctx0" brushRef="#br0" timeOffset="77443.56">16529 3577 96 0,'-7'0'177'0,"7"4"-17"0,0-4-23 0,0 0-21 15,0 0-18-15,0-4-18 16,0 4-17-16,0 0-17 0,0 0-16 16,0 0-9-16,0 0-8 0,0-3-7 0,0 3-3 15,0 0-1-15,0-5-1 0,0 5-2 0,0-4-1 16,0 1 0-16,-6-2 2 0,6 1 0 0,0-4 0 15,0 4 6-15,0-5 8 0,-7 6 8 16,7-5 12-16,0 0 6 0,0-1 6 0,0 1 0 16,0 0-8-16,0 0-8 0,7 0-11 0,-7-1-7 15,0 2-5-15,6-2-4 0,-6 1-1 0,7 0 0 0,-7 5-1 0,7-6 1 16,-1 5 0-16,0 0 0 16,-6-1-1-16,8 1-1 0,-2 0 0 0,0 4-1 15,-6-3-1-15,13 3-2 0,-6 0 0 0,6 3 0 16,-1 1 1-16,2 0-1 0,-2 1 3 0,2 3-1 15,-8 1-2-15,7 2-1 0,1-3-1 0,-8 4-2 16,0 1-1-16,8 3-1 0,-14-3-1 0,6 2 2 16,-6 1-2-16,6 1 3 0,-12 3 1 15,6-3 0-15,-6 3-4 0,-2 0-2 0,2 1-5 16,-6-1-3-16,-2 0-4 0,1-3 1 0,1 3 1 0,-8-8 4 0,6 5 6 0,2-5 4 16,-8 0 4-1,7-4 2-15,-7 1 2 0,8-2 1 0,-8-2 2 16,7-1 1-16,0-4 0 0,-6 0 3 0,5 0 2 15,1-4 1-15,1-1 6 0,-2 5 5 16,2-7 7-16,4 2 1 0,-4 1 1 0,5-4 2 16,1 4-1-16,6-4-4 0,-7-1-5 0,7 2-2 15,0 2-3-15,0-3-5 0,7 0-2 0,-7 0-4 16,6 0-2-16,1 0-3 0,-1-1-1 0,0 1 1 16,8 0-3-16,-2 5 0 0,-4-6 2 0,4 5 1 15,-5 4-2-15,6-3 1 0,-6 3-1 0,5 0 0 16,-5 0 0-16,6 0-1 0,0 3 2 0,-7-3 0 15,8 4 1-15,-2 5-2 0,2-6 0 0,-2 5-1 16,2 0 0-16,-1 4-3 0,-1-3-8 16,2-1-18-16,-8 1-17 0,0-2-18 0,2 2-16 15,-2-5-15-15,-6 4-10 0,6-4-1 0,-6 0-4 16,0 0-11-16,0-4-33 0,0 4-10 0,0-4 5 16</inkml:trace>
  <inkml:trace contextRef="#ctx0" brushRef="#br0" timeOffset="77837.42">17050 3504 52 0,'7'-3'350'16,"-7"-2"60"-16,0 1 36 0,6 0-38 0,-6 4-107 16,0 0-104-16,0-4-76 0,0 4-61 0,0 0-38 15,0 0-17-15,-6 4-5 0,6-4-4 0,-7 4-2 16,0 5 3-16,1-2 1 0,0 1 0 0,-1 5 2 16,1-5 0-16,-1 8 1 0,0-4 0 0,1 0 2 15,6 5 1-15,-6-5-3 0,6 4-1 16,0-3 0-16,0-5-1 0,0 3-3 0,6-2 2 15,0 4 0-15,1-10-1 0,0 5-1 0,6-3 1 16,-1-2 1-16,-5 2-2 0,6-5 3 0,0 0 2 16,0-5 2-16,0 5-2 0,0-3 2 0,0-6 1 15,1 2-3-15,-8-2-1 0,0 2 0 0,1-3-7 16,-7-2-34-16,0 0-59 0,-7-4-76 0,-5 0-109 16,-8-1-83-16,-6 2-38 0,-13-2 10 15,0 1 46-15</inkml:trace>
  <inkml:trace contextRef="#ctx0" brushRef="#br0" timeOffset="79090.63">12640 2230 20 0,'8'-8'142'0,"-8"4"-31"0,0-4-25 16,6 0-7-16,-6 4 1 0,6-5 4 0,-6 6 2 0,7-6 10 16,-7 5 9-16,7-4 7 0,-1 4 7 0,1 1 10 15,-7-2 9-15,6-3 8 0,-6 3 18 0,6-3 20 16,-6 4 14-16,0 1 2 0,0-2-8 0,0 1-20 15,0 0-35-15,0 4-42 0,0-3-44 16,0 3-44-16,0 3-27 0,-6-3-11 0,0 8-5 0,-7 4 2 16,-7 1 4-16,-6 7 12 0,6 1 7 0,-5 7 3 15,5 1-3-15,-6 3-25 0,6 5-23 0,7-1-35 16,0 9-50-16,0-1-60 0,7 10-67 16,6-6-65-16,0 6-50 0,6-6-4 0,7 1 29 15,6-4 49-15</inkml:trace>
  <inkml:trace contextRef="#ctx0" brushRef="#br0" timeOffset="79882.08">17069 2336 151 0,'0'-8'324'15,"7"0"47"-15,0 0 12 0,-7-1-93 16,6 9-73-16,1-3-64 0,-1-2-62 0,7 5-48 16,6 0-24-16,-5 5-16 0,12-2-4 0,-7 9-6 15,1-3 1-15,6 7-2 0,0 1-2 0,-7-1 1 16,1 4 0-16,6 0 1 0,-13 4 1 0,7 5 0 16,-8 0 0-16,2 3 0 0,-8 1-4 0,-6 0-7 15,0 3-24-15,-6 5-32 0,-8-4-32 16,2-1-33-16,-2 1-26 0,-5-9-24 0,-1 5-6 15,1-9-5-15,0 1-19 0,5-5-2 0,-5 1 15 16</inkml:trace>
  <inkml:trace contextRef="#ctx0" brushRef="#br0" timeOffset="80210.49">17975 2495 226 0,'0'-12'325'16,"7"-1"61"-16,-7 9 33 0,6-3-91 0,-6 2-66 0,0 5-44 0,0-4-44 15,6 4-59-15,-6-4-55 16,0 4-38-16,0 0-23 0,0 0-14 0,0 0-6 15,0 4-1-15,-6 0 0 0,6 5 5 0,-6-2 8 0,-1 10 4 0,0-5 3 0,-6 8 1 16,1 0 0-16,-2 6 1 0,2-2 1 16,-8 4-12-16,7 0-22 15,-7-3-22-15,0 4-28 0,8-1-40 16,-8-4-40-16,1 0-32 0,5 1-21 0,-5-9-26 16,6 1-27-16,-6-1-19 0,5-4 9 0,2-3 26 15</inkml:trace>
  <inkml:trace contextRef="#ctx0" brushRef="#br0" timeOffset="80461.88">17805 2393 137 0,'-6'-8'360'0,"6"8"27"16,-6-4 14-16,6 4-74 15,0 0-117-15,0 0-105 0,0 4-58 16,6 4-28-16,-6 4-12 0,6 4-4 0,1 0-1 0,0 6 0 0,-1-3 2 0,1 6 0 16,5 4-2-16,-5-1 1 0,6 1-11 15,-7 3-34 1,1 5-43-16,0-5-50 0,6 1-62 0,-7 0-75 16,1-2-53-16,0 2-2 0,5-9 21 0,2 6 42 15</inkml:trace>
  <inkml:trace contextRef="#ctx0" brushRef="#br0" timeOffset="81001.46">18359 2418 21 0,'0'-25'240'15,"0"1"24"-15,0-1 25 16,-6 1-63-16,6-1-66 0,0 5-40 16,0 0-27-16,6-1-22 0,-6 1-21 0,6 0-22 15,2-1-14-15,-2 6 0 0,-6-3 6 16,6 6 2-16,7-4 1 0,-6 8 2 0,-1-4 3 0,1 3-8 0,5 2-10 0,2-1-5 16,-1 4-5-16,6-1-4 15,-6 5-1-15,7 0 0 0,-7 5 0 16,13-1 2-16,-6 4 1 0,0 3 1 0,-2 2 0 0,9-1-1 15,-1 4 1-15,-6 1-1 0,5-1-2 16,-5 5 0-16,0-1 1 0,-1 0 1 0,-6 1 0 16,0 3-1-16,-7-4-1 0,0 5 1 0,-6-1-2 15,0 1 0-15,-6-1 1 0,0 0 2 0,-7-3 1 16,0 3-1-16,-6 0 1 0,-1 1 2 0,-6-5 3 16,-1 5-1-16,1-1 2 0,-6-3-1 0,7 3 0 15,-9-3 0-15,9-1-2 0,-1-4-3 0,-1 4 2 16,8-3 0-16,0-1-1 0,-1-3-1 0,7 3 1 15,6-1 0-15,1 1 0 0,-1 1 0 0,1-5 0 16,6 5 3-16,6-6 1 0,1 6-1 16,-1-4 1-16,7-1-1 0,6 0 2 0,1 0 1 0,6-4 0 15,7 5 0-15,-7-10-2 0,7 6 1 16,-1-2-1-16,1-2-2 0,-1 3-1 0,-6-4-1 16,1 1 1-16,-9-2-1 0,2-3 1 0,-7 4 4 0,1-4 12 0,-8 0 21 0,0 0 19 15,0 0 13 1,-6 0-8-16,0 0-39 0,-6-4-62 0,0 1-84 15,-7-2-100-15,-7 1-105 0,0-4-42 16,2 3 8-16,-2 1 35 0</inkml:trace>
  <inkml:trace contextRef="#ctx0" brushRef="#br0" timeOffset="84519.72">13599 4392 24 0,'6'-12'255'0,"0"-1"33"0,-6 1 34 0,0-1-46 15,0 2-51-15,0-2-30 0,0 2-11 0,7-1-3 16,-7-1-8-16,0 0-2 0,0 1 22 0,0 0 26 15,0 4 11-15,0 0-4 0,0-4-14 0,0 3-11 16,0 1-24-16,6 0-29 0,-6 0-21 0,0 4-18 16,0 0-9-16,0 0-17 0,0-1-28 0,0 5-26 15,0 0-21-15,0-4-9 0,0 4-9 16,0 0-8-16,0 0-10 0,0 0-14 0,0 0-21 16,0 0-18-16,0 4-25 0,0-4-6 0,0 5 4 15,0 3 16-15,-6 1 20 0,6 2 22 0,-7 1 25 16,1 5 13-16,-8-1 6 0,8 4 1 0,-6 0 2 15,4 2 2-15,-4-3-1 0,-1 2-1 0,-1-1 1 16,8 1 0-16,-7-1-10 0,0-4-36 0,7 4-17 16,-1-3-14-16,1-1-12 0,-1-4-30 0,0 0-13 15,7 1 22-15,0-1 8 0,7 1 10 0,0-2 7 16,-1-3 26-16,7 4 17 0,0-7 3 16,0 3-2-16,7-4-8 0,-1 0-5 0,1-4-9 15,0 0-3-15,5 0 0 0,-5 0 2 0,0-4 3 16,6 4-1-16,-7-4-1 0,1 0-8 0,-1 0-15 15,-6 4-16-15,0-5-26 0,7 2-21 0,-8-1-34 16,-4-1-37-16,4 2-30 0,-5-2-1 0,-1 1 20 16</inkml:trace>
  <inkml:trace contextRef="#ctx0" brushRef="#br0" timeOffset="84758.85">13865 4408 175 0,'0'-8'246'0,"-6"-4"34"0,6 4-39 0,0-1-26 15,0 2-5-15,0 2 1 0,0 1-5 0,0 0-21 16,0 0-28-16,0 4-39 0,0 0-40 0,0-5-39 16,0 5-30-16,0 0-19 0,0 5-8 0,-7-5-1 15,7 8-1-15,-6 1 6 0,6 2 5 0,-7 6 5 16,-6-1 4-16,7 4 2 0,0 5-2 16,-2 4 2-16,-4-5 0 0,5 9 2 0,-6-2-1 15,7 2-29-15,-1 4-24 0,1-4-27 0,-1-1-35 16,0 1-37-16,1 3-40 0,0-3-13 0,6-4-22 0,-7-1-32 15,7-4-22-15,-7 1 6 0,14-9 22 16</inkml:trace>
  <inkml:trace contextRef="#ctx0" brushRef="#br0" timeOffset="85314">14113 4470 183 0,'0'-9'296'0,"0"1"53"16,0-4 41-16,0 3-89 0,0 1-69 16,6 0-43-16,1 5-30 0,-1-6-52 0,7 0-50 0,1 6-31 0,-2-1-19 15,8-1-7-15,-7 2-5 16,0 3-4-16,0 0-3 0,0 3-2 0,0 2-1 15,-7-1 0-15,8 4-1 0,-8 0-3 0,1 4 1 16,-1 0 1-16,0 0 1 0,-6 5-2 0,0 4-4 16,0-5-7-16,-6 0-12 0,0 4-9 0,-1 1-10 0,-13-1-7 15,8 1-5-15,-8-5 3 0,7 4 6 0,-7-4 11 16,8-4 10-16,-2 1 13 0,8-1 9 0,0-5 10 16,-1-2 6-16,0-1 2 0,7 0 1 15,-6 0-1-15,6-4-7 0,6 0-10 16,-6-4-13-16,14 0-7 0,-8-5-2 0,14 2-2 15,-8-5 6-15,8-1 10 0,-7 5 12 0,7-8 6 16,-1 4 4-16,1-5 2 0,0 1 2 0,-8 0 1 16,8-4 1-16,-7 4 2 0,7-6-2 0,-8 3 1 15,2-2 2-15,-2 1 1 0,1 4 11 16,1-5 22-16,-8 5 37 0,-6 0 54 0,6 3 52 0,-6 5 43 16,0 0 16-16,6 4-8 0,-6 0-34 15,0 0-53-15,0 4-66 0,0 0-59 0,0 0-41 16,0 0-21-16,-6 4-9 0,6 4-3 0,-6 0 10 15,6 8 12-15,-6 1 16 0,-1-1 4 0,7 5 6 16,-7-1-23-16,7 0-23 0,-6 4-23 0,6 1-30 16,0-1-26-16,0-4-33 0,0 6-16 0,0-3-14 15,6-2-19-15,1-1-31 0,0 0-38 0,-1 1-4 0,6-4 20 16,2-2 29-16</inkml:trace>
  <inkml:trace contextRef="#ctx0" brushRef="#br0" timeOffset="85533.73">14771 4546 93 0,'0'0'363'0,"-7"0"35"16,7 0 19-16,0 0-55 0,7 0-112 0,-7 0-110 15,13 4-74-15,-1-4-35 0,2 5-20 0,12-2-25 16,0 2-36-1,-1-5-37-15,2 4-33 0,5-1-25 0,-6-3-27 16,1 5-17-16,5-5-13 0,-6 0-20 0,-6 0-24 0,5 0-4 0,-5 0 12 16</inkml:trace>
  <inkml:trace contextRef="#ctx0" brushRef="#br0" timeOffset="85736.82">15129 4413 238 0,'0'-5'301'0,"0"1"21"0,0 0-45 0,0-1-84 0,0 5-66 16,0 0-46-16,-7 0-42 0,7 5-21 0,-6 3-11 16,0 0-4-16,6 4-3 0,-8 1 0 0,2 3 1 31,0 0-1-31,6 0 1 0,-7 1-1 0,7 3 2 16,-6-4-1-16,-1 5 0 0,7-1 0 0,-6 4-5 15,-1 1-30-15,-5 0-42 0,4-6-57 0,2 6-77 16,-7-1-61-16,6 1-29 0,7-5 11 0,0-3 34 15</inkml:trace>
  <inkml:trace contextRef="#ctx0" brushRef="#br0" timeOffset="86143.64">15558 4338 72 0,'0'-12'307'0,"0"-4"63"16,0 8 53-16,7-4-56 0,-7 7-79 16,0 2-61-16,0-1-64 0,-7 4-62 0,7 0-53 15,-6 4-30-15,-6 4-15 0,4 0-2 0,-4 1-1 16,-1 2 0-16,-1 2-1 0,2 3 0 0,-2 4 1 16,2 1 1-16,-8-1 2 0,7 4 0 0,-7 1-2 15,8 0 2-15,-8-1 0 0,7 4-3 0,6-4-3 16,-6 1 0-16,7 4 0 0,6-5-8 0,0-3-17 15,0 2-9-15,6-2-14 0,0-4-15 0,8 3-10 16,-1-8 3-16,-1 0 10 0,2-4 7 0,6 0 9 16,-1-4 12-16,-6-4 8 0,6 0 4 0,1 0 3 15,-7-4 6-15,7 0 5 0,-8-4 5 0,2 0 3 16,-8 0 4-16,7-4 0 0,-6-1-2 0,-7 2 0 16,6-2-1-16,-6-3-2 0,0 0-9 15,-6 4-6-15,-1-5-6 0,7 1-6 0,-7 4-9 16,-5-4-15-16,6 3-13 0,-2 0-20 0,-4 1-30 15,5 4-36-15,1-3-45 0,-1 2-45 0,0 1-12 16,1 0 10-16,6 4 26 0</inkml:trace>
  <inkml:trace contextRef="#ctx0" brushRef="#br0" timeOffset="86696.94">15826 4413 110 0,'6'0'191'0,"-12"3"3"15,6 5-66-15,0-4-59 16,-7 5-33-16,0-2-15 0,7 2-11 0,-6-1-4 16,0 1-1-16,-1 3-4 0,7-9 0 0,0 10 0 15,0-5 1-15,0 0 0 0,0 0-1 0,7 0 3 16,-7 1-2-16,12-2 3 0,-5-3-2 0,6 1 3 16,1-5 0-16,-2 3 1 0,1-3 0 0,7-3-3 15,-8 3 2-15,2-5-1 0,5 1 0 0,-6-3-2 16,7 2 2-16,-7-3 1 0,0-1 0 0,0 2 4 0,0-5 2 15,0 3 3-15,-6 2 0 0,-1-5-1 0,7 3 0 16,-6-3-3-16,-1 0 5 16,1-1 12-16,-7 2 14 0,6 2 24 0,1-3 30 15,-7 3 23-15,0 6 2 0,6-2-9 0,-6 1-16 16,0 0-34-16,0 4-37 0,0 0-26 0,0 4-13 0,0 5-6 0,-6-1 0 16,6 8 6-16,0 4 6 0,-7 0 5 15,1 6 0-15,-1 2 2 0,1 0 2 16,-1 4 2-16,0 6-1 0,1-2 2 0,-7 5 0 15,6 4 0-15,-5-1-2 0,-1 5-1 0,-7 0 0 0,7 4-1 16,-7-1 0-16,7-3 0 0,-6 5 2 0,-1-10-1 16,1 2-1-16,6-6 0 15,-6-4 0-15,-1-8-1 0,6 1 1 0,2-9 0 16,-1-3 1-16,-1-5 3 0,8 0 2 0,0-3 5 16,-8-6 11-16,8-3 11 0,0-3 3 0,-8-1 0 15,8-4 0-15,-1-5-3 0,1 1-12 0,0-5-10 16,-2-3-4-16,8 0-4 0,-6-1 0 0,6-3-4 15,0-5-1-15,6 1 0 0,2-5-3 0,-8 0-2 16,12-3-6-16,-5-1-2 0,6-3-4 0,0 4-1 16,0-1 2-16,6 1 3 0,1 3 3 0,-1 0-6 15,1 0-20-15,0 5-25 0,-1 3-39 16,1-3-58-16,0 4-82 0,5 3-49 0,-5 1-12 16,6 0 12-16,0 4 30 0</inkml:trace>
  <inkml:trace contextRef="#ctx0" brushRef="#br0" timeOffset="86986.67">16379 4563 393 0,'-6'-5'533'0,"-1"2"103"0,7 3 72 0,-7-5-84 0,7 5-146 16,0-4-111-16,0 4-117 0,0 0-103 0,0 0-71 16,0-4-44-16,7 4-23 15,0 0-13-15,6 0-5 0,-1 0-16 16,8 0-32-16,0 0-40 0,-7 0-42 0,7 0-52 16,-1 4-64-16,0-4-63 0,-6 4-44 0,7 1-36 15,-14-5-26-15,8 0-48 0,-8 0 14 0,-6 3 49 16,0-3 61-16,-6 0 71 0</inkml:trace>
  <inkml:trace contextRef="#ctx0" brushRef="#br0" timeOffset="87136.32">16262 4742 18 0,'-6'8'312'0,"-1"-4"32"0,7 0 18 0,0 0-37 0,0 0-103 0,7-4-93 0,-1 0-60 0,14 0-30 15,-8 0-20 1,2 0-29-16,5-4-43 0,7 4-59 15,-6-4-75-15,5 0-86 0,1 4-49 0,1 0-10 16,5-4 25-16</inkml:trace>
  <inkml:trace contextRef="#ctx0" brushRef="#br0" timeOffset="87670.14">16900 4555 105 0,'-6'-5'329'0,"-1"1"68"0,1-3 79 0,6 2-11 16,-7 1-49-16,7-4-42 0,7 3-60 0,-7 2-60 15,6-5-73-15,1 0-76 0,-1-1-53 0,7 2-27 16,-7 2-9-16,8-2-3 0,-1-2-4 0,7 5-2 16,-8 0-5-16,8 0-2 0,-7 4-4 15,7-5-4-15,-1 5-2 0,0 0-5 0,-5 5 2 16,5-1-2-16,-6-4 1 0,6 8-2 0,-5-4-4 0,-8 4-6 15,7 1-20-15,0 2-16 0,-6-3-10 0,-1 1-6 16,0 3-2-16,-6 0 8 0,0 0 18 0,0 0 17 16,-6 0 13-16,6 1 10 0,-13 0 8 15,7-2 4-15,-7 1 6 0,6 1 3 0,-13 0 0 16,8-1 0-16,-1 0-2 0,0-1-2 0,-7 1-3 16,7-3 0-16,0 4-1 0,0-6 1 15,0 2-2-15,0-1-3 0,6 0 0 0,-5 0-2 0,4-4-25 16,8 4-14-16,0-4-7 0,0 0 0 15,0 0 0-15,8 0 2 0,4 1 17 0,2-1-18 16,11-4-39-16,1 0-46 0,1-4-47 0,5-1-48 0,7-3-42 16,1 0-18-16,-2 0-2 0,1 0 2 15,-6 0 17-15,7-4 31 0</inkml:trace>
  <inkml:trace contextRef="#ctx0" brushRef="#br0" timeOffset="87931.04">17643 4596 167 0,'0'-5'247'0,"6"1"15"0,-6 4-52 0,-6 0-67 15,6 0-58-15,-6 0-35 0,6 0-21 16,-14 0-15-16,8 4-6 0,-1 4-3 0,-6-4-2 16,6 5-1-16,1-5-1 0,0 4 3 0,0 0-1 15,-2 0 1-15,2 0-1 0,0 1 3 0,6 3 0 16,0-5 0-16,0 2-1 0,0 3 2 0,0-4 2 16,6 1 1-16,0 2 4 0,2-3 3 0,4-3 3 15,-6 3 2-15,8-4 4 0,-1 0 4 16,-1 0 8-16,2 0 13 0,-2-4 12 0,2 0 15 15,5-4 10-15,-5 0 11 0,-2 0 8 0,2-4 9 16,-2 4-4-16,-5-9-14 0,-1 2-13 0,8-2-36 16,-14-3-80-16,0 0-97 0,0-1-125 0,-7-7-113 15,-6 3-60-15,-14-3-12 0,9-1 44 0,-15 1 64 16</inkml:trace>
  <inkml:trace contextRef="#ctx0" brushRef="#br0" timeOffset="89259.36">12999 2442 150 0,'6'0'256'16,"-6"-5"45"-16,0 1-16 0,0 4-22 0,0 0-22 15,0-3-14-15,0 3-11 0,0 0-29 0,0 0-36 16,0 0-36-16,0 0-32 16,0 0-22-16,0 0-24 0,0 0-21 15,0 0-13-15,0 0-10 0,0 0-2 0,0 0-6 0,0 3-5 0,-6-3 2 16,6 4 2-16,-13-4 5 15,0 9 1-15,0-1 2 0,-7 1-1 0,-6-2-1 16,7 6-6-16,-7-5-3 0,0 4-1 0,0 0-1 16,-1-4 0-16,-5 5-1 0,6-1 1 0,-7-4 0 15,1 4-2-15,-1-3 2 0,1 3 3 0,-1-5 3 16,7 2 4-16,7 3 3 0,-1-8 2 0,0 4 1 0,8-4-2 0,-1 1 0 0,6-2-2 16,0 1-3-16,1 1-4 0,6-5-2 0,-6 3-2 15,6-3-1-15,0 0-1 16,-8 5 2-16,8-5 5 0,0 0 3 15,0 4 3-15,0 0 6 0,8 0 1 0,-8 4 1 0,0-4 1 0,0 4 0 0,6-4-1 32,-6 4 0-32,0 4 1 0,0-3 0 0,0 3-1 15,0 0 1-15,0 5 1 0,0-1 1 0,0 1-1 16,-6 2 1-16,6 2 0 0,-8-1-2 16,8 0-1-16,-6 5-1 0,0-1 2 0,6 0-2 0,-6 5 2 0,-1 4 3 15,0-5-1-15,1 5 2 16,-1 3-1-16,1 6 1 0,0-2-3 0,-2 0-1 15,-4 5 2-15,6 0-2 0,-1 3-2 0,0 2 2 16,1-1-1-16,-1-1-1 0,1 1 1 0,-1 5 1 0,7-6 1 0,-7 1 0 16,1 4 1-16,0-4 2 15,6 0 0-15,0 3-2 0,-6-2 1 0,-2-2-3 16,8 5 2-16,-6-4-2 0,6-5-1 0,-6 5 1 0,6-4 0 0,-7 0 0 0,1-5 0 16,6 1 0-1,0-4 1-15,-7-4-2 0,7-1 1 0,0 0-1 16,0 1-8-16,0-4-6 0,7-5-5 0,-7 1-1 15,6-5-1-15,-6 1 1 0,7-5 6 16,-1 0 2-16,0-3 5 0,2-2-1 0,-2 2-1 16,0-5 0-16,0-4-2 0,1 4 3 0,0-8 1 15,-1 4 1-15,1-4 2 0,-1 0 1 16,1 0 4-16,0-4 2 0,-1 0 0 0,0 4 1 0,-6-8 0 0,14 4-2 0,-14 0 1 0,12-4-2 0,-5 3 1 16,6-2-1-16,0-2 1 0,-1 1 2 15,8 4-3-15,7-4 0 16,-8-1-1-16,7 2 0 15,6 3 1-15,2-5-2 0,5 6 1 0,-7-6 0 16,7 6 1-16,-7-2-1 0,1-3 0 0,-7 4-1 16,7 0 1-16,-7-1 1 0,6 2 1 0,-6 3 2 15,-6-4-3-15,-1 4 3 0,1-5-2 0,-1 5 0 16,-12-4-1-16,6 4 2 0,-7 0 7 0,2 0-4 16,-8-4-2-16,0 1-6 0,0-2-19 0,-8 1-25 15,2 0-30-15,-7-4-23 0,0 0-25 0,0-1-22 16,7 1-14-16,-8 0-7 0,2 0-1 0,-2 0 2 15,8-1 7-15,-7-2 5 0,6 3 3 16,7-5 9-16</inkml:trace>
  <inkml:trace contextRef="#ctx0" brushRef="#br0" timeOffset="89514.33">12882 4395 133 0,'0'-7'225'0,"0"-1"11"16,0 3-4-16,0-3 7 0,0 5 24 0,0-2 16 16,-7 1 10-16,7 0 5 0,0 4-3 0,0 0-18 15,0-4-24-15,0 4-35 0,0 0-40 0,0 0-41 16,0 0-39-16,0 0-33 0,0 0-30 15,0 0-20-15,0 0-16 0,0 0-4 0,0 4-2 16,7 0 3-16,-7 5 1 0,0-2 3 0,0 5 7 16,6 0 1-16,-6 6 5 0,7-7 1 0,-1 2-1 15,1 3 4-15,6-4-1 0,-6 5 1 0,-1-6-4 16,7 2-4-16,-6-2-3 0,-1 2-2 0,7-4-2 16,-7 2 0-16,-6-3-17 0,7 1-24 0,-7-6-8 15,7 6-6-15,-14-1-4 0,0 1-5 0,1 2-31 16,-7-2-47-16,0 3-70 0,-6 0-69 0,-8 0-77 15,1-4-96-15,0 5-38 0,0-6 29 0,7 2 57 16,-7-1 65-16</inkml:trace>
  <inkml:trace contextRef="#ctx0" brushRef="#br0" timeOffset="90137.34">12823 5467 12 0,'-6'0'186'0,"-1"0"10"0,1 0-35 16,6 0-62-16,0 0-42 15,0 0-29-15,0 0-16 0,0 0-8 0,6 3-4 16,1-3-1-16,-1 5 1 0,7-2 0 0,-6-3 0 15,5 4 0-15,8 0 0 0,-7 1 1 0,7-1 1 16,0 0 3-16,-1 0 9 0,0 1 10 0,8-2 9 16,-1 1 2-16,6 0 2 0,7 4-3 0,0-3-8 15,7 2-12-15,-1-3-7 0,14 5-5 0,0-1-1 16,6 0-1-16,0 5-2 0,7-1 3 0,6 0 1 0,7 0-2 16,-1 0 0-16,8 4 2 15,5-3-2-15,7 3-1 0,7 4-2 0,-7 0 2 0,13-3 1 16,1 3 0-16,6 4 1 0,6-3-1 0,-7 3 6 15,15-3-3-15,-8 3 0 0,6 1-2 16,8-1 0-16,-2 1-1 0,8-2-2 0,-6 3 0 16,6-2-1-16,0 1 1 0,0-1-1 0,6 0 5 15,0 0 0-15,-6 1 1 0,6-1 7 0,0 1 6 16,-6-1 11-16,-7 5 1 0,1-5 1 0,-1 0 0 16,-6 5-3-16,-1-5-9 0,-5 1-8 0,-1 0-3 15,-6-6-2-15,-7 6-1 0,1-5-1 0,-8 1 0 16,1-2 1-16,-14-2-1 0,-5-1-3 0,-8 1-11 15,-6-1-16-15,-13-4-37 0,-6-3-57 0,-7-1-71 16,-13-4-37-16,-6 0-11 0,-7-1 7 0</inkml:trace>
  <inkml:trace contextRef="#ctx0" brushRef="#br0" timeOffset="90767.84">13136 5092 18 0,'-7'0'236'16,"7"0"14"-16,0 0 7 0,0 0-83 0,0 0-75 31,0 0-48-31,0 0-27 0,0 4-14 0,7-4-6 16,0 0 0-16,-1 3-1 0,7-3-1 0,0 5-1 15,6-5 1-15,1 0-1 0,0 4 0 0,6-4-1 16,-1 4-1-16,8-4 1 0,-7 4-2 0,6 0-10 15,1-4-32-15,-7 5-47 0,7-1-79 0,-7-1-44 16,0 2-20-16,7-5-3 0</inkml:trace>
  <inkml:trace contextRef="#ctx0" brushRef="#br0" timeOffset="91056.93">14738 5246 224 0,'-7'0'413'0,"7"5"47"16,0-5 22-16,0 0-91 0,0 0-121 0,0 0-118 15,0 0-81-15,0 4-46 0,7-4-24 0,0 0-11 16,-1 0-9-16,7 0-18 0,0 0-27 16,0 0-35-16,7 4-40 0,0-4-38 0,-1 3-31 15,0 2-23-15,8-1-27 0,-2-4-41 0,1 3 2 16,7 2 16-16,-7-1 27 0</inkml:trace>
  <inkml:trace contextRef="#ctx0" brushRef="#br0" timeOffset="91390.4">16803 5393 136 0,'0'0'459'0,"0"4"80"16,0-4 42-16,-7 0-34 0,7 0-123 15,7 0-151-15,-7 0-121 0,6-4-75 16,1 4-44-16,5 0-16 0,8-4-6 0,-6 0 2 0,11 4-1 0,-5-5-1 16,6 5-2-16,0-3-4 0,-1 3-5 0,2 0-8 15,5-4-35-15,-6 4-56 0,7 0-63 0,-7 0-66 16,0 4-70-16,-6-4-78 0,-1 0-78 15,1 0-5-15,-14 3 34 0,1-3 50 16,0 0 63-16</inkml:trace>
  <inkml:trace contextRef="#ctx0" brushRef="#br0" timeOffset="93522.89">14569 2690 22 0,'0'0'156'15,"0"-4"2"-15,0 4-58 0,0 4-51 0,0 5-27 16,0-1-13-16,-7 3-7 0,7 6-4 0,-6-1-2 16,-1 8 3-16,-6 5-1 0,7 0 2 0,-8 8 0 15,2 3 3-15,-1 9 2 0,-7 8-3 0,0 8 2 16,-6 8-4-16,1 9 0 0,-1 3 1 0,-7 9-2 15,1 4 4-15,-1 3 3 0,-7 5-12 0,8 3-19 0,-7 3-54 16,6-3-39-16,1-3-24 0,-1-9-11 0</inkml:trace>
  <inkml:trace contextRef="#ctx0" brushRef="#br0" timeOffset="93883.57">15656 3529 231 0,'0'-13'349'0,"-6"5"30"0,6 4 11 16,0 1-144-16,0-2-100 0,0 5-69 0,0 5-59 15,-7 2-29 1,1 6-13-16,0 7 4 0,-2 4 10 0,2 5 3 16,-6 3 5-16,4 5 2 0,-4 4 0 0,5 4 2 15,-6 3 1-15,0 6 1 0,-7 3-11 0,1 7-26 0,-1 6-31 0,-6 4-41 16,0 2-39-1,1-3-59-15,-1 4-67 0,-7 1-17 0,7-5 10 0,0 1 28 16</inkml:trace>
  <inkml:trace contextRef="#ctx0" brushRef="#br0" timeOffset="94203.74">17076 3704 132 0,'7'-9'433'0,"-1"6"45"0,-6 3 1 0,7 0-52 16,-14 0-159 0,7 8-154-16,-6 8-95 0,-8 4-45 15,-5 9 0-15,6 7-8 0,-13 9-30 0,7 4-53 16,-7 8-76-16,-7 8-122 0,0 8-65 0,1 0-13 16,-8 5 19-16,1-5 49 0</inkml:trace>
  <inkml:trace contextRef="#ctx0" brushRef="#br0" timeOffset="94863.92">14796 6439 121 0,'7'-24'281'0,"-7"-1"20"0,7 1 12 16,-7 0-96-16,-7-1-78 15,7 1-19-15,0 3 10 0,-7 1 12 0,7 4 5 16,-6 0-6-16,0-1-9 0,-1 5-28 0,1 4-42 16,-1-1-35-16,-6 1-18 0,7 5-11 0,-8-2-6 15,-5 5-2-15,6 5-2 0,-14 2 3 0,9 2 1 16,-9 3 3-16,1 4 2 0,0 4 1 0,0 0 2 15,1 5-2-15,5 0 2 0,-7-1 0 0,7 4-1 16,2 5 0-16,4-4-3 0,-5 4 3 0,5-2-1 16,8 2-1-16,0 0 1 0,0 4 2 0,6-5 2 15,0 1-3-15,6 0 1 0,6-2 0 0,-4-1 0 16,11-7-2-16,1 2-4 0,-2-5-3 16,16-3-10-16,-1-5-4 0,-1-4-5 0,7-4-1 0,0-4 1 15,-1-4 7-15,2 0 8 0,-1-4 5 16,0-4 4-16,-7-5 4 0,1 1 2 0,-1-4 2 15,1-1 2-15,-7-3 2 0,0 0 0 0,-6-1-1 16,-1-8-1-16,-5 5-1 0,-2-8-3 0,-4-1-1 16,-8 1-1-16,6-2 1 0,-12-3-1 0,-2 1 1 15,2 4-1-15,-7-5 1 0,-6 5-1 0,-1 3 0 16,1 0-2-16,-1 4-1 0,0 5-3 16,1-1-5-16,-1 9-16 0,-6 1-31 0,7 6-34 0,-1 1-46 15,0 8-53-15,8 4-47 0,-8 4-70 16,13 4-16-16,-5 4 10 0,5 1 36 0</inkml:trace>
  <inkml:trace contextRef="#ctx0" brushRef="#br0" timeOffset="95277.75">15800 6550 259 0,'-20'-9'304'15,"7"1"64"-15,7-1 0 0,-8 6-19 0,8 3-12 16,0-4-25-16,6 4-33 15,-7 0-56-15,7-5-73 0,0 5-62 0,0 0-47 16,0 0-24-16,0 0-13 0,7 0-4 0,5 0-1 0,8 5 0 0,0-5-1 16,5 0 1-16,9 4 1 15,-2-4 0-15,1 3 3 0,5-3 3 16,8 5 7-16,0-5 0 0,-1 4-1 0,1 0-2 16,5 0-4-16,-5 0-6 0,7 1-9 0,-2-2 0 15,2 1 1-15,-1 1 2 0,0 2 2 0,-6-2-2 16,-1-1-6-16,-5-1-29 0,-2 2-41 0,-11 3-57 0,-1-5-61 0,-7 2-55 15,-6-5-46-15,0 4-20 0,-13 4-43 0,-6-3-13 16,-8 2 24-16,-5 2 40 0,-1-6 47 0</inkml:trace>
  <inkml:trace contextRef="#ctx0" brushRef="#br0" timeOffset="95511.18">15702 6952 213 0,'-14'8'249'0,"2"1"10"0,6-5-72 16,-1-1-68 0,0 1-53-16,7 1-28 0,0-5-11 0,0 3 3 15,7 2 5-15,12-5 5 0,1 0 6 0,6 0 0 16,7 0-4-16,6 0-10 0,-1-5-5 0,15 2-7 16,-8-2-4-16,7 1-3 0,1 1 0 0,5 3-2 0,1 0-3 15,0 0-2-15,-1 0-2 0,0 3-3 16,1 1-22-16,6 1-38 0,-6-2-53 15,-1 2-74-15,-5-5-67 0,6 4-34 0,-8 0-2 16,-5-1 29-16</inkml:trace>
  <inkml:trace contextRef="#ctx0" brushRef="#br0" timeOffset="95897.77">17663 6801 22 0,'0'-7'363'31,"-8"-5"72"-31,2-1 71 0,0 0 50 0,0 1-101 16,-2 5-91-16,2-5-75 0,0 3-63 0,-7 0-69 16,6 6-69-16,-6-2-44 0,1 2-24 0,-2 3-12 15,1 0-9-15,-7 3 1 0,-6 5-2 0,0 1 3 0,1 3-1 16,-1 0-3-16,-7 1 3 15,7 3-5-15,0 4 2 0,6-4-1 0,1 4 4 16,-1 1 1-16,7 4 3 0,0-5 2 0,6 8 2 16,1-3 2-16,6 4 2 0,6 2 0 0,7-2-2 15,1 1-4-15,12-2-3 0,0 0-4 0,7-8-28 16,5 1-28-16,8-5-29 0,-7-4-25 0,6-4-16 16,2-4-8-16,-2-4 22 0,-7-8 28 0,9 0 31 15,-15 0 28-15,1-8 38 0,-1 4 51 0,-6-9 50 16,0 0 25-16,-7 1 9 0,-5 0 4 0,-1-9-81 15,-13 5-165-15,0-4-201 0,-20-5-187 0,-6-4-98 16,-13 0-50-16,-13 1 34 0,-26-9 110 16</inkml:trace>
  <inkml:trace contextRef="#ctx0" brushRef="#br0" timeOffset="140447.07">14341 9174 38 0,'0'0'174'0,"0"0"3"16,0 5-56-16,0-5-48 0,-7 4-36 0,7-4-20 15,-7 3-8-15,7-3-1 0,-6 4 3 0,0-4 7 16,0 6 8-16,6-3 9 0,-8 1 12 0,2 0 9 16,0-4 10-16,-1 5 7 0,7-2 5 0,-6-3 6 15,6 4 1-15,-7-4 4 0,0 0 6 0,7 4 7 16,0-4 9-16,-6 0 1 0,6-4-6 0,0 4-6 16,-6 0-8-16,6-4-10 0,-7 4-3 0,7-3-2 0,-7-2 6 0,7 1-1 15,-6-3 0-15,6 1-8 0,-6-1-14 0,6-6-12 16,-7 5-17-16,7-4-8 0,0 0-7 15,0-1-3-15,7 2-4 16,-7-2-1-16,0-4-1 0,6 1 0 0,-6 0 1 16,6 1-1-16,-6-2 0 0,7-4 1 0,6 5-4 15,-7-5 0-15,1 1-1 0,6 4-3 0,0-5 2 16,-7 6-1-16,14-6 6 0,-7 5-2 16,0-1-1-16,0 1 3 0,7 4-4 0,-8 0-2 0,2 0-1 0,-1 4 0 0,0 4-1 15,6-1-5-15,-5 1 6 0,-2 0 1 0,8 4-3 16,-1 0 2-1,1 4 0-15,0 0 0 0,-1 1 0 0,1-1-3 16,0 4-1-16,-1 4-2 0,1 0-2 0,-2 0-3 16,2 1-4-16,-7 3-1 0,7-3-5 0,-7 6 0 15,6-2-3-15,-5 3-14 0,-1 0-11 0,6 4-10 16,-6 2-16-16,1-3-8 0,-2 6-16 16,1-1 1-16,-6 1 4 0,-1 4 9 0,1-5 17 15,-7 0 11-15,0 1 23 0,0-1 14 0,-7 1 10 16,1-1 4-16,-1 5 4 0,-6-4 2 0,-7-1 0 15,1 0 0-15,0 1-1 0,-1-1 1 0,-6 5 1 16,0-4 0-16,0-1 0 0,-6 4-1 16,5-3 1-16,-5 0-1 0,-1 3 0 0,7-3-1 15,-6 3-2-15,-1-3 1 0,1 4 0 0,-1-5 1 0,1 1-2 16,-8-1 1-16,1 1 2 0,0-1 0 16,0 0 2-16,0 1-2 0,0-4 1 0,0-1 2 15,6-4-2-15,1 5 0 0,-1-5 0 0,1-4-1 16,6 0 3-16,6 1-1 0,0-5-1 0,7 0 0 15,1-3-1-15,4-2-1 0,-4 2 0 0,12-5-1 0,-7-1-1 0,7 7 3 16,0-10-2-16,0 3 2 16,7 1 0-16,-1 1 2 0,0-1 5 0,8-4 0 15,5 0 2-15,1 0 0 0,6 0 0 0,0 0 0 0,7-4-2 16,6 4 0-16,-1-5-1 16,8 1 0-16,0 1-1 0,0-7-2 0,-1 7-1 15,1-1-1-15,5-1-1 0,-5-2 1 0,-1 3 1 16,8-1 1-16,-1 5 2 0,-7-4 0 0,2 0-1 0,4 0 0 0,-5 4-2 15,-7-4 1-15,7 1-3 0,-7 3-1 0,0-5 2 16,-7 5-2-16,1-4 0 0,-13 0-1 0,-1 4 2 16,0-4 0-16,-5 4-20 15,-8-4-43-15,-6-1-56 0,0 1-56 16,-6-4-103-16,6 0-59 0,-6 0-13 0,-2 0 28 0,2-5 47 0</inkml:trace>
  <inkml:trace contextRef="#ctx0" brushRef="#br0" timeOffset="141328.73">15552 9223 189 0,'0'-16'351'16,"0"-1"32"-16,0 1 15 15,0 0-96-15,6 0-112 0,-6-1-73 0,7 6-50 16,0-2-27-16,6 1-14 0,-1 0-8 0,2 3-5 15,-2 2-2-15,8-2-2 0,0 1-3 0,-1 4-4 16,7 4-1-16,1 0 1 0,-1 0-1 16,6 4-1-16,-6 4 0 0,1 1 0 0,-2 3-1 15,1 4-1-15,-6 0-1 0,-1 4 0 0,1 5 0 0,-7 4 2 0,0-1-2 16,0 8 2-16,-6-3 0 16,-7 9 0-16,6-2 1 0,-6 5 0 0,-6-1 1 15,6 5-2-15,-7 0-1 0,-6 3-4 0,7-3-4 16,-8 4-3-16,-5-4-2 0,6 4 2 0,-6-4 2 15,5-4 2-15,-12 0 2 0,7-5 2 0,-7 1 2 16,6-4-1-16,-6-4-2 0,7-1-3 0,-1-7-2 0,7-5-2 16,0 0-2-16,0-8-2 15,7 0-1-15,-8-3 3 0,14-2 0 0,-6-2 4 16,6-5 0-16,6-5 0 0,0 2 2 0,8-6 1 16,5-7-1-16,1 0 0 0,6-4 2 0,7-5 0 15,-1-4 3-15,1 1-1 0,-1-8 2 0,1-1 0 0,-1 1 0 0,8-9 0 16,-1 0 0-16,6 0 2 15,-5-8 1-15,5 5 0 0,1-2 2 0,-1 1 2 16,1 1-1-16,-1 3-1 0,0 0 0 16,1 5 0-16,-7-2-2 0,0 6-1 0,1 3 0 15,-8 2 1-15,1-2 0 0,-7 4 0 0,0 4 0 16,-7 1 2-16,1 0-1 0,-1 3 0 0,-5 1 1 16,-2 0 2-16,-5 8 10 0,0-5 21 0,-1 8 17 15,0 2 11-15,-6 3 4 0,7-4 3 0,-7 8-10 16,0-4-24-16,7 4-22 0,-7-5-14 0,0 10-7 15,-7-5-5-15,0 7-1 0,1 6 4 0,-7-1 3 16,0 9 6-16,-7 3 1 0,1 4 0 16,-7 2-1-16,-7 2 1 0,7-1 1 0,-6-1-2 15,-1 6 0-15,7-3 1 0,-7-1 0 0,7 0 3 16,-6 1 0-16,5 0 2 0,1 0-2 0,1-1 0 16,5 1 1-16,-6 0-2 0,7-1-4 0,-1 4 1 15,0-3-1-15,8-5 1 0,-8 5-3 0,7-1-1 16,7-2 4-16,-8 1-2 0,8-2 0 0,6 3-1 15,0-3 2-15,0 0 1 0,6-1-1 16,1-3 2-16,6-1 1 0,6 0 0 0,-5-3-1 16,12-4-1-16,0-1 0 0,-1-4-8 0,8 0-15 15,7-3-23-15,-2 2-34 0,1-7-39 0,7 0-50 0,-1-4-48 0,2 0-66 16,-2-4-38-16,1 4 1 0,-1-8 21 0,7 1 41 16</inkml:trace>
  <inkml:trace contextRef="#ctx0" brushRef="#br0" timeOffset="141606.47">17324 9675 294 0,'-14'0'450'0,"8"0"55"0,0 0 24 16,-8 0-92-1,14 0-155-15,0 0-113 0,0 0-82 0,0 4-53 16,7-4-26-16,6 0-8 0,0 0 0 0,13-4 0 16,0 4 4-16,13 0-2 0,-6-4 4 0,6 4-1 0,6-3-2 15,-6-2 3-15,7 5-4 0,-1-4 3 16,2 4-19-16,4-4-42 0,-5 4-48 0,-1 0-51 16,1-4-51-16,-1-1-55 0,2 2-34 0,-9-2-21 15,1 2-31-15,-6-2 7 0,6-2 27 0,-12-2 41 16</inkml:trace>
  <inkml:trace contextRef="#ctx0" brushRef="#br0" timeOffset="141807.67">17982 9342 66 0,'-14'0'280'0,"-5"-5"20"16,-1 5 11-16,8 0-83 0,-2 0-89 0,1 5-60 15,0-1-41-15,0 4-20 0,0 3-11 16,0 2-3-16,7 3-2 0,-7 5-1 15,-1-1 2-15,8 5-2 0,-7-1 0 0,6 4 0 0,-5 0 0 0,5 5 1 16,0 4 0 0,1-1-1-16,-1 1-4 0,-5 8-41 0,4-4-48 15,2 3-60-15,0 2-80 0,0-5-42 0,-1-1-16 0,7 0 26 0</inkml:trace>
  <inkml:trace contextRef="#ctx0" brushRef="#br0" timeOffset="142320.63">18606 9394 328 0,'0'-20'517'0,"7"0"72"0,-7 3 37 16,0 1-72-16,0 0-163 0,0 3-123 0,7 6-116 15,-1-6-72-15,7 5-41 0,7 0-26 0,0-5-12 16,5 6-8-16,1-1-2 0,7 3-2 16,-1-3-3-16,1 8 3 0,-7-3-5 0,6 3-18 0,1 3-26 15,-7 1-26-15,7 0-32 0,-7 1-32 16,-6 3-28-16,-8-1-2 0,2 2 9 0,-8 3 21 16,1 0 31-16,-1 1 31 0,-12 3 32 0,-1 0 23 15,-6-4 14-15,0 4 8 0,-7 0 8 0,1-3 0 16,-1 3 2-16,0 1 1 0,2-1 0 0,-2 1 1 15,0-6-2-15,1 9 1 0,-1-2-2 0,7-3 0 16,0 6 0-16,0 0-2 0,7-2-1 0,-2 2-1 16,2 3-1-16,6-3 0 0,6 3-1 15,-6 0 0-15,8 1 0 0,4-1 0 0,-5 4 1 0,6-3 1 16,0 0 2-16,0 3 1 0,0-4 2 16,-7 1 2-16,8 4 0 0,-8-5 1 0,1 0-2 15,-7-3-1-15,0 0 1 0,0-2-1 0,-7 2 0 16,1-5-1-16,-1 0 2 0,-6-3 1 15,7 2-1-15,-14-2 3 0,7-5-2 0,-7 4 1 16,0-3-2-16,-5-6 2 0,-1 6-11 0,0-5-17 0,-7-4-20 16,1 0-24-16,6 0-23 0,-7-4-21 15,7-5-7-15,0 1-11 0,-7 0-17 0,14-4-23 16,-1-1-30-16,1-3-28 0,6-3-8 0,13 2 14 16</inkml:trace>
  <inkml:trace contextRef="#ctx0" brushRef="#br0" timeOffset="143087">19570 9248 164 0,'14'0'383'0,"-8"0"34"0,0 0 12 0,2 4-71 0,-2-4-123 15,-6 4-109-15,6-1-65 0,-6 7-35 16,0-3-13-16,0 6-6 0,0-2-2 0,0 2-4 15,6 4-2-15,-6-1 3 0,0 0 2 16,0 0 1-16,0 0-2 0,7 5-1 0,-7-5 3 0,7 0-2 16,-1 4-1-16,7-3-1 0,1-1 0 15,-2 1 1-15,1-5 2 0,13-1 0 0,0-1 2 16,7 2-1-16,-1-9-2 0,1 5 0 0,7-3 0 0,-8-5-3 16,7 3 0-16,-7-3 0 0,7-3 2 0,-6-2-1 15,-1 1-2-15,8 0 0 0,-8-4 0 0,1 1-15 16,-1-3-17-16,1-1-21 0,-1-1-21 15,1-1-20-15,0-3-17 0,-1 3 0 0,1-7 7 16,-1 4 15-16,-6-5 19 0,7 1 16 0,-7 0 18 16,0 4 13-16,-7 0 13 0,1 0 12 0,0-1 26 15,-8 4 27-15,2 5 24 0,-8 1 15 0,1-2 7 16,-1 5-2-16,0 4-22 0,-6-3-28 0,8 3-25 16,-8 0-16-16,-8 3-9 0,8 5-4 15,-12 1 1-15,5 2 3 0,-6 7 2 0,0-3 3 16,7 6-1-16,-8-1-3 0,8 0 2 0,0 4 0 15,-1 2 0-15,0 5 0 0,1-2 1 0,-1 7 1 16,1 2-1-16,0-2-1 0,-1 9 0 0,0-1-1 16,-5 9 1-16,5 1-1 0,-6 7 0 0,0-1 2 15,7 2 2-15,-8 3-1 0,2-4 1 0,4 4 3 16,-4 1 0-16,5-2-1 0,1-3 0 16,-1 0-1-16,1 1-2 0,6-5-3 0,0-5 0 15,0 2 0-15,0-6-2 0,0-3 2 0,6-1 2 16,-6-3 1-16,0-4-2 0,0 0 0 0,0-5 2 0,0-7 1 15,-6 3-2-15,6-8 0 0,-7 1 1 16,1-5 0-16,0 1 0 0,-8-5-3 16,8 0 1-16,-8-4 0 0,2-4-3 0,-8 0-4 0,7-4-4 15,-7 0-5-15,-5-4-1 0,-1-3-1 0,6-6-3 16,-6 0-1-16,-1-2 2 0,1-6 0 0,1-4-2 16,-1 0 1-16,6-7 2 0,-6 0 4 0,-1-5 3 15,9-4 6-15,-9 1 13 0,7-1 23 16,8 0 25-16,-1 1 25 0,0-1 16 0,6 1 8 15,7-5-1-15,0 4-17 0,7-4-19 0,6 8-23 16,0-3-16-16,7-2-12 0,-1 6-10 0,7 0-5 16,6-1-1-16,1 1-1 0,13 3 0 0,-1-4-3 15,7 4-3-15,1 2-3 0,5-2-17 0,8 0-35 16,-1 0-50-16,6 4-54 0,0 1-63 0,2 0-82 16,-8-1-71-16,12 1-9 0,-4 4 26 15,-2-5 45-15</inkml:trace>
  <inkml:trace contextRef="#ctx0" brushRef="#br0" timeOffset="143328.29">22228 9557 430 0,'6'5'583'0,"1"-10"50"0,-1 5 27 15,8-4-68-15,-2-4-216 0,2 3-182 0,5 2-97 16,7-5-55-16,0 3-30 0,0 2-19 16,7-1-26-16,-1-1-29 0,7 1-43 0,0 4-53 15,1-4-65-15,5 0-66 0,-5 4-61 0,-2-4-53 16,1 1-58-16,0 3 4 0,-6 0 42 0,-1 0 56 16,-6 0 73-16</inkml:trace>
  <inkml:trace contextRef="#ctx0" brushRef="#br0" timeOffset="143527.25">22273 9772 111 0,'-6'9'382'0,"0"-1"42"0,-1-4 18 0,0 4-49 16,7-8-119-16,7 4-118 15,0 1-77-15,5-5-39 0,8 3-19 0,6-3-9 16,0 0-7-16,0 0-27 0,13 0-39 0,0 0-38 15,0-3-30-15,7 3-30 0,6-5-34 0,6 1-17 16,1 4-27-16,0-3-40 0,6-2-10 0,7 1 6 0,-7 0 24 0</inkml:trace>
  <inkml:trace contextRef="#ctx0" brushRef="#br0" timeOffset="143836.88">24488 9183 7 0,'6'-13'343'0,"1"1"64"16,-1 0 68 0,1 4 20-16,-7 0-86 0,6 3-86 0,-6 2-78 15,0-2-64-15,0 5-63 0,6-3-59 0,-6 3-38 0,0 0-15 16,0 3-9-16,0 2-2 0,0 3-1 15,-6 8 4-15,6 0 4 0,-6 5 2 0,-1 3-1 0,1 5 0 0,-1 4-2 16,-6-5 3 0,1 8 2-16,-2 1-1 0,-6 4 2 0,1-1-23 15,-1 5-52-15,1-4-58 0,0 3-50 0,-1 1-51 0,1 0-49 0,-1-4-23 0,7-5-3 16,0 1-24-16,0-4-17 0,7-1 16 0,6-4 28 16,0-3 39-1</inkml:trace>
  <inkml:trace contextRef="#ctx0" brushRef="#br0" timeOffset="144270.59">25582 9358 35 0,'6'-12'457'0,"1"-4"81"0,-1 4 40 0,-6-1 28 16,0 0-96-16,-6 6-135 0,6-2-102 16,-7 2-64-16,7 2-36 0,-6 0-29 0,-1 2-62 15,1 3-55-15,-7 0-36 0,-1 0-18 0,2 3-10 16,-8 7 1-16,1-3 11 0,-1 6 10 0,0 3 8 16,-5 0 4-16,-1 5 4 0,6-1 5 0,-6 0-2 15,7 4 1-15,-7 5 1 0,6-1-3 0,1 2 3 16,5 1-3-16,2 2 2 0,4-4 0 15,2 4-7-15,6-6 2 0,6 6-5 0,8-9-2 16,-2 5-1-16,15-8 0 0,-1-2 0 0,6-2-6 16,7-1-2-16,7-3-1 0,-1-5 3 0,1 0-1 15,0-4 2-15,6-4 7 0,-7 0 6 0,-5-4 5 16,5 1-2-16,-6-7 4 0,1-1-1 0,-8-1 0 16,-6-5-4-16,0 1 2 0,0-5 1 0,-6-3-1 15,-8-4 1-15,2-1 0 0,-2-4 0 0,-12 0-7 16,0 1-12-16,0-4-44 0,-6 3-64 15,-14-3-82-15,1 3-78 0,-7 0-78 0,-13 1-63 0,-13 3-61 16,0 5-13-16,-13 4 37 0,-7 3 60 16,-6 1 67-16</inkml:trace>
  <inkml:trace contextRef="#ctx0" brushRef="#br0" timeOffset="145330.72">14315 11543 375 0,'-14'-8'487'0,"2"-3"59"0,-1-2 34 0,-1 0-103 16,2 1-166-16,-2 0-97 0,8 0-89 0,0 5-61 15,6-6-34-15,6 5-19 0,0-4-7 0,14-5-5 16,-7 5-1 0,13-1 4-16,0-2 4 0,0 2 1 0,13-3 0 15,-6 3-2-15,5 1 2 0,2 5-8 0,5-5-19 16,-6 7-29-16,1 1-34 0,-1 0-32 0,0 4-35 15,-7 0-20-15,1 4-3 0,-7 5 16 16,-6-2 25-16,0 1 30 0,-8 5 29 0,1-1 24 0,-6 5 18 16,-1-1 11-16,-6-1 8 0,0 6 5 15,-6 0 5-15,-7-1 2 0,0 0 0 0,-1 4 1 16,-5-3-1-16,-7-1 1 0,6 5-2 0,1-4-2 0,0-6 1 0,-1 6 1 16,1-5 1-16,-1 1 3 15,7-6 0-15,0 6-2 0,6-1-1 0,1 0 0 16,0 0 0-16,6 1-1 0,6-1 1 0,0 5 1 15,7-5 1-15,1 4 0 0,4-4 0 0,2 0-1 16,7 5-1-16,-8-4 1 0,14-2-1 0,-8 6 1 16,1-5-1-16,1 1 0 0,-1 0 0 0,0-1-1 15,0 0 2-15,-7-1-1 0,7 1 1 16,-12 1-1-16,-1-5 1 0,-1 0 0 0,-5 1-1 16,0-1 0-16,-7 0 2 0,0-3 3 0,-7 3 2 0,-6-5 2 0,0 2 4 0,-7 4 20 15,-6-6 21 1,7 2 11-16,-13-1 5 0,5-4 5 0,-5-1 0 15,-1 1-18-15,1-4-21 0,-8 0-10 0,8-4-10 16,-7 1-5-16,0-1-5 0,7-4-3 0,-1-1-3 0,1-3-2 16,-1 0-2-16,7 0-1 0,0-4 1 15,-1-1-4-15,7 1-29 0,8-1-42 0,-2-3-53 0,2-5-68 0,5 1-83 0,7-3-90 16,7 1-20 0,5-2 18-16,2-1 40 0</inkml:trace>
  <inkml:trace contextRef="#ctx0" brushRef="#br0" timeOffset="146128.62">15343 11666 5 0,'-6'-17'276'0,"0"-2"34"16,0-2 19-16,-2-4-46 0,8 5-86 0,8-4-58 16,-2-1-36-16,0 5-23 0,7-5-9 0,0 5-5 15,6-1-7-15,7 2-9 0,-6-2-12 0,7 4-8 16,-1 1-8-16,6 4-7 0,-5 0-2 16,-2 0-3-16,1 8 0 0,6-1-3 0,-5 5-2 15,-7 0-3-15,6 9-1 0,-1-2-2 0,-5 6-1 16,0 3-1-16,-8 5 2 0,2 3 1 0,-1 1 0 15,-7 4 0-15,-6-1-1 0,0 4 2 0,0 5 0 16,-13-1-2-16,0 1-1 0,-6-4 0 0,-1 3 1 16,0 0 0-16,1-3-1 0,-7-4 2 15,6-1 1-15,-5-3 2 0,5-1 0 0,0-3-1 16,7-5 2-16,0 0-2 0,0-4-2 0,7-4-3 16,0-3-1-16,6 3 0 0,-8-5 1 0,16-3 2 15,-2 0-2-15,6-3 0 0,8-1-2 0,-1-9-8 16,15 1-12-16,-9-4-16 0,15-1-16 0,-1-2-12 15,-7-3-7-15,7-1 2 0,1-6 7 0,-8 1 14 16,7-9 15-16,-7 4 14 0,1-8 11 0,0 1 6 16,-1-1 4-16,-6-4 3 0,0 5 3 0,1 0 6 15,-2 2 14-15,-12 6 25 0,0-1 44 16,1 8 42-16,-8 2 35 0,0 2 29 0,-6 5 27 16,0 3-1-16,0 1-27 0,0 0-40 0,0 8-38 0,-6 0-35 15,0 4-41-15,-2 0-25 0,2 4-15 16,-7 5-3-16,7 3 0 0,-7 4 1 0,0 0-2 15,-1 4-3-15,2 4 0 0,-1 2 0 0,0 2-3 0,0 0-1 16,-1 5-2-16,2-1 1 0,-2 5 2 16,2 4-2-16,5-1 0 0,-6 2 3 0,0-2 2 0,7 0 3 15,-1 1 1-15,0 0-19 0,7 0-21 0,-6 0-13 16,6-1-6-16,6 4-29 0,1-3-31 0,0-3-10 16,5-2-7-16,2 1-16 0,5-5-20 0,1-3-4 15,6-5 1-15,6 0 0 16,7-3-11-16,0-5-18 0,7 0-32 0,-1-3-34 0,8-6-6 0,-1 2 15 15,-1-5 28-15</inkml:trace>
  <inkml:trace contextRef="#ctx0" brushRef="#br0" timeOffset="146396.79">16978 11926 365 0,'-19'0'493'0,"6"-4"76"0,0 0 37 0,7 0-106 15,-2 4-153-15,8-4-107 0,0 4-96 16,0 0-76-16,14 0-40 0,-1-4-15 0,7 4-5 16,-2 0-6-16,9 0-12 0,5 0-13 0,1-4-8 0,6 4-11 15,0-4-10-15,6-1-29 16,1 5-28-16,7-3-39 0,-8 3-49 0,7-5-49 15,-6 5-45-15,-7-4-22 0,6 1-18 0,-6-1-12 16,1-1 0-16,-7 1 28 0,-1-4 38 0</inkml:trace>
  <inkml:trace contextRef="#ctx0" brushRef="#br0" timeOffset="146576.25">17480 11621 31 0,'-26'9'242'15,"6"3"18"-15,0-1 15 0,1 6-82 0,-1 3-68 16,8 5-47-16,-2-1-25 0,8 9-17 0,0-5-13 16,6 8-9-16,6-3-6 15,0 0-1-15,8 3-8 0,-2 1-27 0,2-1-37 16,-1 1-59-16,7 1-82 0,-1-2-44 0,0 0-18 16,1-4 12-16</inkml:trace>
  <inkml:trace contextRef="#ctx0" brushRef="#br0" timeOffset="147587.84">18424 11478 16 0,'14'-20'397'0,"-8"-4"54"15,7 3 28-15,-6 1 14 0,5-1-138 16,1 5-157-16,7 4-88 0,0 0-51 0,5 0-27 16,9 8-16-16,-2-1-9 0,1 10-3 0,-1-1-5 0,7-1-3 0,-7 10-2 15,1 0 0 1,-1 3-2-16,1-1-6 0,-7 6-10 0,7 4-12 16,-13-1-6-16,6 4-6 0,-14 1-3 0,1 7 5 15,-6-3 9-15,-7 4 11 0,-7-5 6 0,1 5 7 0,-7-4 3 16,-7 0 2-16,8-2 2 0,-8-2 0 15,0-1 4-15,1-3 3 0,5-1 0 0,-5-3 2 16,13-5-1-16,-8 4 1 0,8-4 0 0,0 1-3 16,6-5 3-16,0 5-2 0,6-6 4 15,0-2-17-15,14-1-31 0,-1-3-38 0,7-2-41 16,7-3-32-16,-1-3-30 0,8-7-10 0,5-2 8 16,-6 1 22-16,7-6 24 0,-1 1 28 0,1-4 26 0,-7-1 20 0,7 1 24 0,-7-5 19 15,0 5 13 1,-6-9 6-16,-1 5 4 0,1 0 15 0,-7-1 25 15,-6 1 33-15,-1 3 52 0,-6 5 57 0,-7 4 41 0,7-1 33 16,-13 2 4-16,7 3-24 0,-7 3-45 16,7 1-57-16,-7 0-49 0,-7 4-49 0,7 4-33 15,-7 0-20-15,1 1-12 0,-1 3-17 0,1 0-12 0,6 0-7 0,-6 4-10 16,6 0-4 0,6 0-2-16,0 0 10 0,1 1 12 0,6 0 10 15,0-6 9-15,7 2 9 0,-1-2 7 0,7-3 6 16,0 1 4-16,0-5 4 0,7 0 3 0,-7-5 6 15,7 1-1-15,-1 1 3 0,-6-1 0 0,7-5 1 0,-7 2 0 0,-7-1-1 0,7-1 0 16,-6 0 0 0,-1-3-1-16,-5 4 1 0,4-3 1 15,-4-2 0-15,-1-3 0 0,0-1-1 0,0 1 1 0,0 0 1 16,0-1-3-16,-7-3 1 0,8 4 2 0,-8 0 12 16,1 4 30-16,-1-1 18 0,0 5 12 15,1 4 3-15,-7-4 0 0,0 3-17 0,0 5-30 16,7 0-21-16,-7 5-9 0,0 3-6 0,-7 1-3 15,7 7 3-15,0-1 1 0,0 10 3 0,0-1 0 16,-7 2 1-16,7 5 3 0,0 2 0 0,0 3 0 0,0 6 0 0,0 3-2 0,-6 3 5 16,6 5-1-1,-6 4 2-15,6 5 0 0,0 2-1 16,-7 6-1-16,7-1-4 0,0 4 0 0,-6 5-2 16,6-5-2-16,0 0 2 0,0 0 3 0,-7 1 3 15,7-5-3-15,0-1 0 0,7-2 2 0,-7-1-4 16,0-4-2-16,0 0 0 0,0-4 0 0,6-4 2 0,-6 0-1 15,0-5 5-15,0-7-1 0,0 0 0 16,0-5 1-16,-6-3-2 0,6-4 3 0,-7-1-3 0,0-3 1 0,7-5-1 0,-6-4-1 16,0-4 4-1,-1 0 0-15,0-8 1 0,-5 1 0 0,-1-5-1 16,-1 0-2-16,2-9-1 0,-8-3-3 0,0 0-8 0,1-8-15 0,-7-9-19 0,0 1-25 16,-1-8-21-16,1-5-17 0,1-8-3 0,5-5 10 15,0-2 24-15,1-4 47 0,6-2 58 0,0-4 55 31,7 2 37-31,6-2 22 0,0 5 10 0,6 1-17 16,7-6-35-16,0 5-35 0,12 0-27 0,2 0-18 0,-1 4-12 0,6-5-3 0,8 6-1 16,-1 3-6-16,6-4 1 15,1 8-1-15,6-4-20 0,0 9-48 16,7-1-56-16,-1 5-61 0,8-1-74 0,-1 3-105 0,0 6-40 0,0-1 13 0,1 5 38 31,-1-1 53-31</inkml:trace>
  <inkml:trace contextRef="#ctx0" brushRef="#br0" timeOffset="147817.28">21863 11727 25 0,'13'12'560'0,"-6"-8"129"0,6 1 66 15,-7-2 34-15,8-3-95 0,-2 0-223 0,14-3-211 16,1 3-128-16,11 0-88 0,1-5-55 0,7 5-37 16,-1-4-35-16,8 4-45 0,-1 0-73 0,0 0-80 15,0 0-87-15,0 0-85 0,0 4-105 0,0-4-40 16,-6 0 27-16,-7 5 79 0,0-5 96 0</inkml:trace>
  <inkml:trace contextRef="#ctx0" brushRef="#br0" timeOffset="148016.21">22319 12097 252 0,'-7'8'444'0,"1"1"42"0,6-1 23 16,6-4-80-16,1 0-141 0,0-4-127 0,12 0-78 15,0 0-41-15,8 0-21 0,5 0-12 0,7-4-18 0,1 4-34 16,5-4-51-16,13 4-60 0,1 0-68 15,0-5-79-15,6 2-92 0,6 3-26 0,-6-4 20 16,0-1 44-16,8 1 57 0</inkml:trace>
  <inkml:trace contextRef="#ctx0" brushRef="#br0" timeOffset="148379.65">24735 11389 490 0,'0'-4'668'0,"0"-1"78"0,0 5 38 0,0 0-90 15,0 0-219 1,6 0-248-16,-6 0-173 0,0 5-91 0,0 3-46 16,0 0-20-16,0 4 15 0,-6 9 34 0,6 0 19 0,-6 2 14 15,-1 6 5-15,1 4 10 0,-7 3 3 16,0 1 3-16,-1 3 6 0,2 1 1 0,-2 0 7 0,-5 3-2 0,6 6-38 16,-6-5-69-16,5 3-67 15,1 1-68-15,0-5-65 0,0 1-57 0,7-4-13 16,0-4 16-16,6-1 11 0,6-7 2 0,0-4 1 0,7-5 22 15,7-7 35-15,0-2 41 0</inkml:trace>
  <inkml:trace contextRef="#ctx0" brushRef="#br0" timeOffset="148896.69">25542 11495 167 0,'8'-12'567'0,"-2"-4"76"16,-6 7 39-16,6-4 21 15,-6 6-174-15,0-2-236 0,0 6-146 0,0-1-75 16,0 4-45-16,0-5-21 0,-6 5-13 0,0 5-3 0,-2 2 1 0,2-2-2 0,-7 6 2 16,7 2 4-16,-7-1 0 0,0 4 0 0,-1 5-1 15,2-4 1-15,-2 2 2 0,2 2 0 16,5-1-1-1,-6 0-1-15,13 1 3 0,-7-1 2 0,7 1-2 16,0-5 2-16,7 4 2 0,0-4 2 0,6 5-3 0,-1-1 2 16,2-3 4-16,-2 3-3 0,8-4 3 15,0 5 4-15,5-2-1 0,-5 3 2 0,6-6-3 0,1 4 0 0,5 0-4 0,-6 5-5 16,0-5 1 0,0 1 3-16,0 3-3 0,0-4 1 0,0 0 0 15,-7 6-1-15,1-7-3 0,0 6 0 0,-1-5-2 0,1 1 1 16,-7 3 1-16,6-4 0 0,-6 1-1 15,1-5-4-15,-2 4 1 0,-4 0-1 16,4-4 4-16,-6 1 0 0,1-1 3 0,6 1 0 0,-13-5-1 0,7-4 0 0,-7 1 1 0,0-2 0 16,0-3 1-16,-7 1 0 0,1 3 6 0,-8-5-2 15,-4 2-1-15,-9-1 3 0,1-4 1 16,-6 0 0-16,-1 0-3 16,-7-4-1-16,2-4-2 15,-8 0-32-15,7-1-44 0,-6-3-51 0,-2 0-52 16,2 0-42-16,6-5-37 0,-7-3-10 0,8 4 4 15,5-4 12-15,1-1 5 0,5-3-10 0,1 3-32 16,14-8-39-16,-2 5-6 0,8-4 18 0,6 0 34 16</inkml:trace>
  <inkml:trace contextRef="#ctx0" brushRef="#br0" timeOffset="149056.45">25686 11450 408 0,'6'-16'591'15,"1"-5"76"-15,0 5 47 0,-1 4-72 0,1-1-181 16,6 1-165-16,6 4-132 0,1 0-72 0,12 4-46 16,1 4-85-16,-1 0-176 0,14 9-208 0,-7-2-155 15,6 2-88-15,2-2-44 0,-9-2 36 0,1-2 152 16</inkml:trace>
  <inkml:trace contextRef="#ctx0" brushRef="#br0" timeOffset="-70585.13">13194 8482 70 0,'0'-3'159'16,"0"-2"-19"-16,0 1-40 0,0 4-23 0,7-3-14 15,-7 3-9-15,0-5-10 0,0 5-10 0,0-4-12 16,0 4-7-16,7-4-6 0,-7 4-2 0,0-4-2 15,6 4 1-15,-6-4 2 0,0 4 4 0,0-4 5 16,6 4 3-16,-6 0 7 0,0 0 3 0,0 0 3 16,0 0 2-16,8 0 0 0,-8 0 1 15,0 0 2-15,0 0 1 0,0 0 8 0,0 0 6 0,0 0 7 16,0 0 1-16,0 0-1 0,-8 0-3 16,8 0-7-16,0 0-12 0,0 4-9 0,-6-4-8 15,6 0-7-15,-6 4-5 0,-1 0-4 0,-6 0 1 16,6 5-2-16,-5-6 3 0,-2 9 3 0,-5-3 2 15,6 2 2-15,0 6 2 0,-7-5 2 16,0 5-1-16,1-1 1 0,-1 4-1 0,-6 5-3 0,7-1-2 16,-1 4-4-16,-6 1 0 0,7 4-3 15,-1 0-1-15,1-2 0 0,0 11-1 0,-8-6 1 16,8 4-4-16,6 2 1 0,-7 3-1 0,0-5-1 16,8 1-1-16,-1 0 2 0,-1-5 0 0,8 4-2 15,-7-2 1-15,6-2 2 0,1 0 1 0,0 1-2 16,6-4-2-16,0 3 2 0,0-3 0 0,0 3-1 15,0 1 2-15,0 1-1 0,6 2-3 0,-6 5-24 16,6-5-37-16,1 1-48 0,0 3-46 0,-1 1-47 16,7-4-71-16,-6 4-23 0,6-1 13 0,6-3 35 15</inkml:trace>
  <inkml:trace contextRef="#ctx0" brushRef="#br0" timeOffset="-69372.48">26435 8902 218 0,'7'-4'251'16,"-7"-1"13"-16,0 2-70 0,0 3-73 0,0-5-47 16,0 5-29-16,0 0-22 0,0 0-12 0,0 0-8 15,0 0-2-15,0 0-2 0,6 0 1 0,-6 0-2 16,7 0 0-16,-7 0 1 0,12 0 1 0,-5 5 1 16,6-2-1-16,0 2 0 0,0-1 0 15,0 3 0-15,0 2 0 0,0-1 0 0,1 4 0 16,5 1 2-16,-13 3 0 0,7 0 3 0,0 9-2 15,1-5 2-15,-8 8-2 0,7 5 1 0,0 0-2 16,-6 3-1-16,5 5 1 0,2 0 0 16,-2-1-1-16,2 5 2 0,-1 4-2 0,0-5 0 15,-7 5 0-15,7 1-1 0,-7-2-1 0,2 1-3 0,-2-4 3 16,-6-1-2-16,0-3 0 0,0-4 2 16,0 3 0-16,0-2 2 0,-6-6-1 0,-2 1-1 15,2-5-1-15,0-4-6 0,-1 1-16 0,-6-1-20 16,7-7-28-16,-7-1-35 0,6 1-48 0,-6-6-49 15,7-3-16-15,-1-4 5 0</inkml:trace>
  <inkml:trace contextRef="#ctx0" brushRef="#br0" timeOffset="-68985.88">28018 9020 182 0,'0'-16'238'0,"0"0"27"16,0-1-68-16,0 5-37 0,0 4-10 0,0-1-5 15,0 1-12-15,0 5-14 0,0-2-13 0,0 5-18 16,0-4-29-16,0 4-25 0,0 0-20 0,0 0-12 16,-6 4-4-16,-2 1-5 0,2 2 1 15,-7 6 4-15,0 3 2 0,-6 5 0 0,-1 2 0 16,0 3 1-16,1-2 0 0,-7 8 0 0,6-3 0 16,-6-1 0-16,7 5 2 0,-7-4-3 0,0 2-3 15,-1-2-6-15,8-4-19 0,-7 3-22 0,0-7-26 16,6 3-27-16,-6-4-28 0,7-4-27 0,-1 0-14 15,1 1-12-15,-1-5-21 0,7-3-20 0,-6 3 3 16,12-4 18-16</inkml:trace>
  <inkml:trace contextRef="#ctx0" brushRef="#br0" timeOffset="-68720.75">27639 9049 135 0,'8'-5'306'0,"-8"1"23"16,0-4 12-16,0 8-105 0,0-4-92 0,0 4-61 15,0 0-44-15,0 0-23 0,6 4-11 0,-6 1-4 16,0 2-1-16,6 1-1 0,-6 5 1 0,7-1 0 16,0 0-1-16,-1 4 0 0,1 1 1 0,5-1 1 15,-5 4-1-15,6 1 0 0,-7-1 0 0,8 0 1 16,-8 4-1-16,7 2 0 0,-7 2-2 0,8-4-20 15,-2 4-27-15,-4 1-35 0,4-1-35 0,-5-3-42 16,6 4-53-16,0-5-41 0,-1 0-3 16,2 1 15-16,-1-8 28 0</inkml:trace>
  <inkml:trace contextRef="#ctx0" brushRef="#br0" timeOffset="-68281.66">28545 8980 119 0,'0'-9'346'0,"0"-3"29"16,0 0 18-16,7 3-58 0,-7 2-133 0,6-2-84 15,1 5-58-15,6-5-27 0,7 5-17 0,-1 1-8 16,7-6-2-16,-6 9-4 0,6-3-1 0,-7 3-2 15,1 0-3-15,-1 0 2 0,1 3-3 0,-8 2 2 16,2-1-1-16,-2-1-1 0,-4 6 0 16,4-5 1-16,-5 9-2 0,-7-6 4 0,6 2-3 15,-6 3 1-15,0 0 2 0,0 0 0 0,0 0-1 16,-6 1-1-16,-1-1 2 0,1 0 2 0,0 5-1 16,-2-5-1-16,-4 0 0 0,5-4 0 0,0 4 0 15,1 0 0-15,0 0 0 0,-1 5 0 16,1-5 1-16,-1 4-1 0,0-4 2 0,1 4-1 15,6 1 1-15,0 4 0 0,6-6 0 0,1 11-1 16,0-6 0-16,-1 0 1 0,1 4 1 0,-1-3-1 16,7-1 2-16,-6 0 2 0,5-3-2 0,-4-1-2 15,-2 1 0-15,0-6 0 0,-6-3-3 0,0 4-1 16,0-3-3-16,-6 0-13 0,-8-6-41 0,-5 1-60 16,-7 0-72-16,-13 0-93 0,0-4-48 0,-6 0-11 15,-8 0 26-15</inkml:trace>
  <inkml:trace contextRef="#ctx0" brushRef="#br0" timeOffset="-59353.3">26337 11136 56 0,'-6'-4'261'0,"6"-4"36"16,0 4 26-16,-6 1-63 0,6-6-49 0,0 9-28 15,0-4-23-15,0 4-22 0,0-3-25 16,6 3-22-16,-6 0-19 0,0 0-25 0,6-5-17 0,-6 5-13 16,0 0-10-16,0 0-9 0,0 0-6 0,0 0-1 15,0 0 0-15,0 0-1 0,0 5 1 16,0-5 3-16,0 0 5 0,6 3-1 0,-6-3 0 16,0 4 1-16,8 0-1 0,-2 1 2 15,0-2-4-15,-6 1 4 0,7 1 0 0,-1-2-3 0,1 6 3 16,0-2-1-16,-1 6 0 0,6 0 1 15,-4-1 0-15,4 4 2 0,2 4 0 0,-1 0 1 16,-1 5 0-16,8 3-1 0,-7 0 2 0,7 5 1 16,-7 4 2-16,0 4 0 0,-1 3 0 0,2 9 2 15,-1 0-2-15,-7 8-1 0,1 4-2 0,-1 1 0 16,1-2-1-16,-1 6-8 0,0 0-18 0,-6-2-23 16,0 1-21-16,-6 0-12 0,0 1-11 0,-1-1 4 15,-6-3 14-15,0-2 21 0,-7-3 20 0,1 1 14 16,0-5 7-16,-8 0 6 0,1-5 1 0,-6 1-8 15,-7 0-27-15,6-3-47 0,-5-3-61 16,-9-1-99-16,9 2-50 0,-7-3-19 0,-2-4 14 16</inkml:trace>
  <inkml:trace contextRef="#ctx0" brushRef="#br0" timeOffset="-57025.25">13898 11108 6 0,'0'-4'190'0,"0"1"15"0,0-2-17 16,-7 5-59-16,7-5-47 0,0 5-27 0,0 0-12 15,0-3-14-15,0 3-7 0,0-4-9 0,0 4-5 16,0-5 0-16,0 5 1 16,0 0 5-16,0-4 1 0,0 4 5 0,0 0 7 15,0-3 7-15,0 3 8 0,0 0 9 0,0 0 5 0,0 0 2 0,0 0-2 16,0 0-6-16,0 0-8 16,0 0-8-16,0 0-8 0,0 0-3 0,0 0-5 15,0 0-3-15,0 0-1 0,0 0-3 0,0 0-1 16,0 0-4-16,0 0-2 0,0 0-1 0,0 0-1 15,0 0-3-15,0 0 1 0,0 0-2 0,0 0 0 16,0 0 0-16,0 0 1 0,0 3-2 16,-6 1 2-16,6-4 1 0,-6 9-1 0,-2-6 1 15,8 7-2-15,-6-3 2 0,0 2 0 0,-1-6 0 0,1 6 0 0,6-2 0 16,-7 2 2-16,7-6-1 0,-6 6-2 16,-1-2 0-16,7 6 1 0,-6-4 0 15,0-1-1-15,-2 3 1 0,2-2 1 0,0 3 0 16,-1 0 1-16,0 0 0 0,7 1-1 0,-6 3-1 15,-7-3-1-15,13 2 1 0,-6-2 1 0,-1 3-1 0,0 0 0 16,1-3 0-16,0 2 0 0,-1-2 0 16,0 4-1-16,7-5-1 0,-6 4 1 0,6-4 0 15,-6 0-1-15,-1 0 0 0,7 5 3 0,-6-6-1 16,6 2 1-16,-7-4-1 0,7 2 3 16,0-3-1-16,-7 1-3 0,7-1 1 0,0 0-1 0,-6 0 1 0,6 0 0 15,0 0 0-15,0 1 0 0,-6-6 0 0,6 6 0 16,0-5-1-16,0 4-1 15,0-3 2-15,0 2-1 0,0 1-2 16,0-4 0-16,0 5 2 0,0-6-1 0,0 6-1 0,0-5 2 16,0 4 1-16,0 0-2 0,0 1-1 15,0-2 1-15,0 2-1 0,0 3-1 0,6-4-1 0,-6 5 0 0,0-5-1 16,0-1-1-16,0 6 1 0,0-6 0 0,0 6 0 16,-6-4 4-16,6 3-1 0,0 0 3 0,0-1 0 15,0-2-1-15,-8 3 0 0,8-4-1 16,0 4 1-16,0-3 1 0,0-1 0 15,0 4 0-15,0 0 0 0,0 0 2 0,0 5 0 0,0-4-1 16,0-2 0-16,0 1 2 16,0 0-2-16,0-3 1 0,8 3-1 0,-8 0 1 15,0 0-1-15,0 0-1 0,0 0 0 0,0 6 0 16,0-7 0-16,0 6 0 0,0-5 0 0,0 0 2 16,0 0-2-16,6 0 0 0,-6 5 0 0,0-6 1 0,0 2-1 0,0 3-1 15,0-4 2-15,6 0 0 0,-6 1-2 0,0-1-1 16,0 0 1-16,7 0 1 15,-7-3-1-15,0 3 0 0,7 0 1 16,-7 0 0-16,0-3 0 0,6 3 1 0,-6 0 0 16,0-4-1-16,7 5 0 0,-7-6 0 0,6 1 0 15,-6 0 0-15,6 5 0 0,-6-6 0 0,0-2 0 16,7 3 0-16,0 0 0 0,-7 1 0 0,0-6 0 16,6 6-1-16,-6-5 1 0,6 4 0 15,-6-3-1-15,0 2 0 0,7-2 1 0,-7-1-1 16,7-1 1-16,-7 1-1 0,0 1 0 0,0-2 0 15,0 1 1-15,0 1 0 0,6-5 0 0,-6 4 0 0,0-4 1 16,0 3 0-16,0-3 0 0,0 5 0 16,0-5 0-16,0 0 0 0,0 0-1 0,0 4 0 15,0-4-1-15,0 0 1 0,0 0 0 0,0 0-1 16,0 0 1-16,0 0 0 0,0 0 1 0,0 0 0 16,0 0-1-16,0 0 1 0,0 0 0 0,0 0-1 15,0 0 0-15,7-4-2 0,-7 4 0 0,6 0 0 16,-6 0 0-16,6-5-5 0,-6 5-12 15,0 0-11-15,7 0-14 0,-7 0-11 0,7 0-11 16,-7 0-5-16,0 0 5 0,6 0 6 0,-6 0 11 16,6 0 11-16,-6 0 9 0,8 5 8 0,-8-5 2 0,6 4 2 0,-6 0 3 15,6-4 1-15,-6 4 0 0,7 5 3 16,-1-6 4-16,1 1 1 16,-7 1-1-16,6-2 1 0,1 5 2 0,-1-3-2 15,-6 0 4-15,6-2 1 0,2 1-1 0,-8 0 0 0,6 0 1 0,-6 0-1 0,6 0 1 16,-6 1 0-1,7-2 0-15,-7 2 1 0,6-1-1 0,-6-1 0 16,0 1-1-16,0-4 0 0,0 5 1 0,7-1 0 16,-7 0 0-16,0-4 0 0,0 4 0 0,0-4 0 15,0 0-1-15,0 0-1 0,0 5 2 0,0-5 0 16,0 0 0-16,0 0 0 0,0 0 0 0,0 0 2 16,6 0-2-16,-6 0 1 0,0 0-2 0,0 0 1 15,0 3 0-15,0-3-1 0,0 0 1 0,0 4-1 16,0 0 2-16,0-4-1 0,0 5 0 15,0-2 1-15,7 2 1 0,-7-1-1 0,0-1-1 16,0 1 0-16,0 1 2 0,0-1-2 0,6-1 0 16,-6 2 2-16,0 3-1 0,0-4 3 0,7 0 3 15,-7 1 0-15,0 2 0 0,0-2 0 0,0-2 2 16,7 6-2-16,-7-5-6 0,0-1-2 0,0 2-4 0,6-1-13 16,-6 0-19-16,0 0-30 15,0-4-34-15,6 4-57 0,-6-4-25 0,0 0-6 16</inkml:trace>
  <inkml:trace contextRef="#ctx0" brushRef="#br0" timeOffset="-55504.37">27874 11735 152 0,'7'-17'403'0,"0"5"77"0,-1-8 56 0,0 8-17 16,-6-1-70-16,0 1-49 0,0 5-56 16,-6-2-49-16,6 6-40 0,0-2-49 15,0 5-55-15,-6-4-54 0,6 4-40 16,0-4-29-16,0 4-16 0,0 0-10 0,0 0-9 0,0 0-2 15,0 4 0-15,-7 0 2 0,0 1 0 16,-5 2 1-16,-2 9 5 0,1-3 1 0,-6 3 0 0,0 4 0 0,-1 1 0 16,0-1 1-16,-6 0 2 15,7 5-10-15,-7-1-18 0,-1 0-31 0,1 5-28 16,-6-1-39-16,-1 1-46 0,7 0-40 0,-7-5-34 16,7 5-26-16,1-1-23 0,-1-4-11 0,0 1 6 0,-1-1 8 0,7-3 13 15,2-5 14 1,-2 0 12-16,7-3 0 0,-1-1-11 0,8-5 7 15,0-2 23-15</inkml:trace>
  <inkml:trace contextRef="#ctx0" brushRef="#br0" timeOffset="-55269.11">27483 11710 43 0,'7'-16'304'0,"0"-1"73"31,-7 1 61-31,0 4-39 0,0 5-63 0,0 2-58 0,0-2-60 15,0 7-74-15,0-5-58 0,0 5-42 0,0-4-23 16,0 4-13-16,6 4-9 0,-6 1 1 16,0 2-2-16,6 1-2 0,-6 8 3 0,7 0 1 15,0 6 0-15,-7-3-1 0,6 6 2 0,7-1 0 16,-6 1-2-16,-1 0-4 0,7-2-18 0,-7 2-47 16,2 3-56-16,4-3-63 0,-5 4-66 0,-1-5-75 15,1 4-67-15,6 0-3 0,-7-2 33 16,0-2 50-16</inkml:trace>
  <inkml:trace contextRef="#ctx0" brushRef="#br0" timeOffset="-54848.34">28252 11748 119 0,'0'-13'516'0,"-7"1"74"15,7-5 43-15,0 5 33 0,0 0-159 0,0 0-192 16,-6 3-125-16,12 6-72 0,-6-6-40 0,0 5-35 16,7-4-18-16,6 4-12 0,-6 1-13 15,5-2-4-15,8 5-1 0,-7 0 1 0,7 5-2 16,-7-2-2-16,6 1-1 0,1 4-3 0,-7 5-1 15,7-1-5-15,-8 0 2 0,2 5-2 0,-2-1-5 16,2 4 0-16,-8-4-4 0,-6 9 2 0,0-1-1 0,0 0 4 16,-6 4 5-16,-8 1 5 0,2 4 1 15,-8 0-5-15,0 0-7 0,1-2-1 0,-7-2 3 16,6-1-4-16,-6-3 3 0,7-4 10 0,-1-2 8 0,1-2 0 16,-1-1-2-16,8-3 0 0,-2-2 2 0,8-2 3 15,-1-1-1-15,0 0 2 0,14 0 4 0,0 0 2 16,5 1 1-16,14-1-8 0,13-4-42 0,14 5-76 15,5-6-94-15,21 1-99 0,-1 0-124 0,13-4-87 16,6 0-9-16,8 0 49 16,-7-8 76-16</inkml:trace>
  <inkml:trace contextRef="#ctx0" brushRef="#br0" timeOffset="-52961.34">15969 13188 7 0,'0'-4'177'16,"7"1"10"-16,-7 3-37 0,0-5-53 16,6 1-33-16,-6 0-16 0,0 0-8 0,0 4-1 15,6-5 5-15,-6 1 6 0,7 0 6 0,-7 1 5 16,0-2 5-16,0 2 7 0,7-2 6 0,-7 5 3 16,0-4 2-16,0 0 3 0,0-1 2 0,0 5-5 15,0-3-11-15,-7 3-13 0,7-4-12 16,-7 4-14-16,1-5-15 0,0 5-11 0,-8 5-6 15,8-5 0-15,-14 7-1 0,7 2 1 0,-7 3 1 16,-5 0 0-16,5 9 1 0,-6 0-2 0,0 3 1 0,-7 0 1 16,7 5 0-16,0-1 1 0,1 4 2 15,-8 1 1-15,7-4 3 0,0 4-2 0,0-5 1 16,6 5-2-16,-5-5-2 0,5 1-2 0,7-1 0 16,-1 1 0-16,2-1-1 0,-2-4-1 15,8 4 4-15,6-2-1 0,-6-2-2 0,12-1 0 0,-6-1-1 16,6 2-1-16,8-4-1 0,-2 0 0 0,2-4-6 15,5 1-1-15,1-5-4 0,-1 0-14 16,7-3-15-16,-6-5-11 0,6-1-10 0,0-3-7 16,7-3-3-16,-8-1 10 0,1-1 12 0,0-2 12 0,1-5 12 15,-8-1 10-15,0 0 5 0,1 1 3 16,-7-4 4-16,0 0 1 0,-6 4 1 0,-1-5 0 16,0 1-1-16,-6-4 3 0,0-1 1 0,0 5-1 15,-6-4-1-15,-7-1-3 0,7 5-3 0,-14 0-13 16,8-1-15-16,-8 5-18 0,-6 0-13 0,6 0-10 15,-6 3-4-15,7 2 7 0,-8 2 9 0,7 5 9 16,2-3 6-16,-2 6 0 0,1 2-5 16,5-1-12-16,2-1-15 0,-2 6-32 0,8-1-39 15,6 1-14-15,0-2-2 0</inkml:trace>
  <inkml:trace contextRef="#ctx0" brushRef="#br0" timeOffset="-52378.07">16197 13550 194 0,'0'-8'264'0,"0"0"19"15,0 5-35-15,0-6-93 0,0 5-60 16,0 0-35-16,6-1-22 15,1-2-19-15,0 2-11 0,-1 1-6 0,0 1-2 0,7 3-4 16,-6 0-4-16,6 0-4 0,-7 3-4 16,8 1-3-16,-8 4-2 0,7 1-5 0,-6 3-7 15,-1 4-7-15,1 1-6 0,-1-1-9 0,-6 4-5 0,6 5-10 0,-6-1-9 16,-6-4-7-16,6 9-11 16,-6-5-8-16,-1 5-1 0,1-5 6 0,-8 4 15 15,8-3 15-15,-7-1 18 0,0-2 26 0,0-3 22 16,6-3 20-16,1-4 16 0,-1 1 15 0,1-5 11 15,0-3 5-15,6-2-1 0,0 1-9 0,0-4-13 16,0-4-18-16,6-4-14 0,7 0-15 0,-7-5-15 16,8-3-7-16,-2 1-5 0,8-6-2 0,-7 0-2 15,7-3 0-15,0 0 3 0,-2-1 2 16,2-4 10-16,-1-2 2 0,7-2 1 0,-6 0-1 0,7 0 5 16,-1-3 2-16,-7-1 5 0,7 4 17 0,-6 1 26 15,-1 0 34-15,-6 3 32 0,0 4 37 16,1 5 36-16,-8 4 30 0,-6-1 14 0,6 9-3 15,0 0-18-15,-6 0-31 0,8 8-40 0,-16 0-41 0,2 0-35 0,0 5-25 0,-8 3-12 32,-5 3-7-32,6 6-3 0,-6 4-2 0,5-2 0 0,-5 2 2 15,6 3-2-15,0 0 0 0,-7 1 1 16,8 4 1-16,5-1-4 0,-6-4-2 0,0 5-4 16,7-1-15-16,-2 1-16 0,2-4-22 0,6-1-18 15,0 0-27-15,0-3-26 0,6-1-21 0,2 0-17 16,-2 1-16-16,13 0-19 0,-5-2-26 0,5 3 2 15,0-6 19-15</inkml:trace>
  <inkml:trace contextRef="#ctx0" brushRef="#br0" timeOffset="-52106.22">17219 13828 263 0,'-6'0'364'15,"0"-5"32"-15,6 1 19 0,-8 0-117 0,8 4-121 16,0 0-71-16,0-5-39 0,8 2-33 0,4 3-18 16,-5-4-11-16,12-1-9 0,1 2-12 15,-1-2-21-15,7 1-18 0,1 0-21 0,5-4-8 16,-6 4-7-16,13 0 0 0,-6 0-5 15,-1-1-11-15,1-2-20 0,-1 3-34 0,-6-4-52 16,7 4-42-16,-7-1-10 0,0 1 16 0</inkml:trace>
  <inkml:trace contextRef="#ctx0" brushRef="#br0" timeOffset="-51894.48">17578 13550 84 0,'-6'4'300'0,"6"1"23"0,0-5 11 16,0 4-78-16,0-1-95 15,-8 6-70-15,8 3-44 0,0 0-23 0,0 4-10 0,0 4-5 16,0 1-1-16,0 4-2 0,0-1-4 16,0 0-10-16,0 4-32 0,0 1-43 0,0 0-48 0,0-1-57 0,0 1-75 15,0-4-30-15,8 3 9 16,-8 1 30-16</inkml:trace>
  <inkml:trace contextRef="#ctx0" brushRef="#br0" timeOffset="-51396.45">18483 13554 53 0,'0'-23'256'0,"-7"-3"36"0,7 6 22 0,-6-5-77 16,6 6-66-16,-6-2-35 0,-1 1-31 15,0 4-32-15,1-5-21 16,0 5-13-16,-8-1-15 0,8 2-5 0,-7-3-5 16,0 6 1-16,0 1-2 0,-1 3-2 0,2-1-2 15,-2 1-4-15,-5 4-2 0,-1 4-2 0,8 0 0 16,-8 4-1-16,1 4 2 0,5 1-2 0,-6-1 1 15,8 3-2-15,-1 1 0 0,0 6 1 0,0 1 0 16,-1-2 0-16,2 4 2 0,5 3 0 0,-6-4 1 16,7 5-2-16,-1-1 0 0,1 1 2 15,-1 3-2-15,7-8-1 0,7 5 0 0,-1-6 3 16,7 3-1-16,0-6-2 0,0-1 2 0,7-2-1 16,6 0-1-16,-7-6-3 0,7 2-3 0,0-2-1 15,1-2-1-15,-8-1-3 0,7-4 1 16,-6 0 2-16,0-4-2 0,-8-1 3 0,8 2 1 15,-7-1 2-15,-1-1 0 0,2-3 0 0,-8 5 2 16,1-6-1-16,0 5 2 0,-1 4-1 0,-6-4-3 16,6 4 0-16,-6 0-2 0,0 0-1 0,0 4 0 15,-6 4 1-15,6 4 2 0,-6 1 4 0,-1 7 3 0,0 1 1 0,1-2-2 0,-8 6-9 0,8-1-25 32,-7 1-31-32,7-1-34 0,-7 1-42 0,0 3-44 15,7-4-63-15,-8 2-24 0,14-3 3 0,-6 2 20 16</inkml:trace>
  <inkml:trace contextRef="#ctx0" brushRef="#br0" timeOffset="-50736.02">18945 13502 340 0,'0'-5'437'16,"6"1"29"-16,-6 4 16 0,0 0-127 0,0 4-132 16,-6 1-106-16,6 7-59 0,-6 0-31 15,0 0-20-15,-1 4-30 0,7 1-46 0,-7-1-46 16,7 1-37-16,0-1-37 0,0-1-30 0,7 2-8 16,0-5 15-16,-1 5 22 0,6-5 23 0,2-4 30 0,-1 1 30 15,0-6 30-15,6-3 25 0,-5 0 22 16,5 0 18-16,-6-3 11 0,6-2 10 15,-5-3 10-15,5 0 8 0,-6-4 1 0,7 3-1 16,-7-3-3-16,-1 0-4 0,8 0-7 0,-7 0-6 16,0-4-4-16,0 3-2 0,1 0-1 0,-8-2 0 15,7 2-4-15,-6 1 4 0,-1 5 0 0,0-6 18 16,-6 9 13-16,7-5 11 0,-7 6 7 0,0-2-2 16,0 5 1-16,0 0-16 0,0 5-12 0,-7-2-13 15,1 6-4-15,0 3 0 0,-1 4-3 0,0 5 1 16,-5-2 1-16,4 10 2 0,2 0-1 0,-7 3 1 15,7 6-1-15,-1 2 1 0,1 5-3 0,-1-1-1 16,1 5 0-16,-8 5 0 0,8-2 0 0,0-3-1 16,-1 3 1-16,1-2 1 0,-1 2 2 0,1-3 6 0,-1 0 6 15,1 0 3-15,6 0 0 0,-7 0 3 16,0 0-5-16,7-5-4 0,-6-3-6 0,6 0-3 0,0 0-1 16,0-9-2-16,0 4 2 0,0-7-1 0,0-5 0 15,0-3-1-15,0 0 1 16,6-9 0-16,-6 0 0 0,0-5 4 15,0 2 20-15,0-5 27 0,0 0 16 0,0-4 8 0,0-4 2 0,0-4-1 16,0-4-17-16,0-5-28 0,-6-3-14 0,6 0-9 16,0-4-6-16,0-5-2 15,0-4-2-15,6 1-2 0,-6-9-4 0,0 0 0 16,7-3-1-16,-7-2-1 0,0 2-1 0,7-5 2 16,-7 4 3-16,6 1 2 0,1-2 2 0,-1 6 3 15,7 0 4-15,0 3 0 0,-7 1 1 0,14 7-2 16,-7 1-7-16,7-1-20 0,0 4-31 0,-1 5-42 15,7-1-53-15,0 5-80 0,0-1-47 0,7 1-14 16,-1 4 15-16</inkml:trace>
  <inkml:trace contextRef="#ctx0" brushRef="#br0" timeOffset="-50506.09">20606 13925 84 0,'14'4'436'15,"-2"-4"66"-15,-6 3 30 0,8-3-5 0,-8 0-147 16,7 0-146-16,1-3-112 0,4 3-70 0,-4 0-51 16,5 0-46-16,1 0-47 0,0 0-58 0,5 0-59 15,1 0-48-15,-6 0-33 0,6-4-18 0,1 4-12 16,-2 0-11-16,1 0 20 0,0 0 37 0,0-5 42 15</inkml:trace>
  <inkml:trace contextRef="#ctx0" brushRef="#br0" timeOffset="-50317.48">20626 14148 249 0,'-20'9'318'0,"0"-9"24"0,7 4-34 0,7 0-95 15,-7-4-71 1,13 0-55-16,-7 4-42 0,7-4-23 0,7 0-12 16,6 0-12-16,0 0-26 0,7 0-42 0,0-4-54 15,5 0-64-15,7 0-81 0,1 0-37 0,7-1-2 16,-2 2 30-16</inkml:trace>
  <inkml:trace contextRef="#ctx0" brushRef="#br0" timeOffset="-49817.59">21934 13628 48 0,'0'-5'300'0,"0"2"24"15,7-2 13-15,-7-3-47 0,7 0-121 0,6 4-77 31,-1 0-43-31,8-5-26 0,-6 5-12 0,5 1-7 0,7-1-3 16,-6 4-3-16,6-5-2 0,-1 5-1 16,1 5-2-16,1-5-7 0,-8 4-12 0,0 3-8 15,1-2-6-15,0 7-3 0,-7 0 1 0,-1 0 1 16,2 0 6-16,-8 5 7 0,-6-5 3 0,7 5 4 16,-7-1 1-16,-7 0 7 0,7 0 5 0,-6-4 2 15,-8 4 4-15,8 1 0 0,-6-5 2 0,5 5 1 16,-6-5 1-16,6 4-1 0,-5-4-1 0,4 4 1 15,2-3 0-15,0 0-1 0,6 2 0 0,-7-2 2 16,7-1 0-16,7 5 2 0,-7-5-2 16,6 4 1-16,8-4 0 0,-8 4-1 0,7 1 0 15,0-5-1-15,-6 4-1 0,5-4 0 0,8 0 1 16,-14 0-1-16,7 0-1 0,1 1 0 0,-8 0 2 16,7-2-1-16,-6-3 0 0,-7 1 1 0,6-6 1 15,-6 6 3-15,0-5 4 0,0 0 6 0,-6 0 8 16,-1 0 2-16,0 0 2 0,-5-4-1 0,-8 0-6 15,1 0-7-15,-1 0-5 0,0 0-3 16,-5 0-3-16,5-4-1 0,-6 0 0 0,6 0-6 0,1-4-9 16,-1 4-19-16,1-1-28 0,-1-3-41 15,6 1-52-15,8-6-69 0,-6 5-32 0,12-4-2 0,0 0 19 16</inkml:trace>
  <inkml:trace contextRef="#ctx0" brushRef="#br0" timeOffset="-49494.1">22866 13693 220 0,'7'4'372'16,"-7"-4"27"-16,6 0 14 0,-6 4-107 0,-6-4-108 16,6 4-88-16,-7 4-52 0,0 1-28 15,1-2-12-15,-7 2-7 0,6 3-4 16,1 0-4-16,-7 0 0 0,7 0-1 0,6 0 0 0,-7 5-2 15,7-4-2-15,0-2-3 0,0 2-3 0,7-1-2 16,-1 0-4-16,7-3 0 0,0-2 1 0,0-2 2 0,7-2 1 16,6 1 2-16,-7-4 2 0,13-4 1 15,-5 1 3-15,5-6 0 0,1 1 3 16,-7 0 5-16,6-5 3 0,-12 1 0 0,6-4 2 16,-7 0 1-16,1-1-2 0,-1-2-3 0,-12-3-3 15,6-1-7-15,-7 2-19 0,-6-8-35 0,-6 6-47 16,0-6-47-16,-14 1-55 0,1 2-72 0,-14-2-48 15,-6 4-1-15,0 0 25 0,-14-1 39 0</inkml:trace>
  <inkml:trace contextRef="#ctx0" brushRef="#br0" timeOffset="-47464.25">15884 14776 119 0,'7'-12'194'0,"-1"-4"-9"0,0 3-45 0,2 1-21 15,-2-1-8-15,0 1-10 0,1 4-5 0,-1-4-1 16,1 4 0-16,-1-4 1 0,1 3 2 0,-1 2 8 15,-6 2 12-15,0-3 9 0,7 4 1 0,-7 4-9 16,7-5-14-16,-7 5-22 0,0 0-28 0,0 0-26 16,0 0-18-16,0 0-9 0,-7 5-2 0,0 3-4 15,1 1-1-15,-7 7 2 0,0 4 4 0,-6 0-1 16,-8 8 1-16,8 5 1 0,-8 0 1 0,1 8-1 16,1-1-1-16,-1 1 1 0,0-1 1 0,-1 5 2 15,1-4 0-15,7 0 1 0,-1-1 0 0,0 1 2 16,8-4-1-16,-2-1-2 0,8-3 0 15,0 0 2-15,6-5-1 0,6-3-3 0,0-1-3 16,8-7 0-16,6-6 0 0,-1 2-1 0,7-9-2 16,0-4-1-16,13 0-2 0,-7-9 1 0,7 1-1 15,1-3 0-15,-1-6 4 0,-7-4 1 0,1 1 4 16,-1 0 0-16,-5-1 0 0,-1-2 0 16,-7 2-1-16,1 0-1 0,-1-3 0 0,-6 4-1 0,-7-5 1 15,2 5-1-15,-2-5-1 0,-6 1-2 16,-6 0-12-16,6-1-26 0,-14 1-36 0,8 3-32 15,-7-3-29-15,-7 7-28 0,7-2-19 0,-13 3 2 0,7 3 11 16,-8 1 8-16,8 4 6 0,-1 0 2 16,1 4-12-16,0-1-22 0,5 5-2 0,1-4 11 0</inkml:trace>
  <inkml:trace contextRef="#ctx0" brushRef="#br0" timeOffset="-47050.88">16314 14748 133 0,'27'-9'207'16,"-9"5"-2"-16,9 0-48 0,-7-1-29 16,-8 5-22-16,8 5-25 0,-1-1-21 0,1 0-17 15,-7 5-14-15,0 2-10 0,0 2-8 0,-7-2-4 0,8 6-2 16,-14 4-1-16,6-6-2 0,-6 6-2 16,0 0 1-16,-6-1 0 0,6-4 0 0,-7 4-1 15,-6 0 2-15,6-3-2 0,-5-1 1 16,5-4-1-16,0 0 1 0,1 1 6 0,0-5 7 15,-1 0 13-15,7-4 7 0,-7 0 7 0,7-4 7 16,0 0 0-16,0 0-8 0,7-4-8 0,0 0-8 16,5-9-9-16,2 6-5 0,5-9-4 0,-6 3-5 0,6-3-1 15,7-5-3-15,-6 1-2 0,-1-4-7 0,7-1-12 16,-6-3-9-16,0-1-10 16,-1 1-3-16,1-5-1 0,-1 5 4 0,1 4 12 15,-7-1 18-15,0 5 25 0,-7 3 20 0,1 6 16 16,0-2 5-16,-1 4 4 0,1 6-8 0,-7 3-15 15,0 0-13-15,0 0-12 0,0 8-4 0,-7 0-2 16,7 8 1-16,-6 1 0 0,-1 3 0 0,0 0-1 16,1 5-3-16,0-1-4 0,-1 4-5 0,0 1-14 15,1 0-26-15,6-1-33 0,-6-4-38 0,-1 6-41 0,7-6-62 0,7 0-35 16,-1-4-1-16,0 0 19 0</inkml:trace>
  <inkml:trace contextRef="#ctx0" brushRef="#br0" timeOffset="-46843.1">17369 15016 374 0,'13'0'431'0,"7"-5"25"0,0 5 15 15,-1 0-137 1,0-3-139-16,8 3-90 0,-8 0-49 0,7 0-29 15,6-4-19-15,-6 4-26 0,7 0-49 0,-7-5-65 16,7 5-68-16,5-3-80 0,-5-2-91 0,0 5-31 16,0-4 18-16,-1 0 47 0</inkml:trace>
  <inkml:trace contextRef="#ctx0" brushRef="#br0" timeOffset="-46633.1">17949 14735 173 0,'-6'-4'373'0,"-2"-1"33"16,2 5 16-16,6-3-79 0,-6 3-120 15,6 3-95-15,-6 2-59 0,6 3-36 0,-7 4-12 0,0 1-10 16,7 2-2-16,-6 11-3 0,6-7-2 16,-7 6 0-16,7 4-14 0,0-1-35 0,7-4-49 15,-7 4-44-15,0 1-49 0,0-5-51 0,6 5-48 16,-6 0-33-16,0-5 10 0,0 4 26 0,0 0 36 15</inkml:trace>
  <inkml:trace contextRef="#ctx0" brushRef="#br0" timeOffset="-46193.27">18541 14694 4 0,'7'0'408'15,"-7"-4"66"-15,0 4 36 0,6 0 19 0,-6 4-137 16,0 0-144-16,-6 4-111 0,6 9-64 16,-7-1-34-16,7 4-18 0,-6 4-8 0,0 1-5 15,6 3-1-15,-7 1-5 0,7-1-2 0,-7 5-4 0,1-1-14 16,6 1-47-16,-6-4-62 0,6-1-52 15,-7 0-41-15,7-3-32 0,0 0-12 16,0-5 34-16,7-4 54 0,-1 1 49 0,7-6 40 16,0-6 35-16,0 2 24 0,7-7 14 0,-8 0 8 0,8-3 9 0,0-1 10 15,-1-4 7-15,1 0 7 16,0-5 3-16,-1 2 2 0,-6-2-3 0,6 0-9 16,1-2-6-16,-7-6-6 0,7 4-5 0,-8 1-2 0,2-4 1 0,-8 4 4 15,7 3 6-15,-6 1 5 0,-1 4 3 0,1 4 1 16,-7-3-5-16,6 7-4 0,-6 0-8 0,0 3-4 15,-6 1-2-15,-1 8 1 16,1 0 1-16,-1 4 0 0,-6 5 1 16,7 0-1-16,-8 3-1 0,2 0-15 0,-2 1-36 0,1-1-53 15,1 5-74-15,-2-5-53 0,8 5-28 16,0-4-1-16</inkml:trace>
  <inkml:trace contextRef="#ctx0" brushRef="#br0" timeOffset="-45977.28">19369 14980 217 0,'0'-5'386'0,"6"1"29"16,-6 4 16-16,0 0-93 15,0 4-118-15,-6 4-102 0,6 5-58 16,-7 2-33-16,7-2-44 0,-7 3-54 0,7-3-49 15,0 3-44-15,0-4-45 0,0 0-41 0,0 0-15 16,7-3 1-16,0 3-3 0,-1-5 16 16,0 2 29-16</inkml:trace>
  <inkml:trace contextRef="#ctx0" brushRef="#br0" timeOffset="-45626.01">19486 15146 84 0,'13'-8'134'0,"0"3"-11"0,0-2-13 0,0 2-7 16,0-2-12-16,0-2-13 0,0-3-16 0,0 5-18 15,-7-3-15-15,8-1-12 0,-8 3-8 0,0-1-2 16,1 1 7-16,0 0 15 0,-7 3 10 0,6-2 9 15,-6 7 1-15,0-4-1 0,0 4-9 0,0 0-13 16,-6 8-6-16,-1 0 1 0,0 4 8 0,1 9 8 16,6-5 9-16,-6 12 6 0,0 1 1 0,-2 4-3 15,2-2-7-15,0 11-7 0,-1 3-7 0,0 0-7 16,-6 3-6-16,7 1-8 0,-7 3-3 0,6-2-2 0,-5-1-2 0,5-1 0 16,0-3-1-1,-6-5 0-15,7-3 1 0,0-4-1 0,-1 0 2 16,0-9-1-16,1-4 3 0,-8 1 2 0,8-9 0 15,-7 1 2-15,7-5 2 0,-7-1 4 0,0-7 6 0,7 4 3 0,-8-8 6 0,8 0 5 32,-8-4 4-32,8 0 0 0,-1-5-3 0,-5-2-3 0,5-1-2 15,7-6-4-15,-7-1-6 0,1-6-6 0,6 1-7 16,6-9-2-16,-6 1-5 0,7-2-8 16,0-6-7-16,5 3-7 0,1-4-9 0,1 5-8 15,6 0-15-15,5-1-19 0,-5 0-27 0,6 4-30 16,6 0-35-16,1 5-43 0,-1 3-63 0,15 0-18 15,-9 5 11-15,7 0 28 0</inkml:trace>
  <inkml:trace contextRef="#ctx0" brushRef="#br0" timeOffset="-45413.84">20612 15053 350 0,'14'7'625'0,"-8"-2"99"0,0-1 54 0,-6 0-31 16,7-4-190-16,0 3-201 0,-1-3-153 0,7 0-97 16,1 5-59-16,4-5-46 0,2 0-47 15,7 5-48-15,-1-5-52 0,-1 3-79 0,9-3-90 0,-9 0-77 16,7 0-58-16,1-3-39 0,-7 3-38 0,6 0 2 16,-5-5 59-16,-1 5 78 0,-6 0 77 15</inkml:trace>
  <inkml:trace contextRef="#ctx0" brushRef="#br0" timeOffset="-45236.76">20717 15273 2 0,'-20'12'279'0,"8"-5"41"0,-2-3 22 0,8 1-56 16,-1-1-82-16,7-1-62 0,0-3-58 15,7 0-40-15,5 0-24 0,2-3-10 0,12-1-13 16,0-1-23-16,-1-2-34 0,8 3-44 0,7-8-51 15,5 3-64-15,1 1-60 0,5-4-17 0,2-1 15 16,-1 5 34-16</inkml:trace>
  <inkml:trace contextRef="#ctx0" brushRef="#br0" timeOffset="-44761.61">22306 14873 329 0,'6'-4'401'0,"1"0"26"15,-7 0 12-15,13 0-131 16,-7-1-133-16,14 2-83 0,0-1-44 0,-1 0-25 16,1-1-11-16,6 5-5 0,-7 0-7 0,7 0 0 15,0 0 0-15,-6 0 1 0,6 5 1 0,-7-1 0 16,1 3 1-16,-1 2-1 0,-5-5-5 0,-2 9-4 15,-4-6-2-15,-2 1-3 0,0 5-1 0,-6-5 2 16,0 1 5-16,0 2 2 0,-6 2 2 0,0-6 3 16,-8 6 2-16,8 0-1 0,-8-6 0 15,1 5 0-15,1-3 0 0,-2-6-2 0,8 6 2 16,-7-2-1-16,6-2-1 0,1 3 0 0,-1-4 0 16,1 5 0-16,-1-5 0 0,7 4 0 0,-6 0 0 15,6 0 3-15,6 0 1 0,-6 1-2 0,7 2 0 16,-1-3 0-16,1 4 1 0,-1 1 0 0,8 0-2 0,-8-6 3 0,7 5 0 15,-6 1 1 1,-1-5-3-16,7 4-2 0,-7-4 2 0,1 0-4 16,-7 0 2-16,7-4 0 0,-7 5 0 0,0-5 0 15,0 0 3-15,-7 0 1 0,7-4-2 0,-13 5 2 0,6-2 1 0,-5 1-2 16,-2-4-7-16,-5 0-17 16,-1 0-31-16,1-4-39 0,0 1-36 0,-1-2-34 15,-6-3-28-15,7 4-24 0,-1-9-11 0,6 5-20 16,2 0-19-16,-1-5 4 0,6 1 18 0</inkml:trace>
  <inkml:trace contextRef="#ctx0" brushRef="#br0" timeOffset="-44444.29">23295 14857 66 0,'14'8'278'0,"-1"-4"21"0,-7 0 17 15,-6 5-63-15,7-1-80 0,-7 0-57 0,0 0-31 16,0 4-17-16,0 4-17 0,-7-3-18 16,7-2-11-16,-6 2-8 15,-1-1-5-15,7 4-3 0,-6-4-3 0,6 1-3 16,0 3-3-16,6-3-1 0,-6-1-1 0,7-1-4 16,-1-1 1-16,8-3-4 0,-2 1 0 0,8 0 1 15,0-3-1-15,-1-5 5 0,1 0 2 0,6 0 3 0,-7-5 4 0,7 1 3 16,-6 0 2-1,-1-4 1-15,1-4 2 0,-7 4-1 0,0-8 1 16,0-1-4-16,0 1-5 0,-13-9-14 0,6 6-26 16,-12-7-33-16,0-2-39 0,-8 0-42 0,2-1-37 0,-15 1-40 0,1 3-32 0,0 1 2 15,-13-1 22 1</inkml:trace>
  <inkml:trace contextRef="#ctx0" brushRef="#br0" timeOffset="-43446.95">14236 16403 170 0,'0'0'230'0,"7"0"11"0,0 0-66 0,-1 0-53 31,7 0-31-31,0 0-16 0,6-3-3 0,1 3 4 16,6 0 0-16,1 0-4 0,-1-4-9 0,6 4-16 0,7 0-10 15,0-5-9-15,0 5-9 0,7 0-7 16,-1 5-5-16,7-5-1 0,7 0-4 0,0 4-2 15,-1-4-1-15,7 0 0 0,7 3-1 0,0 2 1 0,-1-5 2 16,1 4 0-16,6-4 1 0,6 4 0 0,1-4 0 16,6 3-2-16,7-3-1 0,0 0-2 0,6 0 3 15,0 0 1-15,1 5 1 0,5-5 2 16,7 0 3-16,7 5 4 0,0-5 3 0,6 0 3 16,1 3 1-16,-1-3 1 0,13 4-3 0,0-4-4 15,1 4-2-15,6-4-2 0,6 0-1 0,7 5-2 16,-1-5 2-16,2 0 0 0,11 4-6 0,1-4-1 0,6 0-2 0,7 0 4 0,6 0-2 15,7 0-1 1,1 0 4-16,4 0 1 0,8 0 1 0,0 0-5 16,0 0 2-16,7 0-1 0,0-4-4 0,-1 4-4 15,0 0 5-15,7-5 2 0,-6 5-5 0,6 0 4 16,-1 0 3-16,2 0 1 0,-2 0-5 0,8 0 3 16,-1 0 2-16,-5 0-8 0,-2 0 2 0,-6 0 0 15,2 0 2-15,-9 0-4 0,-6 5 4 0,1-5 1 16,-14 0-2-16,1 0 2 0,-7 0-1 0,-7 0 4 0,0 0-3 15,-6 0 0-15,-7 0 0 0,-6 0-1 16,-13 0 2-16,-6 0-8 0,-8 0-14 0,-12 0-21 16,-7 0-38-16,-13 0-45 0,1 0-63 0,-20-5-79 15,-8 5-32-15,-5-4 2 0,-20-3 23 16</inkml:trace>
  <inkml:trace contextRef="#ctx0" brushRef="#br0" timeOffset="-42617.29">15467 15818 81 0,'-6'-4'282'0,"6"-5"38"0,-6 6 14 0,6-2-81 16,0 5-72-16,0-4-56 0,0 1-45 0,0 3-38 15,6 0-21-15,0-5-11 0,0 5-6 0,8-4-3 16,-1 4-2-16,7 0-2 16,0 0-2-16,-2 0 1 15,9 4-2-15,-1 1-10 0,0-2-22 0,0 1-27 0,7 1-30 0,-1-2-35 0,1 6-35 16,-1-5-33-1,1-1-47-15,6 2-8 0,-1-1 12 0,8 0 24 16</inkml:trace>
  <inkml:trace contextRef="#ctx0" brushRef="#br0" timeOffset="-42361.05">17838 15671 219 0,'13'-3'390'0,"-6"-3"35"0,5 3 16 16,-5-1-96-16,6-5-117 0,0 5-93 0,7 1-65 16,0-6-34-16,5 6-15 0,7-6-12 15,2 2-4-15,-2 2-5 0,14-3-13 0,0 4-24 16,-1-4-36-16,1 4-42 0,-1-5-52 0,0 5-55 15,8-4-50-15,-7 4-50 0,5 0-12 0,-5 0 18 16,7 0 38-16</inkml:trace>
  <inkml:trace contextRef="#ctx0" brushRef="#br0" timeOffset="-42073.42">21251 15598 221 0,'26'8'343'15,"7"-3"22"-15,-7-2 12 0,0 1-118 16,-1 0-105-16,9 1-67 0,-2-2-41 0,7 1-22 15,-7 1-11-15,7-5-5 0,7 3-5 0,-7 1-2 0,0-4-5 16,7 5-20-16,-1-5-36 16,-6 4-44-16,7-4-56 0,-7 0-73 0,-7 0-69 15,1 4-20-15,-1-4 14 0,-5-4 34 0</inkml:trace>
  <inkml:trace contextRef="#ctx0" brushRef="#br0" timeOffset="-38510.71">16763 13221 1 0,'-19'12'153'0,"-1"0"10"0,0 9-57 0,2-2-31 16,-9 6-14-16,1 4-11 0,-6 4-9 16,-1 2-9-16,1 6-9 0,-7 8-9 0,-1 4-13 15,1 1-21-15,-6 6-23 0,-1 1-26 0,1 0-29 0,-1 5-42 16,1-5-21-16,5 4 4 0</inkml:trace>
  <inkml:trace contextRef="#ctx0" brushRef="#br0" timeOffset="-38190.07">16562 14588 333 0,'19'-3'422'0,"-6"-2"34"16,-6 5 18-16,5 0-137 0,-4-4-113 16,-2 4-90-16,0 0-60 0,-6 0-36 15,6 0-18-15,-6 0-10 0,0 0-5 0,0 4-5 16,-6 1-2-16,-6 2 1 0,4 5-1 0,-4 1-2 15,-1 7-1-15,-7 4 1 0,0 5 0 0,1 4-1 16,-7 3 3-16,0 5 4 0,0 8-1 0,-7-5-2 16,1 10-18-16,-1-5-49 0,-6 3-52 0,7 1-53 15,-8-5-45-15,8 5-47 0,-1-3-35 16,1-1-9-16,-1-4-1 0,7-1 22 0,7 2 33 0</inkml:trace>
  <inkml:trace contextRef="#ctx0" brushRef="#br0" timeOffset="-37185.49">18092 16774 19 0,'7'-8'251'0,"-7"-1"19"0,0 6 13 15,0-1-73-15,0 0-82 16,0-1-51-16,0 2-34 0,0 3-19 0,0-5-10 16,0 5-7-16,-7 0-3 0,7 0-2 0,-7 5-3 0,1-2 0 15,0 2 0-15,-1 3-1 16,-6-5 1-16,7 6 1 0,-1 4 2 0,-6-6-1 15,6 6 2-15,1-1 2 0,0 0 0 0,-2 0 0 16,-4 0 2-16,12 0 1 0,-6 5 0 0,-1-5 0 16,7 4 0-16,0 1 0 0,0-6 2 0,0 6 0 15,7-1-3-15,-7-3 1 0,6 3 0 0,6 0-2 16,-4 1 0-16,-2-6-2 0,7 6-1 0,0-1 1 16,0 1-1-16,0-5-1 0,0 4-1 0,0 1 2 15,0-5-2-15,0 4 1 0,0 1 1 0,0-1-1 16,1 0-1-16,-8 0 1 0,7 0 0 0,-7 1 0 15,1-6 2-15,-1 6 0 0,1-5 4 0,-7 0 2 0,6 1 3 0,-6-1 2 16,-6-4 2-16,6 0 0 16,-7 5-1-16,1-6-3 0,-1 2-6 0,-6-5-19 15,1 4-31-15,-2-8-47 0,-5 4-64 0,6-4-78 16,-7-4-51-16,7-1-12 0,-7 2 15 0</inkml:trace>
  <inkml:trace contextRef="#ctx0" brushRef="#br0" timeOffset="-36997.96">18125 16925 151 0,'13'-12'311'0,"-1"0"25"0,2 3 14 15,5-3-105 1,-6 4-79-16,6-1-54 0,1 2-36 0,0 3-21 16,-1-5-14-16,7 6-8 0,0-6-11 0,-6 6-9 15,7-2-13-15,-2 5-27 0,-5-4-48 0,6 0-54 16,-6 4-60-16,5 0-70 0,1 0-57 0,0 0-10 15,1 0 30-15,-1 0 43 0</inkml:trace>
  <inkml:trace contextRef="#ctx0" brushRef="#br0" timeOffset="-36467.31">18801 16815 74 0,'0'0'342'0,"0"-4"46"0,0 4 31 15,0 0-49-15,0-5-103 0,0 5-88 16,-6 0-72-16,6 0-45 0,0 0-28 0,0 5-16 15,0-5-8-15,-6 8-2 0,6-4-1 0,0 4-3 16,0 1-1-16,6-6-1 0,-6 6 0 0,6 2-3 16,8-6 1-16,-8 3 0 0,8 1 0 0,-1-2 0 15,6-3-1-15,0 1-2 0,1-5 0 0,0 0 0 16,5-5 1-16,8 1-1 0,-7-3-2 0,7-2 3 16,-7 1 0-16,0-1 0 0,0-3 1 0,0 5 1 15,1-5 1-15,-8 3-1 0,0-4 1 0,-6 2 2 16,7-1-2-16,-7 3 1 0,-6 1 1 15,-1-4 4-15,0 8 3 0,1 0 5 0,-1-1 5 16,-6 2-1-16,7-2 1 0,-7 5-4 0,0 0-5 16,-7 5-7-16,7-2-4 0,-6 6 0 0,-7 3 0 15,13 5 0-15,-13-1 0 0,13 4 2 0,-7 5 3 16,1-2 1-16,6 10-5 0,0 0 4 0,0 0-1 16,-6 3 0-16,6 0-4 0,0 6 0 0,0-2 1 15,0 1-3-15,-8-1-1 0,8 1 1 0,0 0 1 16,8-1 0-16,-8-3 0 0,0 0 3 0,0-1 1 15,0-3 0-15,0-4-1 0,0-4 1 0,0-1 1 16,0-4-4-16,0-4 0 0,0 0 2 0,0-7 6 16,0-2 15-16,0 2 41 0,0-6 45 0,0-3 25 15,-8 5 12-15,2-10 1 0,6 2-10 0,-6-1-38 16,-1-8-43-16,1 3-27 0,-1-3-12 0,1-4-8 16,6-1-7-16,-7-3-4 0,7-4-7 0,0-5-9 15,7-3-11-15,-1 0-21 0,1-2-19 0,-1-1-15 16,1-3-14-16,5 1-14 0,2 6-22 0,6-2-24 15,-8 4-22-15,8-4-28 0,6 5-18 0,0 0-9 16,0 4 3-16,7-2 7 0,-1 6 3 0,1 0-7 0,6-1-18 16,-6 6 3-16,6 2 15 0</inkml:trace>
  <inkml:trace contextRef="#ctx0" brushRef="#br0" timeOffset="-36295.43">19987 16901 283 0,'7'0'384'0,"-1"0"41"0,1 3-6 15,0-3-93-15,-1 0-89 0,-6 0-84 0,6 0-63 16,-6 0-39-16,6 4-20 0,2-4-11 16,-2 5-6-16,0-5-2 0,8 3 1 0,-1-3-1 15,-1 5-6-15,8-5-11 0,0 0-38 0,-1 4-55 16,1-4-60-16,0 4-59 0,-8-4-65 0,8 3-74 16,-1-3-20-16,-5 5 23 0,-2-1 42 0,-5 4 50 15</inkml:trace>
  <inkml:trace contextRef="#ctx0" brushRef="#br0" timeOffset="-36097.44">20066 17197 234 0,'-7'5'396'0,"7"-5"37"0,0 4 20 16,7-4-107-16,-7 0-104 0,6 0-96 0,1-4-66 0,-1-1-39 15,7 2-18-15,6-2-9 0,1 1-6 0,6-3-5 16,-7 2-3-16,14 1-1 0,-1 1-15 0,2-2-39 15,5 1-50-15,0 0-55 0,-7 4-56 16,7-5-61-16,1 5-58 0,-2 0-19 0,8-3 17 0,-14 3 40 16,8 0 48-16</inkml:trace>
  <inkml:trace contextRef="#ctx0" brushRef="#br0" timeOffset="-35760.14">21277 16925 37 0,'0'-12'272'0,"6"0"48"16,1 3 52-16,-7-3-35 0,0 8-15 0,0-4 6 16,0 3 2-16,0 1-3 0,0 1-18 0,0 3-35 15,0-4-44-15,0 4-58 0,0 0-50 0,0 0-40 16,0 0-34-16,0 0-20 0,-7 4-14 0,1-1-4 16,6 1-6-16,-6 9-3 0,-2-4-3 15,2-2 1-15,0 5-1 0,-1-3-1 0,7-1 0 16,-6 3 2-16,6-2 4 0,-7 3-2 0,7 0 0 0,0 1 0 15,0-5 1-15,7 4-1 0,-1 0-4 16,1-3-2-16,-1-1-2 0,8-1-5 0,-2-3 0 0,2 1 1 16,5-1 3-16,1-4-1 0,-1-4 3 15,7-1 2-15,-6-2 3 0,0-2 0 0,-1 1 1 16,-6-3 0-16,6-1 6 0,-5-1 0 0,-8 0-2 16,0-3-5-16,1-1-31 0,-7 1-86 0,0-4-128 15,-13 0-127-15,-7 0-131 0,1-1-98 0,-13 1-22 16,-2 0 57-16,2 8 111 0,-7-5 118 0</inkml:trace>
  <inkml:trace contextRef="#ctx0" brushRef="#br0" timeOffset="-29134.69">30167 13526 107 0,'19'-17'425'0,"7"5"55"15,-6-4 31-15,-1 8-21 0,7-5-144 16,1 6-129-16,-1-1-101 0,0-1-57 0,7 5-25 16,-7-4-16-16,-1 4-8 0,1 0-10 0,7 0-33 15,-7-1-68-15,0 5-82 0,0 0-87 0,1 0-102 16,-1 0-76-16,-7 5-12 0,1-1 46 0,-8 0 67 15</inkml:trace>
  <inkml:trace contextRef="#ctx0" brushRef="#br0" timeOffset="966.67">23198 17161 74 0,'-13'0'85'16,"-7"0"-19"-16,1 5-10 0,0-5-10 16,6 0-7-16,-7 0-6 0,0 0-7 0,1 0-7 0,6-5-6 0,-6 5-4 0,5-4-5 15,2 4-2 1,-2-4-2-16,8 4 2 0,-7-5 1 0,6 5 4 15,0-3 6-15,-5-2 6 0,6 2 9 0,6-1 9 0,-8-1 9 0,2 1 6 0,6-4 7 0,-6 4 3 16,6-1 2-16,-7-2-2 16,7 3 2-16,0-4 3 0,0 4 3 15,0-4 7-15,-6-1 7 0,6 5 12 0,0-4 11 16,0 0 12-16,-7 4 16 0,7-5 17 0,-7 2 11 0,7-1 7 0,0 3 2 16,-6-3 1-1,6 5 1-15,-6-6-4 0,6 6 6 0,0-2 5 0,0 0-2 16,0 5-11-16,0 0-25 0,0 0-31 0,0 0-53 15,6 0-47-15,0 5-32 0,-6-5-18 16,14 5-9-16,-1-2-1 0,-1 1 18 0,8-4 16 16,0 5 6-16,5-2 3 0,9 1 3 0,-2-4-7 15,1 4-16-15,6-4-32 0,-1 5-44 0,-5-5-49 0,7 3-50 0,-8-3-40 0,7 5-35 16,-6-1-25-16,-7-4-10 16,6 3-24-16,-6 1-49 0,-7 1-5 0,1-1 25 15,-7-4 39-15,0 4 49 0</inkml:trace>
  <inkml:trace contextRef="#ctx0" brushRef="#br0" timeOffset="1155.02">22970 17295 288 0,'-13'4'356'0,"13"0"20"16,-7 1-28-16,7-2-95 0,7-3-96 0,0 0-73 15,6 0-44 1,7 0-20-16,-2 0-8 0,2-3-5 15,13-2-7-15,-7 1 0 0,7 0 1 0,5 1-7 0,-5-2-21 16,-1 1-36-16,8-4-47 0,-7 3-54 0,6-2-66 0,-7 3-72 0,1-4-21 0,5-1 13 16,-5 2 37-16</inkml:trace>
  <inkml:trace contextRef="#ctx0" brushRef="#br0" timeOffset="1385.23">23628 16945 117 0,'-7'-8'332'0,"-5"0"60"31,5 0 46-31,-6 0-62 0,7-1-92 0,6 6-68 0,-7 3-59 16,7-5-60-16,0 1-42 0,0 4-29 15,7 0-15-15,-1 0-4 0,0 0-7 0,8 4 1 16,5-4-3-16,1 5 0 0,-1 2 2 0,0-2-3 16,8 3 2-16,-1 3 0 0,-7 2-3 0,1 0-17 15,0 2-25-15,-8-2-24 0,2 7-25 0,-8-4-33 0,0 5-32 16,1 3-21-16,-14-3-18 0,1 3-30 0,-7-3-40 15,0 3-28-15,-1-8 7 0,-5 5 20 0,6-5 36 16</inkml:trace>
  <inkml:trace contextRef="#ctx0" brushRef="#br0" timeOffset="1960.77">24214 16717 88 0,'14'-7'374'0,"-8"-3"53"0,0 7 29 16,0-1-51-16,2 4-108 0,-8-5-103 16,0 5-89-16,0 5-51 0,0 2-28 0,0-2-10 15,0 7-8-15,0 0 0 0,0 0-3 0,-8 1-18 16,8 3-22-16,0-3-24 0,0 3-25 0,0-4-20 16,8 0-14-16,-2 0 0 0,0-4 11 0,7 1 17 15,1-5 20-15,-2-1 19 0,8-6 15 0,-1-1 13 16,1-1 11-16,6-2 5 0,-6-5 6 0,5-1 1 15,-5-3 2-15,6 3-1 0,-6 1-1 16,-1-5 1-16,1 6-1 0,-1-6-1 0,-6 5 1 16,0 0 0-16,1 4 0 0,-8-1 0 0,0 2 1 15,1 3-1-15,-7-1-2 0,7 5 0 0,-7 0 0 16,-7 5-1-16,0 2-1 0,1 6 3 0,0 3 1 16,-1 4 0-16,-6 4 0 0,6 5 0 0,1 0 3 15,-1 8 0-15,1 3 1 0,-1 9 1 0,1 1 0 16,6 10 1-16,-6 1-3 0,-2 5 0 0,8 2-3 15,-6 5-1-15,0-4-1 0,6-3-1 0,-7-1-1 16,7 0 0-16,0-8 1 0,0-4 1 0,0 1-1 16,0-10 1-16,-6-3 1 0,6-5-2 0,0 1 2 15,0-4 1-15,-7-5-1 0,7-8 1 0,-6 0 2 16,-1-7 2-16,1-1 0 0,0-4 1 0,-2 0 0 16,2-8 1-16,0 0-2 0,-8-3 0 0,2-6-2 15,-1-3-1-15,-1 0 0 0,2-4-1 0,-2-5 0 16,8-3-1-16,-7-4-1 0,0-6 1 0,0-1 2 15,7-3 3-15,-2-2 1 0,2-5 2 0,0 5 6 16,6-5 7-16,0 3 5 0,0-2 2 0,6 3 0 16,8 0-1-16,-2 1-2 0,8 3-7 0,-7 5-5 15,13-1-5-15,-6 5 0 0,5 3-4 0,1 1-3 16,7 3-18-16,-7 1-42 0,7 4-48 0,-1-1-71 16,1 5-90-16,-1-4-46 0,1 4-7 0,0 4 25 15</inkml:trace>
  <inkml:trace contextRef="#ctx0" brushRef="#br0" timeOffset="2130.07">24976 17014 420 0,'0'0'586'0,"6"-4"74"0,-6 0 41 0,0 4-97 16,0 0-162-16,0 0-170 0,0 0-128 0,7-3-76 16,0 3-45-16,-1-5-16 0,7 5-16 0,7-4-20 0,0 4-42 15,-1-3-72-15,1-2-83 0,6 5-88 16,-7-5-72-16,1 5-56 0,6-3-38 0,-14 3-10 15,8 0 42-15,-7 3 63 0,1-3 65 0</inkml:trace>
  <inkml:trace contextRef="#ctx0" brushRef="#br0" timeOffset="2512.59">24976 17222 204 0,'-6'8'296'0,"-8"0"19"15,8-4-36-15,6 0-82 0,-6 1-73 0,6-2-55 16,0 2-32-16,0-5-17 0,6 4-8 0,0-1-5 0,8-3 0 15,5 0-4-15,1-3-11 0,6 3-23 16,0-9-31-16,0 6-41 0,13-10-42 0,-6 5-40 0,5-4-25 0,1 0 1 16,7 0 17-16,-7-1 31 0,7 1 41 15,-7-4 48-15,6 3 46 0,-12-3 40 16,6-1 34-16,-6 1 28 0,-1 1 23 0,-5 2 15 16,-8-3 10-16,1 7 13 0,-1-2 9 0,-6 3 14 15,0 3 12-15,-6 1 14 0,-1 0 7 0,1 1-3 0,-7 3-12 16,0 0-10-16,6 0-12 0,-12 3-13 0,6 5-18 15,-7 0-17-15,1 4-15 0,-1 1-22 16,0 3-24-16,1 0-19 0,0-4-15 0,-1 4-10 16,0 1-3-16,7-1 3 0,-6 1-2 0,12-5-1 15,-6 4 0-15,7-4 3 0,0 1 1 0,5-5-1 16,8 0 1-16,0 1 4 0,-1-9 5 0,7 0 12 0,0-5 38 16,1 1 41-16,5-4 33 0,1-4 24 15,-1 3 14-15,-6-3-4 0,1 0-31 0,-9 0-35 16,2-4-35-16,-7 4-38 0,-7-5-105 0,-12 1-168 0,-7-5-186 15,-7 2-160-15,-18 2-80 0,-15-4-33 0,-12 5 66 16,-12 1 145-16</inkml:trace>
  <inkml:trace contextRef="#ctx0" brushRef="#br0" timeOffset="4158.22">20287 8796 41 0,'0'4'125'0,"0"4"-47"0,-6 1-38 16,6-2-18-16,0 5-13 0,-7-3-3 0,7 3-5 15,0 0-1 1,0-4 0-16,0 5 0 0,0-5 1 0,0-1 2 16,0 2 2-16,0-1 4 0,0-4 9 0,0 1 5 0,0-2 5 15,0 1 6-15,0-4 5 0,7 0 11 16,-7 0 20-16,6 4 18 0,0-4 13 0,1-4 9 0,6 4 8 0,0-7-3 15,0-2-15-15,7 1-5 0,-1-4-3 0,8-5-1 16,-2 1 0 0,7-4-1-16,2 0-6 0,5-1-11 0,-1-3-12 0,1 3-12 15,1-3-11-15,-1 0-10 0,6-4-9 0,-5 2-6 16,5-2-3-16,1-1-3 0,-7 1-2 16,6 0-1-16,1-1-2 0,-7 1-1 0,0 4-1 0,-7 3 0 0,-6 4-1 0,-6 1-2 15,-1 9 1 1,-5-2-5-16,-8 1-10 0,0 4-17 0,2-1-10 15,-8 5-5-15,0 5-12 0,-8 3-24 0,-4 0-25 0,-2 0-29 0,2 4-52 16,-8 5-82-16,-6-5-33 16,0 5 5-16,0-5 22 0</inkml:trace>
  <inkml:trace contextRef="#ctx0" brushRef="#br0" timeOffset="6990.2">28115 14910 55 0,'0'-4'161'0,"0"4"-14"0,0 0-48 0,0 0-35 16,0 0-17-16,0 0-6 0,7 0 2 0,-7 0 6 15,0 0 6-15,0 0 5 0,0 0 1 16,0 0-1-16,0 0-2 0,0 0-5 0,6 0-1 15,-6 0-4-15,0-5 0 0,0 5-2 0,0 0 0 16,0 0 0-16,0 0 1 0,7 0 2 0,-7 0 3 0,0 0 4 16,0 0 4-16,0 0 0 0,0 0-1 15,0 0-1-15,0 0-7 0,0 0-4 0,0 0 0 16,0 0 2-16,0-3 5 0,0 3 5 16,0 0 10-16,0 0 3 0,0 0-3 0,0 0-6 15,0 0-8-15,0 0-11 0,0 0-16 0,0 3-10 16,0-3-11-16,0 0-6 0,-7 0-2 0,7 5-3 15,-13-1-1-15,7 0 1 0,0 5 2 0,-8-2 0 16,8 2-1-16,-8 3 1 0,8-5-2 16,0 6 3-16,-1-4-3 0,7 2 2 0,-6-3 2 15,6 4-1-15,0 1 3 0,6-5-1 0,-6 4 1 16,7-3 0-16,-1 3-2 0,8-4 2 0,-8 5 1 16,7-6 1-16,0 5 1 0,0 0 1 0,7 4 0 15,-8-3-1-15,2 0-1 0,5-1-4 0,-6-1 1 16,0 2-1-16,1-1 1 0,-2 0 1 0,1 0 1 0,-6 1-1 15,6-1-1-15,-7 0 1 0,0 0-1 16,2 0-4-16,-2 1 2 0,-6-1 0 0,0-4 0 16,0 4 1-16,0 0 1 0,0 1 3 0,-6-5-3 15,6 4 1-15,-8-4 1 0,2 5 0 0,-7-6-3 0,7 2 0 0,-8 3-1 16,2-4-1 0,-2 0 0-16,2 0-7 0,-2-3-27 0,-5 2-39 15,-1-7-42-15,8 4-51 0,-8-4-62 0,1-4-61 0,-1 1-64 0,0-6-11 0,7 1 19 16,7 0 36-1</inkml:trace>
  <inkml:trace contextRef="#ctx0" brushRef="#br0" timeOffset="7180.6">28063 14918 352 0,'0'-17'514'0,"0"1"66"15,0 0 40 1,0-1-56-16,0 6-194 0,0 3-140 0,6-1-84 15,2 1-66-15,-2 0-39 0,7 0-21 0,6-4-10 16,1 3-1-16,-1 2-4 0,14-1-42 0,-7-1-68 16,0 5-89-16,7 4-96 0,-7-3-101 0,0 3-113 15,0 3-34-15,-7 5 26 0,1 0 69 0,-7 1 82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AA8D-B63D-178A-B4D5-4BF7CDA3D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BCE04-E214-5915-7AAB-A4A62471C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E888-0D7C-64B0-1D51-277C6371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642E-9950-EE7B-A3A6-664652A4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F438A-D115-6A9C-4C7A-F42FF124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58C1-A12A-DE9C-19A6-7D5A3852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8209-F6DE-046B-DB11-125486B3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24765-0A5B-2B73-1D51-2E3330F5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088DA-AE2F-C750-2E45-6C77FD66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2CF6-E962-662D-F3A8-59594ADC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350C-4A8F-F82B-1E15-35E290B1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6651A-4A28-2028-CBCD-7BA5B05A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BA3C-AFEC-38E5-CEEF-7200C0FF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99CD7-1B0B-5377-2D14-2B604E09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03D-B31F-F3B4-A959-7147494F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6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4588-B22C-59C2-B5FF-708AB875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D149-4A8D-6B84-CF9A-1035D7D9C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B6B30-A768-65F0-1EE3-B0DB01663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8964-7687-DA0C-6F40-7C302E39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634BB-8450-752A-C68B-F38BF740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1E264-7C5F-D2FC-F117-B7519F16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5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3F15-26E7-0320-3F26-49C19B3B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6F42C-6555-FF39-7C5A-5D8106870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77F0B-765A-F1DA-8D3F-260298E90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E52EE-B7D3-3064-5F05-5DB77C30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E2ABC-63B9-802B-EFA7-6EA47F33D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2F41D-4290-DEEC-04F9-DBA249A1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6068D-1526-8321-F683-35249D97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36DFC-E5A6-F996-D332-14D37B4F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9E0C-425B-9B8A-B6A4-6991A829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0970F-EAFB-F6D1-2FA7-60325C1A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3EC19-BFD6-DB73-FC6F-F3D0B41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64A0B-C45A-98D5-4ED7-23B8144D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AA079-1724-5847-7AAD-85B911BA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70F25-B8BE-B2CE-87D5-33BD988A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38F2-EF48-C818-C62D-E35DC09E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32F-EC43-2073-1F92-45C3AC7B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1507-8DE7-5766-32E0-321DD607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5DC37-67B8-DF89-BD3D-2FFB0A120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734D2-9BFB-8219-C36B-D4E2B6DE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D35E2-59BD-1164-8209-E37AD75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450CC-1E1F-B48D-F131-F2F12CE4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CD33-5626-E165-2B17-707467F7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3335F-2146-1FEF-AA90-EC9A06838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E4209-A544-6FA3-9829-6695E75E7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7D6B5-64F2-2938-C0A1-645505FC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CD6E-E37E-9D73-49B2-BC2E5E35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516B-36C0-9C0A-87D3-FA7C96F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2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939D-E405-D503-A206-BE6C8BBA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91992-254C-C8B6-B2F6-495C2BAE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2C9DA-A59D-0A94-93C8-60E78CCE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40FB-9338-DD34-7063-56101D71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86B6-407A-A1D9-33B9-8BD4CE19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FFB99-F4CE-E110-76B7-7465A2761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C0AB0-9D82-DFA9-CD30-65B2E85CE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59F5-E4AB-5358-3F46-CB338CFD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B9F6-1C99-1D5B-7D38-0CDDF982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7800-9FDB-F0E5-EBBC-A5E81286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F0EA6-D84B-B2CB-8ED7-1C929B5F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FB55-CF91-F872-8245-B337082C1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43BA-DB40-8A7D-46E7-64E557EB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9DFC-27CE-4B34-AD4D-CDDA795D7CA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C99C3-EF4C-67CC-5905-BB61430C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B177-2BF0-F59B-8065-95E02F384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customXml" Target="../ink/ink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5.png"/><Relationship Id="rId7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0.png"/><Relationship Id="rId7" Type="http://schemas.openxmlformats.org/officeDocument/2006/relationships/customXml" Target="../ink/ink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10.emf"/><Relationship Id="rId4" Type="http://schemas.openxmlformats.org/officeDocument/2006/relationships/image" Target="../media/image26.png"/><Relationship Id="rId9" Type="http://schemas.openxmlformats.org/officeDocument/2006/relationships/customXml" Target="../ink/ink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5.png"/><Relationship Id="rId3" Type="http://schemas.openxmlformats.org/officeDocument/2006/relationships/image" Target="../media/image12.emf"/><Relationship Id="rId7" Type="http://schemas.openxmlformats.org/officeDocument/2006/relationships/image" Target="../media/image290.png"/><Relationship Id="rId12" Type="http://schemas.openxmlformats.org/officeDocument/2006/relationships/image" Target="../media/image34.png"/><Relationship Id="rId2" Type="http://schemas.openxmlformats.org/officeDocument/2006/relationships/image" Target="../media/image11.emf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3.png"/><Relationship Id="rId5" Type="http://schemas.openxmlformats.org/officeDocument/2006/relationships/image" Target="../media/image270.png"/><Relationship Id="rId15" Type="http://schemas.openxmlformats.org/officeDocument/2006/relationships/customXml" Target="../ink/ink6.xml"/><Relationship Id="rId10" Type="http://schemas.openxmlformats.org/officeDocument/2006/relationships/image" Target="../media/image32.png"/><Relationship Id="rId4" Type="http://schemas.openxmlformats.org/officeDocument/2006/relationships/image" Target="../media/image13.emf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customXml" Target="../ink/ink7.xml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3.emf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B0CE86EC-8E1A-6E89-2E16-EF3B625A8A98}"/>
              </a:ext>
            </a:extLst>
          </p:cNvPr>
          <p:cNvGrpSpPr/>
          <p:nvPr/>
        </p:nvGrpSpPr>
        <p:grpSpPr>
          <a:xfrm>
            <a:off x="4425495" y="-237991"/>
            <a:ext cx="7770245" cy="7271350"/>
            <a:chOff x="4425495" y="-237991"/>
            <a:chExt cx="7770245" cy="7271350"/>
          </a:xfrm>
          <a:blipFill>
            <a:blip r:embed="rId2"/>
            <a:stretch>
              <a:fillRect/>
            </a:stretch>
          </a:blipFill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F572A708-4EAB-2D27-8F4C-A0B1FCB03715}"/>
                </a:ext>
              </a:extLst>
            </p:cNvPr>
            <p:cNvSpPr/>
            <p:nvPr/>
          </p:nvSpPr>
          <p:spPr>
            <a:xfrm>
              <a:off x="11101316" y="599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BF36E832-11BD-A307-818F-840339BF9979}"/>
                </a:ext>
              </a:extLst>
            </p:cNvPr>
            <p:cNvSpPr/>
            <p:nvPr/>
          </p:nvSpPr>
          <p:spPr>
            <a:xfrm>
              <a:off x="11101316" y="58967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A97992D6-6C99-5185-B577-C0EF421CCE6F}"/>
                </a:ext>
              </a:extLst>
            </p:cNvPr>
            <p:cNvSpPr/>
            <p:nvPr/>
          </p:nvSpPr>
          <p:spPr>
            <a:xfrm>
              <a:off x="11115607" y="495240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78452974-94E3-66FF-F930-DC5333139247}"/>
                </a:ext>
              </a:extLst>
            </p:cNvPr>
            <p:cNvSpPr/>
            <p:nvPr/>
          </p:nvSpPr>
          <p:spPr>
            <a:xfrm>
              <a:off x="11115607" y="39711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07A1B3F6-F46F-A0AA-0E53-F3E11670E15A}"/>
                </a:ext>
              </a:extLst>
            </p:cNvPr>
            <p:cNvSpPr/>
            <p:nvPr/>
          </p:nvSpPr>
          <p:spPr>
            <a:xfrm>
              <a:off x="11135036" y="299383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47496AB7-9DE6-F1A8-F931-69B40AE4BDBA}"/>
                </a:ext>
              </a:extLst>
            </p:cNvPr>
            <p:cNvSpPr/>
            <p:nvPr/>
          </p:nvSpPr>
          <p:spPr>
            <a:xfrm>
              <a:off x="11105056" y="20155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FD778D55-049E-5871-BCC1-7839B7C64142}"/>
                </a:ext>
              </a:extLst>
            </p:cNvPr>
            <p:cNvSpPr/>
            <p:nvPr/>
          </p:nvSpPr>
          <p:spPr>
            <a:xfrm>
              <a:off x="11116306" y="10377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9217C12B-E7FE-7883-A09A-924A72452BB4}"/>
                </a:ext>
              </a:extLst>
            </p:cNvPr>
            <p:cNvSpPr/>
            <p:nvPr/>
          </p:nvSpPr>
          <p:spPr>
            <a:xfrm>
              <a:off x="10115562" y="-23799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57250E66-3EBA-E36D-0A6B-657F3461F866}"/>
                </a:ext>
              </a:extLst>
            </p:cNvPr>
            <p:cNvSpPr/>
            <p:nvPr/>
          </p:nvSpPr>
          <p:spPr>
            <a:xfrm>
              <a:off x="10115562" y="559882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3C4816F8-F703-92BB-CCA4-1FC0B2457095}"/>
                </a:ext>
              </a:extLst>
            </p:cNvPr>
            <p:cNvSpPr/>
            <p:nvPr/>
          </p:nvSpPr>
          <p:spPr>
            <a:xfrm>
              <a:off x="10129853" y="46544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4012BB9B-36F8-7509-4FE7-44249D0D9FB1}"/>
                </a:ext>
              </a:extLst>
            </p:cNvPr>
            <p:cNvSpPr/>
            <p:nvPr/>
          </p:nvSpPr>
          <p:spPr>
            <a:xfrm>
              <a:off x="10129853" y="36732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CD5BE096-2DC7-1D89-AEC2-678F8C1F852D}"/>
                </a:ext>
              </a:extLst>
            </p:cNvPr>
            <p:cNvSpPr/>
            <p:nvPr/>
          </p:nvSpPr>
          <p:spPr>
            <a:xfrm>
              <a:off x="10149282" y="26958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16FA40FF-8A11-DCF7-4A59-CCAEAA54A23C}"/>
                </a:ext>
              </a:extLst>
            </p:cNvPr>
            <p:cNvSpPr/>
            <p:nvPr/>
          </p:nvSpPr>
          <p:spPr>
            <a:xfrm>
              <a:off x="10119302" y="17176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299B5FB0-22FE-8551-0764-4065D17AD9D2}"/>
                </a:ext>
              </a:extLst>
            </p:cNvPr>
            <p:cNvSpPr/>
            <p:nvPr/>
          </p:nvSpPr>
          <p:spPr>
            <a:xfrm>
              <a:off x="10130552" y="7398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6E2F3384-FC50-5291-A95E-76F486392C6E}"/>
                </a:ext>
              </a:extLst>
            </p:cNvPr>
            <p:cNvSpPr/>
            <p:nvPr/>
          </p:nvSpPr>
          <p:spPr>
            <a:xfrm>
              <a:off x="9205316" y="1798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EFC0E255-1B5C-842A-E10A-15515169B506}"/>
                </a:ext>
              </a:extLst>
            </p:cNvPr>
            <p:cNvSpPr/>
            <p:nvPr/>
          </p:nvSpPr>
          <p:spPr>
            <a:xfrm>
              <a:off x="9205316" y="601670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817D0A0B-2E54-B436-DBDE-1050F67B0BFE}"/>
                </a:ext>
              </a:extLst>
            </p:cNvPr>
            <p:cNvSpPr/>
            <p:nvPr/>
          </p:nvSpPr>
          <p:spPr>
            <a:xfrm>
              <a:off x="9219607" y="50723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F3F7FC68-9892-674A-3291-B9A3C14FA7C6}"/>
                </a:ext>
              </a:extLst>
            </p:cNvPr>
            <p:cNvSpPr/>
            <p:nvPr/>
          </p:nvSpPr>
          <p:spPr>
            <a:xfrm>
              <a:off x="9219607" y="40910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41F09C42-A971-9593-3989-47F41A719C53}"/>
                </a:ext>
              </a:extLst>
            </p:cNvPr>
            <p:cNvSpPr/>
            <p:nvPr/>
          </p:nvSpPr>
          <p:spPr>
            <a:xfrm>
              <a:off x="9239036" y="311375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19D5E052-A388-FC57-B1C7-14DCB24FA65E}"/>
                </a:ext>
              </a:extLst>
            </p:cNvPr>
            <p:cNvSpPr/>
            <p:nvPr/>
          </p:nvSpPr>
          <p:spPr>
            <a:xfrm>
              <a:off x="9209056" y="21354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D67B5451-B1A3-44F5-673D-7E06C50299D9}"/>
                </a:ext>
              </a:extLst>
            </p:cNvPr>
            <p:cNvSpPr/>
            <p:nvPr/>
          </p:nvSpPr>
          <p:spPr>
            <a:xfrm>
              <a:off x="9220306" y="11576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6A4B6729-3E01-244E-4009-8AE9153E9060}"/>
                </a:ext>
              </a:extLst>
            </p:cNvPr>
            <p:cNvSpPr/>
            <p:nvPr/>
          </p:nvSpPr>
          <p:spPr>
            <a:xfrm>
              <a:off x="8185842" y="-431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A3B93698-F24E-0559-5655-AE7CC21A1192}"/>
                </a:ext>
              </a:extLst>
            </p:cNvPr>
            <p:cNvSpPr/>
            <p:nvPr/>
          </p:nvSpPr>
          <p:spPr>
            <a:xfrm>
              <a:off x="8185842" y="579369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AFE7E2A8-6E9F-DC4F-7E38-5B01587BD9EC}"/>
                </a:ext>
              </a:extLst>
            </p:cNvPr>
            <p:cNvSpPr/>
            <p:nvPr/>
          </p:nvSpPr>
          <p:spPr>
            <a:xfrm>
              <a:off x="8200133" y="484931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0562BE1A-8DAD-BB94-413C-5DF9C7B95C65}"/>
                </a:ext>
              </a:extLst>
            </p:cNvPr>
            <p:cNvSpPr/>
            <p:nvPr/>
          </p:nvSpPr>
          <p:spPr>
            <a:xfrm>
              <a:off x="8200133" y="38680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2AD11DED-4448-1176-CD4A-8706EA5036F1}"/>
                </a:ext>
              </a:extLst>
            </p:cNvPr>
            <p:cNvSpPr/>
            <p:nvPr/>
          </p:nvSpPr>
          <p:spPr>
            <a:xfrm>
              <a:off x="8219562" y="28907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4931A2F-465E-454F-5309-F46A36CED46D}"/>
                </a:ext>
              </a:extLst>
            </p:cNvPr>
            <p:cNvSpPr/>
            <p:nvPr/>
          </p:nvSpPr>
          <p:spPr>
            <a:xfrm>
              <a:off x="8189582" y="19124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906E83AE-5EB6-7F5C-D9D3-849B7D74344A}"/>
                </a:ext>
              </a:extLst>
            </p:cNvPr>
            <p:cNvSpPr/>
            <p:nvPr/>
          </p:nvSpPr>
          <p:spPr>
            <a:xfrm>
              <a:off x="8200832" y="9346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AE3F4253-DFD5-A4B1-01A6-469D82FAA346}"/>
                </a:ext>
              </a:extLst>
            </p:cNvPr>
            <p:cNvSpPr/>
            <p:nvPr/>
          </p:nvSpPr>
          <p:spPr>
            <a:xfrm>
              <a:off x="7244825" y="2821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877765CD-E9EA-F3DD-0722-3E3BCE130990}"/>
                </a:ext>
              </a:extLst>
            </p:cNvPr>
            <p:cNvSpPr/>
            <p:nvPr/>
          </p:nvSpPr>
          <p:spPr>
            <a:xfrm>
              <a:off x="7244825" y="611895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CE2E570A-42EF-634F-5C78-F9F125EFF49E}"/>
                </a:ext>
              </a:extLst>
            </p:cNvPr>
            <p:cNvSpPr/>
            <p:nvPr/>
          </p:nvSpPr>
          <p:spPr>
            <a:xfrm>
              <a:off x="7259116" y="51745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4DCC70BB-7F7F-43CF-F132-3676AD8FBE01}"/>
                </a:ext>
              </a:extLst>
            </p:cNvPr>
            <p:cNvSpPr/>
            <p:nvPr/>
          </p:nvSpPr>
          <p:spPr>
            <a:xfrm>
              <a:off x="7259116" y="41933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D0F6DE8C-606C-61A2-76C8-770862DB1BC7}"/>
                </a:ext>
              </a:extLst>
            </p:cNvPr>
            <p:cNvSpPr/>
            <p:nvPr/>
          </p:nvSpPr>
          <p:spPr>
            <a:xfrm>
              <a:off x="7278545" y="32160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6E573E2F-7267-7676-C279-EEE601CA20BC}"/>
                </a:ext>
              </a:extLst>
            </p:cNvPr>
            <p:cNvSpPr/>
            <p:nvPr/>
          </p:nvSpPr>
          <p:spPr>
            <a:xfrm>
              <a:off x="7248565" y="22377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7B15FEB5-FE17-E153-56A4-CBC599CB3AF1}"/>
                </a:ext>
              </a:extLst>
            </p:cNvPr>
            <p:cNvSpPr/>
            <p:nvPr/>
          </p:nvSpPr>
          <p:spPr>
            <a:xfrm>
              <a:off x="7259815" y="12599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5D24874F-70C7-2FC7-D4F4-14B5B5D1FFBD}"/>
                </a:ext>
              </a:extLst>
            </p:cNvPr>
            <p:cNvSpPr/>
            <p:nvPr/>
          </p:nvSpPr>
          <p:spPr>
            <a:xfrm>
              <a:off x="6300393" y="-1065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6F674C63-BE1D-FBC4-EAF0-C94FD0E75050}"/>
                </a:ext>
              </a:extLst>
            </p:cNvPr>
            <p:cNvSpPr/>
            <p:nvPr/>
          </p:nvSpPr>
          <p:spPr>
            <a:xfrm>
              <a:off x="6300393" y="573029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20C87CF0-CCAD-0C74-096B-CC8A8765F15D}"/>
                </a:ext>
              </a:extLst>
            </p:cNvPr>
            <p:cNvSpPr/>
            <p:nvPr/>
          </p:nvSpPr>
          <p:spPr>
            <a:xfrm>
              <a:off x="6314684" y="478591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937798EB-055E-4308-8D59-E62CAACEFA3A}"/>
                </a:ext>
              </a:extLst>
            </p:cNvPr>
            <p:cNvSpPr/>
            <p:nvPr/>
          </p:nvSpPr>
          <p:spPr>
            <a:xfrm>
              <a:off x="6314684" y="38046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D213CEDF-ED29-38B7-A10E-7264227D61A8}"/>
                </a:ext>
              </a:extLst>
            </p:cNvPr>
            <p:cNvSpPr/>
            <p:nvPr/>
          </p:nvSpPr>
          <p:spPr>
            <a:xfrm>
              <a:off x="6334113" y="28273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4914DCFA-E5FE-94DD-9884-706DFB31A73E}"/>
                </a:ext>
              </a:extLst>
            </p:cNvPr>
            <p:cNvSpPr/>
            <p:nvPr/>
          </p:nvSpPr>
          <p:spPr>
            <a:xfrm>
              <a:off x="6304133" y="18490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97D4C5D7-E4AF-A43E-8097-27D6F0FCE4C3}"/>
                </a:ext>
              </a:extLst>
            </p:cNvPr>
            <p:cNvSpPr/>
            <p:nvPr/>
          </p:nvSpPr>
          <p:spPr>
            <a:xfrm>
              <a:off x="6315383" y="8712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33E3FC34-9987-4A0A-B9D1-F7E45854D762}"/>
                </a:ext>
              </a:extLst>
            </p:cNvPr>
            <p:cNvSpPr/>
            <p:nvPr/>
          </p:nvSpPr>
          <p:spPr>
            <a:xfrm>
              <a:off x="5339947" y="2821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F6F6B0FD-B16D-67B0-7712-5CBCC44D48AD}"/>
                </a:ext>
              </a:extLst>
            </p:cNvPr>
            <p:cNvSpPr/>
            <p:nvPr/>
          </p:nvSpPr>
          <p:spPr>
            <a:xfrm>
              <a:off x="5339947" y="611895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2D1FE913-7DFC-2998-553B-DDEEAE5F045A}"/>
                </a:ext>
              </a:extLst>
            </p:cNvPr>
            <p:cNvSpPr/>
            <p:nvPr/>
          </p:nvSpPr>
          <p:spPr>
            <a:xfrm>
              <a:off x="5354238" y="51745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CB514AA5-48FA-7DED-DD95-D4B98E1257F2}"/>
                </a:ext>
              </a:extLst>
            </p:cNvPr>
            <p:cNvSpPr/>
            <p:nvPr/>
          </p:nvSpPr>
          <p:spPr>
            <a:xfrm>
              <a:off x="5354238" y="41933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C5758180-B18A-2447-F873-FC02BE06172C}"/>
                </a:ext>
              </a:extLst>
            </p:cNvPr>
            <p:cNvSpPr/>
            <p:nvPr/>
          </p:nvSpPr>
          <p:spPr>
            <a:xfrm>
              <a:off x="5373667" y="32160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49A1FAFF-5D79-B511-8577-4A62D5E9F116}"/>
                </a:ext>
              </a:extLst>
            </p:cNvPr>
            <p:cNvSpPr/>
            <p:nvPr/>
          </p:nvSpPr>
          <p:spPr>
            <a:xfrm>
              <a:off x="5343687" y="22377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2D66864D-52EE-AF73-4276-51F14B2FD3B4}"/>
                </a:ext>
              </a:extLst>
            </p:cNvPr>
            <p:cNvSpPr/>
            <p:nvPr/>
          </p:nvSpPr>
          <p:spPr>
            <a:xfrm>
              <a:off x="5354937" y="12599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65F2F91A-D897-3A95-5890-D383F5C75919}"/>
                </a:ext>
              </a:extLst>
            </p:cNvPr>
            <p:cNvSpPr/>
            <p:nvPr/>
          </p:nvSpPr>
          <p:spPr>
            <a:xfrm>
              <a:off x="4425495" y="-1699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>
              <a:extLst>
                <a:ext uri="{FF2B5EF4-FFF2-40B4-BE49-F238E27FC236}">
                  <a16:creationId xmlns:a16="http://schemas.microsoft.com/office/drawing/2014/main" id="{74F1E605-0465-286E-362B-CA3CD6EAB27F}"/>
                </a:ext>
              </a:extLst>
            </p:cNvPr>
            <p:cNvSpPr/>
            <p:nvPr/>
          </p:nvSpPr>
          <p:spPr>
            <a:xfrm>
              <a:off x="4425495" y="566689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4F3FEA38-902E-DB5B-6229-42DD37D54029}"/>
                </a:ext>
              </a:extLst>
            </p:cNvPr>
            <p:cNvSpPr/>
            <p:nvPr/>
          </p:nvSpPr>
          <p:spPr>
            <a:xfrm>
              <a:off x="4439786" y="472251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38511E8B-0B24-32C4-2234-B217ED1EE695}"/>
                </a:ext>
              </a:extLst>
            </p:cNvPr>
            <p:cNvSpPr/>
            <p:nvPr/>
          </p:nvSpPr>
          <p:spPr>
            <a:xfrm>
              <a:off x="4439786" y="37412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136FEC8C-978D-7A29-A70D-1BA7A16EC38A}"/>
                </a:ext>
              </a:extLst>
            </p:cNvPr>
            <p:cNvSpPr/>
            <p:nvPr/>
          </p:nvSpPr>
          <p:spPr>
            <a:xfrm>
              <a:off x="4459215" y="27639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264538E4-E8D0-0667-C0F7-3620067CFDAF}"/>
                </a:ext>
              </a:extLst>
            </p:cNvPr>
            <p:cNvSpPr/>
            <p:nvPr/>
          </p:nvSpPr>
          <p:spPr>
            <a:xfrm>
              <a:off x="4429235" y="17856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E49D1124-C18A-FC72-CA46-6296A15499F8}"/>
                </a:ext>
              </a:extLst>
            </p:cNvPr>
            <p:cNvSpPr/>
            <p:nvPr/>
          </p:nvSpPr>
          <p:spPr>
            <a:xfrm>
              <a:off x="4440485" y="8078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0DBCCBAA-4CEE-2442-1328-6BC2D5D6CF57}"/>
              </a:ext>
            </a:extLst>
          </p:cNvPr>
          <p:cNvSpPr txBox="1"/>
          <p:nvPr/>
        </p:nvSpPr>
        <p:spPr>
          <a:xfrm>
            <a:off x="32861" y="702559"/>
            <a:ext cx="4373205" cy="5096588"/>
          </a:xfrm>
          <a:prstGeom prst="rect">
            <a:avLst/>
          </a:prstGeom>
          <a:pattFill prst="openDmnd">
            <a:fgClr>
              <a:schemeClr val="accent4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8800" b="1" dirty="0">
                <a:blipFill>
                  <a:blip r:embed="rId2"/>
                  <a:stretch>
                    <a:fillRect/>
                  </a:stretch>
                </a:blip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Linear </a:t>
            </a:r>
          </a:p>
          <a:p>
            <a:pPr>
              <a:lnSpc>
                <a:spcPct val="200000"/>
              </a:lnSpc>
            </a:pPr>
            <a:r>
              <a:rPr lang="en-GB" sz="8800" b="1" dirty="0">
                <a:blipFill>
                  <a:blip r:embed="rId2"/>
                  <a:stretch>
                    <a:fillRect/>
                  </a:stretch>
                </a:blip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Algebra</a:t>
            </a:r>
            <a:endParaRPr lang="en-US" sz="8800" b="1" dirty="0">
              <a:blipFill>
                <a:blip r:embed="rId2"/>
                <a:stretch>
                  <a:fillRect/>
                </a:stretch>
              </a:blip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988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90A56A4-2BDC-42F3-DFF6-E17927385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677478"/>
              </p:ext>
            </p:extLst>
          </p:nvPr>
        </p:nvGraphicFramePr>
        <p:xfrm>
          <a:off x="2057400" y="685800"/>
          <a:ext cx="8071904" cy="586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77654C-7232-7CCA-A7C2-2B0372FC0B29}"/>
              </a:ext>
            </a:extLst>
          </p:cNvPr>
          <p:cNvSpPr txBox="1"/>
          <p:nvPr/>
        </p:nvSpPr>
        <p:spPr>
          <a:xfrm>
            <a:off x="3511669" y="0"/>
            <a:ext cx="398641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Contents</a:t>
            </a:r>
            <a:endParaRPr lang="en-PK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1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C3E77D-74FA-449D-A389-AB7E4078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BC3E77D-74FA-449D-A389-AB7E4078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BC3E77D-74FA-449D-A389-AB7E4078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A0796E4-A658-4D84-8795-ADB49E22D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EA0796E4-A658-4D84-8795-ADB49E22D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A0796E4-A658-4D84-8795-ADB49E22D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97A465-6455-4A61-8E4A-5C782B953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0A97A465-6455-4A61-8E4A-5C782B953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0A97A465-6455-4A61-8E4A-5C782B953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4E5C14-AEBD-4322-BD67-F814DCBC7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54E5C14-AEBD-4322-BD67-F814DCBC7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54E5C14-AEBD-4322-BD67-F814DCBC7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87F603-9FC6-45AB-A27E-62E7619E6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487F603-9FC6-45AB-A27E-62E7619E6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487F603-9FC6-45AB-A27E-62E7619E6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3053B9-1DE4-453A-B634-DD8A6B376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6B3053B9-1DE4-453A-B634-DD8A6B376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6B3053B9-1DE4-453A-B634-DD8A6B376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87CA01-F217-46E4-BFF6-F5C8DAF7DA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1B87CA01-F217-46E4-BFF6-F5C8DAF7DA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1B87CA01-F217-46E4-BFF6-F5C8DAF7DA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F0D2CB-32CF-4F8A-BE6E-DE9EDFDFC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graphicEl>
                                              <a:dgm id="{52F0D2CB-32CF-4F8A-BE6E-DE9EDFDFC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52F0D2CB-32CF-4F8A-BE6E-DE9EDFDFC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0B7971-817D-4156-A3DD-2DC80879F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graphicEl>
                                              <a:dgm id="{A90B7971-817D-4156-A3DD-2DC80879F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graphicEl>
                                              <a:dgm id="{A90B7971-817D-4156-A3DD-2DC80879F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128952-774A-4C5E-9235-2BC8044B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graphicEl>
                                              <a:dgm id="{77128952-774A-4C5E-9235-2BC8044B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77128952-774A-4C5E-9235-2BC8044B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6AF742D-44F8-40F8-8BC3-59A5EF38DD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C6AF742D-44F8-40F8-8BC3-59A5EF38DD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C6AF742D-44F8-40F8-8BC3-59A5EF38DD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2C90FC-BAD0-3C93-E834-DC513F08B9E1}"/>
              </a:ext>
            </a:extLst>
          </p:cNvPr>
          <p:cNvSpPr txBox="1"/>
          <p:nvPr/>
        </p:nvSpPr>
        <p:spPr>
          <a:xfrm>
            <a:off x="0" y="16493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Scenario: The 3D Game Developer’s 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99F79-6D7C-5C98-E704-9E4C7B3CC7A0}"/>
              </a:ext>
            </a:extLst>
          </p:cNvPr>
          <p:cNvSpPr txBox="1"/>
          <p:nvPr/>
        </p:nvSpPr>
        <p:spPr>
          <a:xfrm>
            <a:off x="0" y="951518"/>
            <a:ext cx="12192000" cy="58516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you’ve just landed your dream job at a top gaming company like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Ubisoft or Rockstar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Games. Your first task? To develop a new 3D adventure game where players explore a futuristic city. But there’s a problem...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objects aren’t moving, rotating, or scaling correctly!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Buildings are floating, cars are upside down, and the game world is a mess! </a:t>
            </a:r>
          </a:p>
        </p:txBody>
      </p:sp>
    </p:spTree>
    <p:extLst>
      <p:ext uri="{BB962C8B-B14F-4D97-AF65-F5344CB8AC3E}">
        <p14:creationId xmlns:p14="http://schemas.microsoft.com/office/powerpoint/2010/main" val="49951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9EB966-1016-FE73-8552-E4C9813AE0F0}"/>
              </a:ext>
            </a:extLst>
          </p:cNvPr>
          <p:cNvSpPr txBox="1"/>
          <p:nvPr/>
        </p:nvSpPr>
        <p:spPr>
          <a:xfrm>
            <a:off x="0" y="1007629"/>
            <a:ext cx="12192000" cy="3003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Mission: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you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game character correctly in 3D space? 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objects to make them look realistic? 📏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you apply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shadows, lighting, and physics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☀️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D8E2A-A95D-1F9E-2511-9ED967EF5758}"/>
              </a:ext>
            </a:extLst>
          </p:cNvPr>
          <p:cNvSpPr txBox="1"/>
          <p:nvPr/>
        </p:nvSpPr>
        <p:spPr>
          <a:xfrm>
            <a:off x="0" y="4432854"/>
            <a:ext cx="12192000" cy="19120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"The secret behind all of this? Linear Algebra! It’s the math that makes every modern game look smooth, realistic, and immersive."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43DC5-58C2-4A9D-AD90-487E00F296BB}"/>
              </a:ext>
            </a:extLst>
          </p:cNvPr>
          <p:cNvSpPr txBox="1"/>
          <p:nvPr/>
        </p:nvSpPr>
        <p:spPr>
          <a:xfrm>
            <a:off x="0" y="16493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Scenario: The 3D Game Developer’s Challenge</a:t>
            </a:r>
          </a:p>
        </p:txBody>
      </p:sp>
    </p:spTree>
    <p:extLst>
      <p:ext uri="{BB962C8B-B14F-4D97-AF65-F5344CB8AC3E}">
        <p14:creationId xmlns:p14="http://schemas.microsoft.com/office/powerpoint/2010/main" val="264843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A266B1-2965-8021-EB29-EB7D13A150E3}"/>
              </a:ext>
            </a:extLst>
          </p:cNvPr>
          <p:cNvSpPr txBox="1"/>
          <p:nvPr/>
        </p:nvSpPr>
        <p:spPr>
          <a:xfrm>
            <a:off x="-1" y="972522"/>
            <a:ext cx="12189499" cy="2957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transformations are done using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characters?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operations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➡️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Rotating a player’s view?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matrices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objects?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matrices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E349B-E38E-EBC6-D8C2-FF31BF17437F}"/>
              </a:ext>
            </a:extLst>
          </p:cNvPr>
          <p:cNvSpPr txBox="1"/>
          <p:nvPr/>
        </p:nvSpPr>
        <p:spPr>
          <a:xfrm>
            <a:off x="2500" y="13550"/>
            <a:ext cx="121895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 the Truth: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4F355-6764-7FDC-6BF8-53C1BA249C4C}"/>
              </a:ext>
            </a:extLst>
          </p:cNvPr>
          <p:cNvSpPr txBox="1"/>
          <p:nvPr/>
        </p:nvSpPr>
        <p:spPr>
          <a:xfrm>
            <a:off x="0" y="4371783"/>
            <a:ext cx="12189498" cy="2219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"Linear Algebra isn’t just numbers—it’s what makes the digital world move! Master it, and you can build the next-gen AI, animations, and immersive tech!"</a:t>
            </a:r>
          </a:p>
        </p:txBody>
      </p:sp>
    </p:spTree>
    <p:extLst>
      <p:ext uri="{BB962C8B-B14F-4D97-AF65-F5344CB8AC3E}">
        <p14:creationId xmlns:p14="http://schemas.microsoft.com/office/powerpoint/2010/main" val="112699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F94E0B-88A0-F9B8-5B72-FDA4DC7BFDCF}"/>
              </a:ext>
            </a:extLst>
          </p:cNvPr>
          <p:cNvSpPr txBox="1"/>
          <p:nvPr/>
        </p:nvSpPr>
        <p:spPr>
          <a:xfrm>
            <a:off x="66818" y="820426"/>
            <a:ext cx="12115804" cy="6009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"Linear"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Because it deals with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straight-line relationships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(like scaling, adding, and transforming data in a predictable way).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"Algebra"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Because it involves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 equations, manipulating symbols, and performing operations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numbers, vectors, and matrices.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Linear Algebra studies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and geometric objects change in a structured, straight-line manner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is essential in fields like AI, graphics, and data science.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10375-EA71-F8FF-E776-6308CC67D721}"/>
              </a:ext>
            </a:extLst>
          </p:cNvPr>
          <p:cNvSpPr txBox="1"/>
          <p:nvPr/>
        </p:nvSpPr>
        <p:spPr>
          <a:xfrm>
            <a:off x="20836" y="28136"/>
            <a:ext cx="12161786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Algebra: Definition</a:t>
            </a:r>
            <a:endParaRPr lang="en-US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0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7333-1CDB-7D87-95A0-D93D565A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7F3FD-D626-E780-0C25-94ECB630EF59}"/>
              </a:ext>
            </a:extLst>
          </p:cNvPr>
          <p:cNvSpPr txBox="1"/>
          <p:nvPr/>
        </p:nvSpPr>
        <p:spPr>
          <a:xfrm>
            <a:off x="277250" y="912132"/>
            <a:ext cx="11581227" cy="3258264"/>
          </a:xfrm>
          <a:prstGeom prst="rect">
            <a:avLst/>
          </a:prstGeom>
          <a:gradFill>
            <a:gsLst>
              <a:gs pos="15000">
                <a:schemeClr val="accent5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Below"/>
            <a:lightRig rig="threePt" dir="t"/>
          </a:scene3d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 is the mathematics of data, dealing with numbers, shapes, and patterns organized in grids (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lists (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055E0-4190-D4F4-D39B-F724AC46AD68}"/>
              </a:ext>
            </a:extLst>
          </p:cNvPr>
          <p:cNvSpPr txBox="1"/>
          <p:nvPr/>
        </p:nvSpPr>
        <p:spPr>
          <a:xfrm>
            <a:off x="168812" y="4515104"/>
            <a:ext cx="11830345" cy="21502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Below"/>
            <a:lightRig rig="threePt" dir="t"/>
          </a:scene3d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solving equations, transforming images, analyzing relationships in data, and optimizing algorithms.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056A2-9536-4C86-9E10-62B46713DF8F}"/>
              </a:ext>
            </a:extLst>
          </p:cNvPr>
          <p:cNvSpPr txBox="1"/>
          <p:nvPr/>
        </p:nvSpPr>
        <p:spPr>
          <a:xfrm>
            <a:off x="2500" y="13550"/>
            <a:ext cx="121895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and Applications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A5E03E-496B-1BD1-0D35-104AF1088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5" y="512111"/>
            <a:ext cx="10912229" cy="613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8898BB-02D7-38D4-1BE3-BDF5EA0E6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759" y="732941"/>
            <a:ext cx="8049719" cy="6070281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9BADF4-B624-4907-39A6-12B2FCA78575}"/>
              </a:ext>
            </a:extLst>
          </p:cNvPr>
          <p:cNvSpPr txBox="1"/>
          <p:nvPr/>
        </p:nvSpPr>
        <p:spPr>
          <a:xfrm>
            <a:off x="9958" y="7964"/>
            <a:ext cx="12182042" cy="6546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500"/>
              </a:spcAft>
            </a:pPr>
            <a:r>
              <a:rPr lang="en-US" sz="36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Matrix</a:t>
            </a:r>
          </a:p>
        </p:txBody>
      </p:sp>
    </p:spTree>
    <p:extLst>
      <p:ext uri="{BB962C8B-B14F-4D97-AF65-F5344CB8AC3E}">
        <p14:creationId xmlns:p14="http://schemas.microsoft.com/office/powerpoint/2010/main" val="414014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060F4-41CB-319C-3FF9-1B06C254C652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Matrix is Built &amp; Its Real-World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199C3-F995-8535-F1D9-DDAD6CE92F7E}"/>
              </a:ext>
            </a:extLst>
          </p:cNvPr>
          <p:cNvSpPr txBox="1"/>
          <p:nvPr/>
        </p:nvSpPr>
        <p:spPr>
          <a:xfrm>
            <a:off x="0" y="702603"/>
            <a:ext cx="12192000" cy="3053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you're developing a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Netflix-like movie recommendation system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need to store user ratings for different movies.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start with a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ratings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3AD83-63AC-37E1-D795-AB15B2FC1597}"/>
              </a:ext>
            </a:extLst>
          </p:cNvPr>
          <p:cNvSpPr txBox="1"/>
          <p:nvPr/>
        </p:nvSpPr>
        <p:spPr>
          <a:xfrm>
            <a:off x="2805658" y="3870595"/>
            <a:ext cx="6862997" cy="29065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 = Users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(U1, U2, U3, ...)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= Movies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(M1, M2, M3, ...)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Entries = Ratings (1-5 stars)</a:t>
            </a:r>
            <a:endParaRPr 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1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C22756-76A7-DD96-3064-8752D36CB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97712"/>
              </p:ext>
            </p:extLst>
          </p:nvPr>
        </p:nvGraphicFramePr>
        <p:xfrm>
          <a:off x="1750646" y="668607"/>
          <a:ext cx="8128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550317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48164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10249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86839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94279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51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13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U2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6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FED2F2-073F-DF3D-FE89-14FC3296F8F8}"/>
              </a:ext>
            </a:extLst>
          </p:cNvPr>
          <p:cNvSpPr txBox="1"/>
          <p:nvPr/>
        </p:nvSpPr>
        <p:spPr>
          <a:xfrm>
            <a:off x="109023" y="281158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is actually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EB9D9C-AA7B-908E-A257-F40CC64A75B4}"/>
                  </a:ext>
                </a:extLst>
              </p:cNvPr>
              <p:cNvSpPr txBox="1"/>
              <p:nvPr/>
            </p:nvSpPr>
            <p:spPr>
              <a:xfrm>
                <a:off x="4438867" y="3351016"/>
                <a:ext cx="3959033" cy="1568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EB9D9C-AA7B-908E-A257-F40CC64A7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867" y="3351016"/>
                <a:ext cx="3959033" cy="15686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3E58C7A-36FA-1F4B-2327-064815356F73}"/>
              </a:ext>
            </a:extLst>
          </p:cNvPr>
          <p:cNvSpPr txBox="1"/>
          <p:nvPr/>
        </p:nvSpPr>
        <p:spPr>
          <a:xfrm>
            <a:off x="0" y="5011935"/>
            <a:ext cx="12192000" cy="1481175"/>
          </a:xfrm>
          <a:prstGeom prst="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we can use this matrix to find similar users and recommend movies using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3AE63-15F3-4A82-BD22-8FFF03DC1EB8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Matrix is Built &amp; Its Real-World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30449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09CE02-C1EB-6335-EB66-AACC32A87806}"/>
              </a:ext>
            </a:extLst>
          </p:cNvPr>
          <p:cNvSpPr txBox="1"/>
          <p:nvPr/>
        </p:nvSpPr>
        <p:spPr>
          <a:xfrm>
            <a:off x="0" y="800353"/>
            <a:ext cx="12192000" cy="5924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Similar Users or Movies (Collaborative Filtering)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 users or movies that are similar based on their rating patterns.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User-Based Filtering: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Find users with similar tastes (e.g., if U1 and U2 gave similar ratings, they are similar).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If U1 liked M3, and U2 hasn’t watched it yet, recommend M3 to U2.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Movie-Based Filtering: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two movies (M1 and M3) get similar ratings from many users, they are similar.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U1 watched M1 and hasn’t seen M3, suggest M3 to U1.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C5FB9-FF1C-4B76-ADD8-6D65F0B28805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Matrix is Built &amp; Its Real-World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5629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F774E-B0F0-6EAF-BCE0-238D90F14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" y="0"/>
            <a:ext cx="12122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8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CE4EE7-FC31-82EF-C0BF-2BD543B1B46D}"/>
              </a:ext>
            </a:extLst>
          </p:cNvPr>
          <p:cNvSpPr txBox="1"/>
          <p:nvPr/>
        </p:nvSpPr>
        <p:spPr>
          <a:xfrm>
            <a:off x="0" y="1069256"/>
            <a:ext cx="12192000" cy="52926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Representation: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 user-movie ratings as a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Computation: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 similar users or movies (collaborative filtering).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Factorization (SVD):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 missing ratings.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(Autoencoders):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 complex user preferences.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recommendations over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C6965-2AAE-9AF3-7FAA-1561B3A40B4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How Netflix Uses Linear Algebra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23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9B490D-7CBF-120E-C43C-703A2C889F1B}"/>
              </a:ext>
            </a:extLst>
          </p:cNvPr>
          <p:cNvSpPr txBox="1"/>
          <p:nvPr/>
        </p:nvSpPr>
        <p:spPr>
          <a:xfrm>
            <a:off x="-1" y="2029334"/>
            <a:ext cx="12191999" cy="42154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Imagine you're working on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AI for a self-driving car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and it needs to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1️⃣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Detect objects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 the road (pedestrians, vehicles, signs)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2️⃣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Process sensor data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cameras and LiDAR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(Light Detection and Ranging)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3️⃣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Navigate safely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by predicting movement.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D8534-0BB6-A66A-F9CE-01509E9E9100}"/>
              </a:ext>
            </a:extLst>
          </p:cNvPr>
          <p:cNvSpPr txBox="1"/>
          <p:nvPr/>
        </p:nvSpPr>
        <p:spPr>
          <a:xfrm>
            <a:off x="0" y="14068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How Linear Algebra Helps in AI, Graphics, and Data Science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6DBDB-3047-C09A-F44F-88D3385E7BC7}"/>
              </a:ext>
            </a:extLst>
          </p:cNvPr>
          <p:cNvSpPr txBox="1"/>
          <p:nvPr/>
        </p:nvSpPr>
        <p:spPr>
          <a:xfrm>
            <a:off x="-1" y="794026"/>
            <a:ext cx="12191999" cy="926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Situation: You Are Developing a Self-Driving Car System 🚗</a:t>
            </a:r>
          </a:p>
        </p:txBody>
      </p:sp>
    </p:spTree>
    <p:extLst>
      <p:ext uri="{BB962C8B-B14F-4D97-AF65-F5344CB8AC3E}">
        <p14:creationId xmlns:p14="http://schemas.microsoft.com/office/powerpoint/2010/main" val="240942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0BE6DA-26A6-7283-C1F0-A21FAE48D249}"/>
              </a:ext>
            </a:extLst>
          </p:cNvPr>
          <p:cNvSpPr txBox="1"/>
          <p:nvPr/>
        </p:nvSpPr>
        <p:spPr>
          <a:xfrm>
            <a:off x="0" y="747937"/>
            <a:ext cx="12192000" cy="58357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Image as a Matrix (Graphics &amp; AI)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grayscale image is just a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of pixel values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transformations (blurring, edge detection) use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operations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 Detection Using Vectors (AI &amp; Deep Learning)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detected object is represented as a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models classify objects by analyzing these vectors.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Predicting Car Movements (Data Science &amp; Machine Learning)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positions over time are stored as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linear algebra technique) predicts future positions.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873E1-49FE-8CBD-9838-89381DF00EB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Linear Algebra Work Here?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5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601A26-8C0D-227A-D73C-0142E93D8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87" y="1208674"/>
            <a:ext cx="11334226" cy="56422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5A939-7361-9E04-491C-6D1877EF7998}"/>
              </a:ext>
            </a:extLst>
          </p:cNvPr>
          <p:cNvSpPr txBox="1"/>
          <p:nvPr/>
        </p:nvSpPr>
        <p:spPr>
          <a:xfrm>
            <a:off x="0" y="49231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Self-Driving Car System 🚗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7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C87E05-791A-5E00-71B4-B2CC72601C1C}"/>
              </a:ext>
            </a:extLst>
          </p:cNvPr>
          <p:cNvSpPr txBox="1"/>
          <p:nvPr/>
        </p:nvSpPr>
        <p:spPr>
          <a:xfrm>
            <a:off x="19341" y="1017376"/>
            <a:ext cx="12153317" cy="5481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 of Linear Equations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Matrices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Gaussian Elimination and Gaussian Jordan Method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Vector Spaces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Matrix Transformation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Cryptography</a:t>
            </a:r>
            <a:endParaRPr lang="en-US" sz="3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Eigen Values and Eigen Vectors and its applications to Machine Learning.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EA254-D1EB-830A-6DFD-7B79117DCE67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Topics of Linear Algebra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6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433BE2-282F-34D6-4D6A-7EB39BBFEB92}"/>
              </a:ext>
            </a:extLst>
          </p:cNvPr>
          <p:cNvSpPr txBox="1"/>
          <p:nvPr/>
        </p:nvSpPr>
        <p:spPr>
          <a:xfrm>
            <a:off x="3887957" y="1229"/>
            <a:ext cx="4153487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Linear Equation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5B334-F7FF-3723-5B9C-511F39195DC4}"/>
              </a:ext>
            </a:extLst>
          </p:cNvPr>
          <p:cNvSpPr txBox="1"/>
          <p:nvPr/>
        </p:nvSpPr>
        <p:spPr>
          <a:xfrm>
            <a:off x="0" y="758187"/>
            <a:ext cx="12192000" cy="5232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equation whose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exponent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power is one is called linear equation.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D2ED6-5D58-25D5-DA7F-0C58C70ABDAE}"/>
                  </a:ext>
                </a:extLst>
              </p:cNvPr>
              <p:cNvSpPr txBox="1"/>
              <p:nvPr/>
            </p:nvSpPr>
            <p:spPr>
              <a:xfrm>
                <a:off x="502919" y="1337679"/>
                <a:ext cx="9995097" cy="352064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One Variable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Two Variables 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Three Variables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func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Four Variables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8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n Variables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D2ED6-5D58-25D5-DA7F-0C58C70AB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" y="1337679"/>
                <a:ext cx="9995097" cy="3520644"/>
              </a:xfrm>
              <a:prstGeom prst="rect">
                <a:avLst/>
              </a:prstGeom>
              <a:blipFill>
                <a:blip r:embed="rId2"/>
                <a:stretch>
                  <a:fillRect l="-912" b="-30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314B5DB-3EB4-EDC8-7348-CFA85A3DAD8D}"/>
              </a:ext>
            </a:extLst>
          </p:cNvPr>
          <p:cNvSpPr txBox="1"/>
          <p:nvPr/>
        </p:nvSpPr>
        <p:spPr>
          <a:xfrm>
            <a:off x="0" y="4881492"/>
            <a:ext cx="12191999" cy="19538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equation does not involve any products or roots of variables.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variables occur only to the first power and do not Appear 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 of trigonometric, logarithmic, or exponential functions.</a:t>
            </a: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F39935-29BF-4506-AACF-A2C138D72E19}"/>
                  </a:ext>
                </a:extLst>
              </p14:cNvPr>
              <p14:cNvContentPartPr/>
              <p14:nvPr/>
            </p14:nvContentPartPr>
            <p14:xfrm>
              <a:off x="3120480" y="1226160"/>
              <a:ext cx="8652240" cy="329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F39935-29BF-4506-AACF-A2C138D72E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1120" y="1216800"/>
                <a:ext cx="8670960" cy="331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179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04F4CE-2ABD-7496-AAC3-C31C37784D55}"/>
              </a:ext>
            </a:extLst>
          </p:cNvPr>
          <p:cNvSpPr txBox="1"/>
          <p:nvPr/>
        </p:nvSpPr>
        <p:spPr>
          <a:xfrm>
            <a:off x="0" y="0"/>
            <a:ext cx="12191999" cy="11106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following equations are linear or nonlinear? If it is nonlinear which term in each equation is making it nonlinear?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C92CE0-837C-76F9-1F71-4A01B45A38DE}"/>
                  </a:ext>
                </a:extLst>
              </p:cNvPr>
              <p:cNvSpPr txBox="1"/>
              <p:nvPr/>
            </p:nvSpPr>
            <p:spPr>
              <a:xfrm>
                <a:off x="984738" y="2538761"/>
                <a:ext cx="3201573" cy="503599"/>
              </a:xfrm>
              <a:prstGeom prst="rect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32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C92CE0-837C-76F9-1F71-4A01B45A3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2538761"/>
                <a:ext cx="3201573" cy="5035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162973-9B4E-A651-EB86-C6E687DEB8C7}"/>
                  </a:ext>
                </a:extLst>
              </p:cNvPr>
              <p:cNvSpPr txBox="1"/>
              <p:nvPr/>
            </p:nvSpPr>
            <p:spPr>
              <a:xfrm>
                <a:off x="7733484" y="2454353"/>
                <a:ext cx="3303793" cy="492443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162973-9B4E-A651-EB86-C6E687DEB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84" y="2454353"/>
                <a:ext cx="330379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6D149B-9CD9-0A9C-8911-71B711BEA967}"/>
                  </a:ext>
                </a:extLst>
              </p:cNvPr>
              <p:cNvSpPr txBox="1"/>
              <p:nvPr/>
            </p:nvSpPr>
            <p:spPr>
              <a:xfrm>
                <a:off x="1190809" y="4691200"/>
                <a:ext cx="2995502" cy="492443"/>
              </a:xfrm>
              <a:prstGeom prst="rect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6D149B-9CD9-0A9C-8911-71B711BEA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809" y="4691200"/>
                <a:ext cx="299550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E2D50-FA02-032A-AAF1-A9898DD5993C}"/>
                  </a:ext>
                </a:extLst>
              </p:cNvPr>
              <p:cNvSpPr txBox="1"/>
              <p:nvPr/>
            </p:nvSpPr>
            <p:spPr>
              <a:xfrm>
                <a:off x="8041775" y="4752957"/>
                <a:ext cx="3459736" cy="492443"/>
              </a:xfrm>
              <a:prstGeom prst="rect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32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3200" b="1" i="1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200" b="1" i="1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rad>
                      <m:r>
                        <a:rPr lang="en-US" sz="32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E2D50-FA02-032A-AAF1-A9898DD59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775" y="4752957"/>
                <a:ext cx="345973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83629A-C214-2EA0-4FD7-8085DBBE774F}"/>
                  </a:ext>
                </a:extLst>
              </p:cNvPr>
              <p:cNvSpPr txBox="1"/>
              <p:nvPr/>
            </p:nvSpPr>
            <p:spPr>
              <a:xfrm>
                <a:off x="4458515" y="5894363"/>
                <a:ext cx="3274969" cy="492443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1" i="1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3200" b="1" i="1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3200" b="1" i="1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func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83629A-C214-2EA0-4FD7-8085DBBE7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15" y="5894363"/>
                <a:ext cx="327496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1C330154-C2AA-76C4-95C9-AD8B22531A4E}"/>
              </a:ext>
            </a:extLst>
          </p:cNvPr>
          <p:cNvSpPr/>
          <p:nvPr/>
        </p:nvSpPr>
        <p:spPr>
          <a:xfrm>
            <a:off x="2477544" y="1505643"/>
            <a:ext cx="1011244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7D6F31A-32B6-464C-B07D-FEBB69B3B4CB}"/>
              </a:ext>
            </a:extLst>
          </p:cNvPr>
          <p:cNvSpPr/>
          <p:nvPr/>
        </p:nvSpPr>
        <p:spPr>
          <a:xfrm>
            <a:off x="10067779" y="1422361"/>
            <a:ext cx="1003495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128A5869-7909-9A4D-6F4D-FC40204AD345}"/>
              </a:ext>
            </a:extLst>
          </p:cNvPr>
          <p:cNvSpPr/>
          <p:nvPr/>
        </p:nvSpPr>
        <p:spPr>
          <a:xfrm>
            <a:off x="1775790" y="3591962"/>
            <a:ext cx="1011244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D15E925-6467-145A-2F10-C4D74C9CC1E8}"/>
              </a:ext>
            </a:extLst>
          </p:cNvPr>
          <p:cNvSpPr/>
          <p:nvPr/>
        </p:nvSpPr>
        <p:spPr>
          <a:xfrm>
            <a:off x="8528282" y="3697038"/>
            <a:ext cx="1011244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8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" grpId="0" animBg="1"/>
      <p:bldP spid="3" grpId="0" animBg="1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C7D5C4-9257-393F-1C8A-3B35F3C58712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Geometric Representation of Linear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C175804-2052-2574-1142-D49D8D4BDF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627810"/>
                  </p:ext>
                </p:extLst>
              </p:nvPr>
            </p:nvGraphicFramePr>
            <p:xfrm>
              <a:off x="249972" y="840139"/>
              <a:ext cx="11325493" cy="2816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53082">
                      <a:extLst>
                        <a:ext uri="{9D8B030D-6E8A-4147-A177-3AD203B41FA5}">
                          <a16:colId xmlns:a16="http://schemas.microsoft.com/office/drawing/2014/main" val="191988491"/>
                        </a:ext>
                      </a:extLst>
                    </a:gridCol>
                    <a:gridCol w="4469859">
                      <a:extLst>
                        <a:ext uri="{9D8B030D-6E8A-4147-A177-3AD203B41FA5}">
                          <a16:colId xmlns:a16="http://schemas.microsoft.com/office/drawing/2014/main" val="1240789061"/>
                        </a:ext>
                      </a:extLst>
                    </a:gridCol>
                    <a:gridCol w="4402552">
                      <a:extLst>
                        <a:ext uri="{9D8B030D-6E8A-4147-A177-3AD203B41FA5}">
                          <a16:colId xmlns:a16="http://schemas.microsoft.com/office/drawing/2014/main" val="469918968"/>
                        </a:ext>
                      </a:extLst>
                    </a:gridCol>
                  </a:tblGrid>
                  <a:tr h="916647"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Variables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Geometric Representation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49931"/>
                      </a:ext>
                    </a:extLst>
                  </a:tr>
                  <a:tr h="86385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2, 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Straight Line in 2D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8640542"/>
                      </a:ext>
                    </a:extLst>
                  </a:tr>
                  <a:tr h="5026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3,(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Plane in 3D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9940812"/>
                      </a:ext>
                    </a:extLst>
                  </a:tr>
                  <a:tr h="5026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4,(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𝑑𝑤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8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Hyperplane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340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C175804-2052-2574-1142-D49D8D4BDF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627810"/>
                  </p:ext>
                </p:extLst>
              </p:nvPr>
            </p:nvGraphicFramePr>
            <p:xfrm>
              <a:off x="249972" y="840139"/>
              <a:ext cx="11325493" cy="2816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53082">
                      <a:extLst>
                        <a:ext uri="{9D8B030D-6E8A-4147-A177-3AD203B41FA5}">
                          <a16:colId xmlns:a16="http://schemas.microsoft.com/office/drawing/2014/main" val="191988491"/>
                        </a:ext>
                      </a:extLst>
                    </a:gridCol>
                    <a:gridCol w="4469859">
                      <a:extLst>
                        <a:ext uri="{9D8B030D-6E8A-4147-A177-3AD203B41FA5}">
                          <a16:colId xmlns:a16="http://schemas.microsoft.com/office/drawing/2014/main" val="1240789061"/>
                        </a:ext>
                      </a:extLst>
                    </a:gridCol>
                    <a:gridCol w="4402552">
                      <a:extLst>
                        <a:ext uri="{9D8B030D-6E8A-4147-A177-3AD203B41FA5}">
                          <a16:colId xmlns:a16="http://schemas.microsoft.com/office/drawing/2014/main" val="469918968"/>
                        </a:ext>
                      </a:extLst>
                    </a:gridCol>
                  </a:tblGrid>
                  <a:tr h="916647"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Variables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Geometric Representation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49931"/>
                      </a:ext>
                    </a:extLst>
                  </a:tr>
                  <a:tr h="8638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113380" r="-363433" b="-1394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041" t="-113380" r="-99046" b="-1394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Straight Line in 2D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86405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356471" r="-363433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041" t="-356471" r="-99046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Plane in 3D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99408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456471" r="-363433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041" t="-456471" r="-99046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Hyperplane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3408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EEEF6-7F70-645C-8FC7-30ECB0946066}"/>
                  </a:ext>
                </a:extLst>
              </p:cNvPr>
              <p:cNvSpPr txBox="1"/>
              <p:nvPr/>
            </p:nvSpPr>
            <p:spPr>
              <a:xfrm>
                <a:off x="0" y="3823032"/>
                <a:ext cx="12192000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Equations with More Than Three Variables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lang="en-US" sz="28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EEEF6-7F70-645C-8FC7-30ECB0946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3032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l="-898" t="-8791" b="-2637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E3D322D-68AA-6B28-D6F3-056FABDD6770}"/>
              </a:ext>
            </a:extLst>
          </p:cNvPr>
          <p:cNvSpPr txBox="1"/>
          <p:nvPr/>
        </p:nvSpPr>
        <p:spPr>
          <a:xfrm>
            <a:off x="0" y="4512325"/>
            <a:ext cx="12191999" cy="1133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4D space and beyond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each linear equation represents a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higher-dimensional version of a plane that we cannot visualize directly).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560F8-1811-1C04-B837-4D3600D0DCB3}"/>
              </a:ext>
            </a:extLst>
          </p:cNvPr>
          <p:cNvSpPr txBox="1"/>
          <p:nvPr/>
        </p:nvSpPr>
        <p:spPr>
          <a:xfrm>
            <a:off x="0" y="5720415"/>
            <a:ext cx="12191999" cy="1133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Hyperplanes are widely used in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(SVMs), optimization, and data classification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A4FFD8-D3DD-4AF3-8AC5-662D5FD477C6}"/>
                  </a:ext>
                </a:extLst>
              </p14:cNvPr>
              <p14:cNvContentPartPr/>
              <p14:nvPr/>
            </p14:nvContentPartPr>
            <p14:xfrm>
              <a:off x="1617480" y="4838760"/>
              <a:ext cx="1735200" cy="39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A4FFD8-D3DD-4AF3-8AC5-662D5FD477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8120" y="4829400"/>
                <a:ext cx="1753920" cy="4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451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4E1091-A1B8-2B51-3F06-41C71B63AB9B}"/>
                  </a:ext>
                </a:extLst>
              </p:cNvPr>
              <p:cNvSpPr txBox="1"/>
              <p:nvPr/>
            </p:nvSpPr>
            <p:spPr>
              <a:xfrm>
                <a:off x="-15498" y="1528319"/>
                <a:ext cx="12207498" cy="380136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</a:t>
                </a:r>
                <a:r>
                  <a:rPr lang="en-US" sz="28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solution</a:t>
                </a:r>
                <a:r>
                  <a:rPr lang="en-US" sz="2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to Linear Equation  (I)  is a sequence of </a:t>
                </a:r>
                <a14:m>
                  <m:oMath xmlns:m="http://schemas.openxmlformats.org/officeDocument/2006/math"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which has the property that (I) is satisfied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are substituted in (1).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example:</a:t>
                </a:r>
                <a:r>
                  <a:rPr lang="en-US" sz="28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equation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has the solution</a:t>
                </a:r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=2,  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=3,  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=−4</m:t>
                      </m:r>
                    </m:oMath>
                  </m:oMathPara>
                </a14:m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Because on substituting these values, equation becomes identity i.e.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4E1091-A1B8-2B51-3F06-41C71B63A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498" y="1528319"/>
                <a:ext cx="12207498" cy="3801362"/>
              </a:xfrm>
              <a:prstGeom prst="rect">
                <a:avLst/>
              </a:prstGeom>
              <a:blipFill>
                <a:blip r:embed="rId2"/>
                <a:stretch>
                  <a:fillRect l="-896" t="-1433" b="-318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15EF1F-52F2-9330-FC17-5ACDDE7755D3}"/>
              </a:ext>
            </a:extLst>
          </p:cNvPr>
          <p:cNvSpPr txBox="1"/>
          <p:nvPr/>
        </p:nvSpPr>
        <p:spPr>
          <a:xfrm>
            <a:off x="-15498" y="0"/>
            <a:ext cx="1220749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Solution of a Linear Equation</a:t>
            </a:r>
            <a:endParaRPr lang="en-US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2C9780-7C4D-1349-8D8F-FE6F838E86FC}"/>
                  </a:ext>
                </a:extLst>
              </p:cNvPr>
              <p:cNvSpPr txBox="1"/>
              <p:nvPr/>
            </p:nvSpPr>
            <p:spPr>
              <a:xfrm>
                <a:off x="2653848" y="775293"/>
                <a:ext cx="6560490" cy="553998"/>
              </a:xfrm>
              <a:prstGeom prst="rect">
                <a:avLst/>
              </a:prstGeom>
              <a:solidFill>
                <a:schemeClr val="bg2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3600" b="1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(I)</a:t>
                </a:r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2C9780-7C4D-1349-8D8F-FE6F838E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48" y="775293"/>
                <a:ext cx="6560490" cy="553998"/>
              </a:xfrm>
              <a:prstGeom prst="rect">
                <a:avLst/>
              </a:prstGeom>
              <a:blipFill>
                <a:blip r:embed="rId3"/>
                <a:stretch>
                  <a:fillRect t="-21875" b="-43750"/>
                </a:stretch>
              </a:blipFill>
              <a:ln w="28575"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41D45B-B509-B991-9BA4-B831BEA86382}"/>
                  </a:ext>
                </a:extLst>
              </p:cNvPr>
              <p:cNvSpPr txBox="1"/>
              <p:nvPr/>
            </p:nvSpPr>
            <p:spPr>
              <a:xfrm>
                <a:off x="4799985" y="3308963"/>
                <a:ext cx="4196147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−13</m:t>
                      </m:r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41D45B-B509-B991-9BA4-B831BEA8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985" y="3308963"/>
                <a:ext cx="41961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DB0E7-031C-4142-1792-876FBADF81C7}"/>
                  </a:ext>
                </a:extLst>
              </p:cNvPr>
              <p:cNvSpPr txBox="1"/>
              <p:nvPr/>
            </p:nvSpPr>
            <p:spPr>
              <a:xfrm>
                <a:off x="4759924" y="5478266"/>
                <a:ext cx="4590300" cy="4308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6(2)−3(3) +4(−4)=−13</m:t>
                      </m:r>
                    </m:oMath>
                  </m:oMathPara>
                </a14:m>
                <a:endParaRPr lang="en-PK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DB0E7-031C-4142-1792-876FBADF8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924" y="5478266"/>
                <a:ext cx="45903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770436-D4A3-162E-142F-757360D72AE8}"/>
                  </a:ext>
                </a:extLst>
              </p:cNvPr>
              <p:cNvSpPr txBox="1"/>
              <p:nvPr/>
            </p:nvSpPr>
            <p:spPr>
              <a:xfrm>
                <a:off x="7172279" y="6180402"/>
                <a:ext cx="2290489" cy="4308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−13 = −13</m:t>
                      </m:r>
                    </m:oMath>
                  </m:oMathPara>
                </a14:m>
                <a:endParaRPr lang="en-PK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770436-D4A3-162E-142F-757360D72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279" y="6180402"/>
                <a:ext cx="229048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BC836A-A349-401F-8E83-A25FB718CD2C}"/>
                  </a:ext>
                </a:extLst>
              </p14:cNvPr>
              <p14:cNvContentPartPr/>
              <p14:nvPr/>
            </p14:nvContentPartPr>
            <p14:xfrm>
              <a:off x="3807360" y="2759040"/>
              <a:ext cx="7969680" cy="208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BC836A-A349-401F-8E83-A25FB718CD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98000" y="2749680"/>
                <a:ext cx="7988400" cy="209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14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38EE01-5ED3-168C-C7FF-BE72E07E1C59}"/>
              </a:ext>
            </a:extLst>
          </p:cNvPr>
          <p:cNvSpPr txBox="1"/>
          <p:nvPr/>
        </p:nvSpPr>
        <p:spPr>
          <a:xfrm>
            <a:off x="0" y="758488"/>
            <a:ext cx="12192000" cy="1307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linear equations is called a system of linear equations or, more briefly, a linear system. The variables are called unknowns.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E3BD4-F031-4E27-A843-A79E5B59EC86}"/>
              </a:ext>
            </a:extLst>
          </p:cNvPr>
          <p:cNvSpPr txBox="1"/>
          <p:nvPr/>
        </p:nvSpPr>
        <p:spPr>
          <a:xfrm>
            <a:off x="0" y="2657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of a Linear Equations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75C04-64F8-F4F9-1A4B-5A197F5CB0B7}"/>
              </a:ext>
            </a:extLst>
          </p:cNvPr>
          <p:cNvSpPr/>
          <p:nvPr/>
        </p:nvSpPr>
        <p:spPr>
          <a:xfrm>
            <a:off x="446648" y="2570198"/>
            <a:ext cx="4984918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in two unknown</a:t>
            </a:r>
            <a:endParaRPr lang="en-US" sz="2400" b="1" dirty="0">
              <a:solidFill>
                <a:srgbClr val="3A3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8C71BD-ACE9-5AB8-035C-023183C2C927}"/>
                  </a:ext>
                </a:extLst>
              </p:cNvPr>
              <p:cNvSpPr txBox="1"/>
              <p:nvPr/>
            </p:nvSpPr>
            <p:spPr>
              <a:xfrm>
                <a:off x="6096000" y="2373011"/>
                <a:ext cx="2653024" cy="44368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8C71BD-ACE9-5AB8-035C-023183C2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73011"/>
                <a:ext cx="2653024" cy="443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66A02F-8F7B-8E52-3242-D56719FA9E5D}"/>
                  </a:ext>
                </a:extLst>
              </p:cNvPr>
              <p:cNvSpPr txBox="1"/>
              <p:nvPr/>
            </p:nvSpPr>
            <p:spPr>
              <a:xfrm>
                <a:off x="6096000" y="2899010"/>
                <a:ext cx="2653024" cy="44368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PK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66A02F-8F7B-8E52-3242-D56719FA9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99010"/>
                <a:ext cx="2653024" cy="443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4A2D94A-6C8C-2092-A3A3-6181A30CFC24}"/>
              </a:ext>
            </a:extLst>
          </p:cNvPr>
          <p:cNvSpPr/>
          <p:nvPr/>
        </p:nvSpPr>
        <p:spPr>
          <a:xfrm>
            <a:off x="446648" y="5050245"/>
            <a:ext cx="4842804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in three unknown</a:t>
            </a:r>
            <a:endParaRPr lang="en-US" sz="2400" b="1" dirty="0">
              <a:solidFill>
                <a:srgbClr val="3A3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FF110F-63EB-3E7F-D594-C7DA843AF290}"/>
                  </a:ext>
                </a:extLst>
              </p:cNvPr>
              <p:cNvSpPr txBox="1"/>
              <p:nvPr/>
            </p:nvSpPr>
            <p:spPr>
              <a:xfrm>
                <a:off x="6540142" y="4500639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FF110F-63EB-3E7F-D594-C7DA843AF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142" y="4500639"/>
                <a:ext cx="299550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2855D9-26E3-A26E-6974-3DBF063B4BC1}"/>
                  </a:ext>
                </a:extLst>
              </p:cNvPr>
              <p:cNvSpPr txBox="1"/>
              <p:nvPr/>
            </p:nvSpPr>
            <p:spPr>
              <a:xfrm>
                <a:off x="6544992" y="5121045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2855D9-26E3-A26E-6974-3DBF063B4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992" y="5121045"/>
                <a:ext cx="299065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143931-6562-4CB4-C59E-EAE6C5B5F8C9}"/>
                  </a:ext>
                </a:extLst>
              </p:cNvPr>
              <p:cNvSpPr txBox="1"/>
              <p:nvPr/>
            </p:nvSpPr>
            <p:spPr>
              <a:xfrm>
                <a:off x="6544992" y="5707666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143931-6562-4CB4-C59E-EAE6C5B5F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992" y="5707666"/>
                <a:ext cx="299065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B3D8B3-EEB9-4F41-B3EE-ECB1D4D52909}"/>
                  </a:ext>
                </a:extLst>
              </p14:cNvPr>
              <p14:cNvContentPartPr/>
              <p14:nvPr/>
            </p14:nvContentPartPr>
            <p14:xfrm>
              <a:off x="499320" y="2109960"/>
              <a:ext cx="7296480" cy="156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B3D8B3-EEB9-4F41-B3EE-ECB1D4D529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960" y="2100600"/>
                <a:ext cx="7315200" cy="157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83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9C6B35-65C5-23F9-E94A-7DBB10920461}"/>
              </a:ext>
            </a:extLst>
          </p:cNvPr>
          <p:cNvSpPr txBox="1"/>
          <p:nvPr/>
        </p:nvSpPr>
        <p:spPr>
          <a:xfrm>
            <a:off x="317327" y="82302"/>
            <a:ext cx="389680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Homogeneous Linear System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0F127-7C7F-FE57-ED80-284FDCC8E364}"/>
              </a:ext>
            </a:extLst>
          </p:cNvPr>
          <p:cNvSpPr txBox="1"/>
          <p:nvPr/>
        </p:nvSpPr>
        <p:spPr>
          <a:xfrm>
            <a:off x="317326" y="1445284"/>
            <a:ext cx="38968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homogeneous system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all constant terms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to zero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7F5B8-ECB6-F4B8-4F9D-4F20A94DEA50}"/>
                  </a:ext>
                </a:extLst>
              </p:cNvPr>
              <p:cNvSpPr txBox="1"/>
              <p:nvPr/>
            </p:nvSpPr>
            <p:spPr>
              <a:xfrm>
                <a:off x="409484" y="3066130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7F5B8-ECB6-F4B8-4F9D-4F20A94DE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84" y="3066130"/>
                <a:ext cx="299550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2767B-5532-6353-690D-0678B8556E48}"/>
                  </a:ext>
                </a:extLst>
              </p:cNvPr>
              <p:cNvSpPr txBox="1"/>
              <p:nvPr/>
            </p:nvSpPr>
            <p:spPr>
              <a:xfrm>
                <a:off x="414334" y="3686536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2767B-5532-6353-690D-0678B8556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4" y="3686536"/>
                <a:ext cx="299065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F4F94D-CAE4-7322-F435-D126E41CE819}"/>
                  </a:ext>
                </a:extLst>
              </p:cNvPr>
              <p:cNvSpPr txBox="1"/>
              <p:nvPr/>
            </p:nvSpPr>
            <p:spPr>
              <a:xfrm>
                <a:off x="414334" y="4273157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F4F94D-CAE4-7322-F435-D126E41CE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4" y="4273157"/>
                <a:ext cx="299065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C99E37-A2E1-C30A-27BA-C3FE4292F3D5}"/>
                  </a:ext>
                </a:extLst>
              </p:cNvPr>
              <p:cNvSpPr txBox="1"/>
              <p:nvPr/>
            </p:nvSpPr>
            <p:spPr>
              <a:xfrm>
                <a:off x="183630" y="5036508"/>
                <a:ext cx="403050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system 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always</a:t>
                </a:r>
                <a:r>
                  <a:rPr lang="en-US" sz="2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the 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trivial solution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(0,0,0)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C99E37-A2E1-C30A-27BA-C3FE4292F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30" y="5036508"/>
                <a:ext cx="4030505" cy="1384995"/>
              </a:xfrm>
              <a:prstGeom prst="rect">
                <a:avLst/>
              </a:prstGeom>
              <a:blipFill>
                <a:blip r:embed="rId5"/>
                <a:stretch>
                  <a:fillRect l="-3026" t="-4405" r="-4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48538DC-F039-C60D-A7FA-5A580568B49C}"/>
              </a:ext>
            </a:extLst>
          </p:cNvPr>
          <p:cNvSpPr txBox="1"/>
          <p:nvPr/>
        </p:nvSpPr>
        <p:spPr>
          <a:xfrm>
            <a:off x="7245281" y="82302"/>
            <a:ext cx="3896809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Non-Homogeneous Linear System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5113B-23DE-8545-D3EB-5C41D0C5305D}"/>
                  </a:ext>
                </a:extLst>
              </p:cNvPr>
              <p:cNvSpPr txBox="1"/>
              <p:nvPr/>
            </p:nvSpPr>
            <p:spPr>
              <a:xfrm>
                <a:off x="7337438" y="3066130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5113B-23DE-8545-D3EB-5C41D0C53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438" y="3066130"/>
                <a:ext cx="299550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21869-D95B-3AA7-578F-BEF5586E239B}"/>
                  </a:ext>
                </a:extLst>
              </p:cNvPr>
              <p:cNvSpPr txBox="1"/>
              <p:nvPr/>
            </p:nvSpPr>
            <p:spPr>
              <a:xfrm>
                <a:off x="7342288" y="3686536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21869-D95B-3AA7-578F-BEF5586E2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288" y="3686536"/>
                <a:ext cx="299065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700A4C-E901-4D1C-29C4-D81D9C3B74B3}"/>
                  </a:ext>
                </a:extLst>
              </p:cNvPr>
              <p:cNvSpPr txBox="1"/>
              <p:nvPr/>
            </p:nvSpPr>
            <p:spPr>
              <a:xfrm>
                <a:off x="7342288" y="4273157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700A4C-E901-4D1C-29C4-D81D9C3B7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288" y="4273157"/>
                <a:ext cx="299065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306BA4B-0BD7-69A7-4FD8-161FC6A012A6}"/>
              </a:ext>
            </a:extLst>
          </p:cNvPr>
          <p:cNvSpPr txBox="1"/>
          <p:nvPr/>
        </p:nvSpPr>
        <p:spPr>
          <a:xfrm>
            <a:off x="7245281" y="1472150"/>
            <a:ext cx="47918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non-homogeneous system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at least one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nonzero constant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right-hand side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3713A0-52ED-A8C1-D5DA-AE1478994649}"/>
              </a:ext>
            </a:extLst>
          </p:cNvPr>
          <p:cNvCxnSpPr>
            <a:cxnSpLocks/>
          </p:cNvCxnSpPr>
          <p:nvPr/>
        </p:nvCxnSpPr>
        <p:spPr>
          <a:xfrm>
            <a:off x="5536361" y="82302"/>
            <a:ext cx="0" cy="6588321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CF1E52-75A3-49B1-9D08-A3C04C0ED35C}"/>
                  </a:ext>
                </a:extLst>
              </p14:cNvPr>
              <p14:cNvContentPartPr/>
              <p14:nvPr/>
            </p14:nvContentPartPr>
            <p14:xfrm>
              <a:off x="4342320" y="1274760"/>
              <a:ext cx="1444320" cy="74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CF1E52-75A3-49B1-9D08-A3C04C0ED35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32960" y="1265400"/>
                <a:ext cx="1463040" cy="76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548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3" grpId="0"/>
      <p:bldP spid="14" grpId="0" animBg="1"/>
      <p:bldP spid="16" grpId="0" animBg="1"/>
      <p:bldP spid="17" grpId="0" animBg="1"/>
      <p:bldP spid="18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C2A2EA-236A-85AE-525C-35FFD8FE1E4D}"/>
              </a:ext>
            </a:extLst>
          </p:cNvPr>
          <p:cNvSpPr txBox="1"/>
          <p:nvPr/>
        </p:nvSpPr>
        <p:spPr>
          <a:xfrm>
            <a:off x="390378" y="1131872"/>
            <a:ext cx="10934114" cy="19216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linear system has no solution, it is said to be </a:t>
            </a:r>
            <a:r>
              <a:rPr lang="en-US" sz="32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lang="en-US" sz="3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if it has a solution. it is called </a:t>
            </a:r>
            <a:r>
              <a:rPr lang="en-US" sz="32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consistent.</a:t>
            </a:r>
            <a:endParaRPr lang="en-US" sz="32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77273-9776-432D-BB4C-C178C22B1640}"/>
              </a:ext>
            </a:extLst>
          </p:cNvPr>
          <p:cNvSpPr txBox="1"/>
          <p:nvPr/>
        </p:nvSpPr>
        <p:spPr>
          <a:xfrm>
            <a:off x="390378" y="145925"/>
            <a:ext cx="1011818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Consistent and Inconsistent Linear System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6B834-A6F5-CD05-07A3-B959B1EC5492}"/>
              </a:ext>
            </a:extLst>
          </p:cNvPr>
          <p:cNvSpPr txBox="1"/>
          <p:nvPr/>
        </p:nvSpPr>
        <p:spPr>
          <a:xfrm>
            <a:off x="390378" y="3698104"/>
            <a:ext cx="11286960" cy="290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consistent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 system of two equations in two unknowns has either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solution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infinitely many solutions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--there are no other possibilities.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00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3CCAC-2F7F-512B-F348-3BFC3F266E81}"/>
              </a:ext>
            </a:extLst>
          </p:cNvPr>
          <p:cNvSpPr txBox="1"/>
          <p:nvPr/>
        </p:nvSpPr>
        <p:spPr>
          <a:xfrm>
            <a:off x="91716" y="23286"/>
            <a:ext cx="718097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System with Two Variables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A2A40-B2D2-D115-C50F-7B93278CA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50"/>
          <a:stretch/>
        </p:blipFill>
        <p:spPr>
          <a:xfrm>
            <a:off x="926509" y="1553057"/>
            <a:ext cx="2600327" cy="261507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E74360-8AE6-1F41-B6D3-CE37D26F83ED}"/>
              </a:ext>
            </a:extLst>
          </p:cNvPr>
          <p:cNvCxnSpPr>
            <a:cxnSpLocks/>
          </p:cNvCxnSpPr>
          <p:nvPr/>
        </p:nvCxnSpPr>
        <p:spPr>
          <a:xfrm>
            <a:off x="3699755" y="868459"/>
            <a:ext cx="2564" cy="4446321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E7E39C9-928A-6CD3-C176-FA22DF73CC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68"/>
          <a:stretch/>
        </p:blipFill>
        <p:spPr>
          <a:xfrm>
            <a:off x="4629003" y="1660590"/>
            <a:ext cx="2643690" cy="26041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F769C-A0DC-35C3-572E-FA2EF3BEDF12}"/>
              </a:ext>
            </a:extLst>
          </p:cNvPr>
          <p:cNvCxnSpPr>
            <a:cxnSpLocks/>
          </p:cNvCxnSpPr>
          <p:nvPr/>
        </p:nvCxnSpPr>
        <p:spPr>
          <a:xfrm>
            <a:off x="7616048" y="418757"/>
            <a:ext cx="0" cy="6462181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9A79D7-3793-65E2-B7E5-DB6A244406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23"/>
          <a:stretch/>
        </p:blipFill>
        <p:spPr>
          <a:xfrm>
            <a:off x="8014350" y="1824643"/>
            <a:ext cx="2538414" cy="21794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D7740B-6BA6-E92C-B4E1-080A74DA7669}"/>
              </a:ext>
            </a:extLst>
          </p:cNvPr>
          <p:cNvSpPr txBox="1"/>
          <p:nvPr/>
        </p:nvSpPr>
        <p:spPr>
          <a:xfrm>
            <a:off x="4192505" y="3659192"/>
            <a:ext cx="2659732" cy="369332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Infinitely many solutions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056B7-BFA0-F295-86CA-59DA747F5624}"/>
              </a:ext>
            </a:extLst>
          </p:cNvPr>
          <p:cNvSpPr txBox="1"/>
          <p:nvPr/>
        </p:nvSpPr>
        <p:spPr>
          <a:xfrm>
            <a:off x="1442469" y="3694519"/>
            <a:ext cx="1965424" cy="369332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Solution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7A14A7-4B66-699F-89AF-5A9784F946F6}"/>
              </a:ext>
            </a:extLst>
          </p:cNvPr>
          <p:cNvSpPr txBox="1"/>
          <p:nvPr/>
        </p:nvSpPr>
        <p:spPr>
          <a:xfrm>
            <a:off x="4398203" y="4063846"/>
            <a:ext cx="2061560" cy="369332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(Coincident lines)</a:t>
            </a:r>
            <a:endParaRPr lang="en-PK" sz="1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0731A-2D20-F803-46FC-527EC5051FB8}"/>
              </a:ext>
            </a:extLst>
          </p:cNvPr>
          <p:cNvSpPr txBox="1"/>
          <p:nvPr/>
        </p:nvSpPr>
        <p:spPr>
          <a:xfrm>
            <a:off x="7897115" y="3567441"/>
            <a:ext cx="2659732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No 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5C850-E28A-6E10-8837-12730FA8BDB9}"/>
              </a:ext>
            </a:extLst>
          </p:cNvPr>
          <p:cNvSpPr txBox="1"/>
          <p:nvPr/>
        </p:nvSpPr>
        <p:spPr>
          <a:xfrm>
            <a:off x="8163815" y="3995873"/>
            <a:ext cx="2061560" cy="369332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(Parallel lines)</a:t>
            </a:r>
            <a:endParaRPr lang="en-PK" sz="1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DDDEE-37E3-4778-078B-E1541FA1BBC9}"/>
              </a:ext>
            </a:extLst>
          </p:cNvPr>
          <p:cNvSpPr txBox="1"/>
          <p:nvPr/>
        </p:nvSpPr>
        <p:spPr>
          <a:xfrm>
            <a:off x="1349210" y="4108511"/>
            <a:ext cx="2061558" cy="369332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(Intersecting lines)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63207B-5057-C90D-8290-EC2AF87895C0}"/>
                  </a:ext>
                </a:extLst>
              </p:cNvPr>
              <p:cNvSpPr txBox="1"/>
              <p:nvPr/>
            </p:nvSpPr>
            <p:spPr>
              <a:xfrm>
                <a:off x="1285886" y="9446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63207B-5057-C90D-8290-EC2AF8789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86" y="944658"/>
                <a:ext cx="1630478" cy="307777"/>
              </a:xfrm>
              <a:prstGeom prst="rect">
                <a:avLst/>
              </a:prstGeom>
              <a:blipFill>
                <a:blip r:embed="rId5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0279C-9A49-F300-14F9-F126877B7796}"/>
                  </a:ext>
                </a:extLst>
              </p:cNvPr>
              <p:cNvSpPr txBox="1"/>
              <p:nvPr/>
            </p:nvSpPr>
            <p:spPr>
              <a:xfrm>
                <a:off x="1285886" y="12760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0279C-9A49-F300-14F9-F126877B7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86" y="1276058"/>
                <a:ext cx="1630478" cy="307777"/>
              </a:xfrm>
              <a:prstGeom prst="rect">
                <a:avLst/>
              </a:prstGeom>
              <a:blipFill>
                <a:blip r:embed="rId6"/>
                <a:stretch>
                  <a:fillRect l="-2996" r="-2622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94E6A8-3145-3C51-E0E5-3D8D6337EAF1}"/>
                  </a:ext>
                </a:extLst>
              </p:cNvPr>
              <p:cNvSpPr txBox="1"/>
              <p:nvPr/>
            </p:nvSpPr>
            <p:spPr>
              <a:xfrm>
                <a:off x="4879065" y="8684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94E6A8-3145-3C51-E0E5-3D8D6337E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65" y="868458"/>
                <a:ext cx="1630478" cy="307777"/>
              </a:xfrm>
              <a:prstGeom prst="rect">
                <a:avLst/>
              </a:prstGeom>
              <a:blipFill>
                <a:blip r:embed="rId7"/>
                <a:stretch>
                  <a:fillRect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63F44F-4BBC-50D0-478B-1815B34B5AAA}"/>
                  </a:ext>
                </a:extLst>
              </p:cNvPr>
              <p:cNvSpPr txBox="1"/>
              <p:nvPr/>
            </p:nvSpPr>
            <p:spPr>
              <a:xfrm>
                <a:off x="4879065" y="11998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PK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63F44F-4BBC-50D0-478B-1815B34B5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65" y="1199858"/>
                <a:ext cx="1630478" cy="307777"/>
              </a:xfrm>
              <a:prstGeom prst="rect">
                <a:avLst/>
              </a:prstGeom>
              <a:blipFill>
                <a:blip r:embed="rId8"/>
                <a:stretch>
                  <a:fillRect l="-2612" r="-2612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38DA81-D5CF-2667-8C36-25D87D4BD6AA}"/>
                  </a:ext>
                </a:extLst>
              </p:cNvPr>
              <p:cNvSpPr txBox="1"/>
              <p:nvPr/>
            </p:nvSpPr>
            <p:spPr>
              <a:xfrm>
                <a:off x="8254345" y="7922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38DA81-D5CF-2667-8C36-25D87D4B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45" y="792258"/>
                <a:ext cx="1630478" cy="307777"/>
              </a:xfrm>
              <a:prstGeom prst="rect">
                <a:avLst/>
              </a:prstGeom>
              <a:blipFill>
                <a:blip r:embed="rId9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58AB5B-1F6F-F140-D7F8-602791809E02}"/>
                  </a:ext>
                </a:extLst>
              </p:cNvPr>
              <p:cNvSpPr txBox="1"/>
              <p:nvPr/>
            </p:nvSpPr>
            <p:spPr>
              <a:xfrm>
                <a:off x="8254345" y="11236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PK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58AB5B-1F6F-F140-D7F8-60279180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45" y="1123658"/>
                <a:ext cx="1630478" cy="307777"/>
              </a:xfrm>
              <a:prstGeom prst="rect">
                <a:avLst/>
              </a:prstGeom>
              <a:blipFill>
                <a:blip r:embed="rId10"/>
                <a:stretch>
                  <a:fillRect l="-2612" r="-2612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62F319-FC7A-9A00-A6F5-EFA96632EAD7}"/>
                  </a:ext>
                </a:extLst>
              </p:cNvPr>
              <p:cNvSpPr txBox="1"/>
              <p:nvPr/>
            </p:nvSpPr>
            <p:spPr>
              <a:xfrm>
                <a:off x="8101588" y="4514446"/>
                <a:ext cx="2271593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𝐜𝐨𝐧𝐬𝐭𝐚𝐧𝐭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62F319-FC7A-9A00-A6F5-EFA96632E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588" y="4514446"/>
                <a:ext cx="227159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7104CA-EA83-E42B-A358-CF5F6017BAD2}"/>
                  </a:ext>
                </a:extLst>
              </p:cNvPr>
              <p:cNvSpPr txBox="1"/>
              <p:nvPr/>
            </p:nvSpPr>
            <p:spPr>
              <a:xfrm>
                <a:off x="7839848" y="5021878"/>
                <a:ext cx="3117951" cy="36933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𝐈𝐧𝐜𝐨𝐧𝐬𝐢𝐬𝐭𝐞𝐧𝐭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𝐒𝐲𝐬𝐭𝐞𝐦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7104CA-EA83-E42B-A358-CF5F6017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848" y="5021878"/>
                <a:ext cx="3117951" cy="369332"/>
              </a:xfrm>
              <a:prstGeom prst="rect">
                <a:avLst/>
              </a:prstGeom>
              <a:blipFill>
                <a:blip r:embed="rId12"/>
                <a:stretch>
                  <a:fillRect b="-27273"/>
                </a:stretch>
              </a:blipFill>
              <a:ln w="38100"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Brace 24">
            <a:extLst>
              <a:ext uri="{FF2B5EF4-FFF2-40B4-BE49-F238E27FC236}">
                <a16:creationId xmlns:a16="http://schemas.microsoft.com/office/drawing/2014/main" id="{D3EAEB33-56EB-79EA-A1EC-0694438570B9}"/>
              </a:ext>
            </a:extLst>
          </p:cNvPr>
          <p:cNvSpPr/>
          <p:nvPr/>
        </p:nvSpPr>
        <p:spPr>
          <a:xfrm rot="5400000">
            <a:off x="3999661" y="3586555"/>
            <a:ext cx="964505" cy="5469290"/>
          </a:xfrm>
          <a:prstGeom prst="rightBrac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0EA018-A39B-96B3-B7BA-CE635962C2F8}"/>
                  </a:ext>
                </a:extLst>
              </p:cNvPr>
              <p:cNvSpPr txBox="1"/>
              <p:nvPr/>
            </p:nvSpPr>
            <p:spPr>
              <a:xfrm>
                <a:off x="2788191" y="5552963"/>
                <a:ext cx="2659729" cy="369332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  <a:prstDash val="solid"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1" dirty="0"/>
                  <a:t>C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𝐨𝐧𝐬𝐢𝐬𝐭𝐞𝐧𝐭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𝐒𝐲𝐬𝐭𝐞𝐦</m:t>
                    </m:r>
                  </m:oMath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0EA018-A39B-96B3-B7BA-CE635962C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191" y="5552963"/>
                <a:ext cx="2659729" cy="369332"/>
              </a:xfrm>
              <a:prstGeom prst="rect">
                <a:avLst/>
              </a:prstGeom>
              <a:blipFill>
                <a:blip r:embed="rId13"/>
                <a:stretch>
                  <a:fillRect l="-6095" t="-19403" r="-1806" b="-38806"/>
                </a:stretch>
              </a:blipFill>
              <a:ln w="38100">
                <a:solidFill>
                  <a:srgbClr val="FF00FF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03EF88-4E95-647C-428C-39051DA089E7}"/>
                  </a:ext>
                </a:extLst>
              </p:cNvPr>
              <p:cNvSpPr txBox="1"/>
              <p:nvPr/>
            </p:nvSpPr>
            <p:spPr>
              <a:xfrm>
                <a:off x="4944295" y="4514446"/>
                <a:ext cx="944923" cy="430887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03EF88-4E95-647C-428C-39051DA08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95" y="4514446"/>
                <a:ext cx="944923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E73C2A-4B8B-42EB-80EC-958B06BF4B64}"/>
                  </a:ext>
                </a:extLst>
              </p14:cNvPr>
              <p14:cNvContentPartPr/>
              <p14:nvPr/>
            </p14:nvContentPartPr>
            <p14:xfrm>
              <a:off x="836640" y="189000"/>
              <a:ext cx="11013480" cy="6148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E73C2A-4B8B-42EB-80EC-958B06BF4B6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7280" y="179640"/>
                <a:ext cx="11032200" cy="616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56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D4435F-1260-99D7-F9E5-9A9692006E98}"/>
                  </a:ext>
                </a:extLst>
              </p:cNvPr>
              <p:cNvSpPr txBox="1"/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D4435F-1260-99D7-F9E5-9A9692006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blipFill>
                <a:blip r:embed="rId2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924720-DF16-EE4A-4B77-404C6F141B7B}"/>
                  </a:ext>
                </a:extLst>
              </p:cNvPr>
              <p:cNvSpPr txBox="1"/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924720-DF16-EE4A-4B77-404C6F141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blipFill>
                <a:blip r:embed="rId3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353CC-6761-F12C-7922-956E9232EB0F}"/>
                  </a:ext>
                </a:extLst>
              </p:cNvPr>
              <p:cNvSpPr txBox="1"/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353CC-6761-F12C-7922-956E9232E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blipFill>
                <a:blip r:embed="rId4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B7ED0CE-8A4E-54EC-1F24-297487148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0" y="2376862"/>
            <a:ext cx="2255701" cy="26148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073DA-6DE9-C281-41C1-F7A735FFA13D}"/>
              </a:ext>
            </a:extLst>
          </p:cNvPr>
          <p:cNvCxnSpPr>
            <a:cxnSpLocks/>
          </p:cNvCxnSpPr>
          <p:nvPr/>
        </p:nvCxnSpPr>
        <p:spPr>
          <a:xfrm>
            <a:off x="2605474" y="79253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EB6581-FB68-5C0B-119A-A8703A468DC5}"/>
                  </a:ext>
                </a:extLst>
              </p:cNvPr>
              <p:cNvSpPr txBox="1"/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EB6581-FB68-5C0B-119A-A8703A468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blipFill>
                <a:blip r:embed="rId6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AE40E4-7550-BB55-E94F-E10BCF414805}"/>
                  </a:ext>
                </a:extLst>
              </p:cNvPr>
              <p:cNvSpPr txBox="1"/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AE40E4-7550-BB55-E94F-E10BCF414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blipFill>
                <a:blip r:embed="rId7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18A2-96CF-F00B-8DB3-F9225D9D81FD}"/>
                  </a:ext>
                </a:extLst>
              </p:cNvPr>
              <p:cNvSpPr txBox="1"/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18A2-96CF-F00B-8DB3-F9225D9D8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blipFill>
                <a:blip r:embed="rId8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9A590FFF-BAFC-783A-D48A-4F158BC2D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3078" y="2480246"/>
            <a:ext cx="2255701" cy="265799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D6CB7C-A867-3424-300F-530E6E2CF5C0}"/>
              </a:ext>
            </a:extLst>
          </p:cNvPr>
          <p:cNvCxnSpPr>
            <a:cxnSpLocks/>
          </p:cNvCxnSpPr>
          <p:nvPr/>
        </p:nvCxnSpPr>
        <p:spPr>
          <a:xfrm>
            <a:off x="5306202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8E3E55-EF8A-FB01-BEE2-E6DB45547C40}"/>
                  </a:ext>
                </a:extLst>
              </p:cNvPr>
              <p:cNvSpPr txBox="1"/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8E3E55-EF8A-FB01-BEE2-E6DB45547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blipFill>
                <a:blip r:embed="rId10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A5CB98-9D3E-8B59-3747-EDA8FB49C245}"/>
                  </a:ext>
                </a:extLst>
              </p:cNvPr>
              <p:cNvSpPr txBox="1"/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A5CB98-9D3E-8B59-3747-EDA8FB49C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blipFill>
                <a:blip r:embed="rId11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0DDA1-251F-21F1-98B0-C4046C82DD45}"/>
                  </a:ext>
                </a:extLst>
              </p:cNvPr>
              <p:cNvSpPr txBox="1"/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0DDA1-251F-21F1-98B0-C4046C82D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blipFill>
                <a:blip r:embed="rId12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BB2107-6409-0AFB-7311-3265787B5EFE}"/>
              </a:ext>
            </a:extLst>
          </p:cNvPr>
          <p:cNvCxnSpPr>
            <a:cxnSpLocks/>
          </p:cNvCxnSpPr>
          <p:nvPr/>
        </p:nvCxnSpPr>
        <p:spPr>
          <a:xfrm>
            <a:off x="8054708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933C9FEA-1A43-8925-B193-EF84C4B463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1237" y="2566466"/>
            <a:ext cx="2453530" cy="2657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2AA5-4A83-CE68-6D22-8E17DE49EDDE}"/>
                  </a:ext>
                </a:extLst>
              </p:cNvPr>
              <p:cNvSpPr txBox="1"/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2AA5-4A83-CE68-6D22-8E17DE49E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blipFill>
                <a:blip r:embed="rId14"/>
                <a:stretch>
                  <a:fillRect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CAFF2A-D796-75BE-1C0A-0B7C0011983B}"/>
                  </a:ext>
                </a:extLst>
              </p:cNvPr>
              <p:cNvSpPr txBox="1"/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CAFF2A-D796-75BE-1C0A-0B7C00119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blipFill>
                <a:blip r:embed="rId15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C5C7E-553C-BAF7-9B84-F04A05EB240F}"/>
                  </a:ext>
                </a:extLst>
              </p:cNvPr>
              <p:cNvSpPr txBox="1"/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C5C7E-553C-BAF7-9B84-F04A05EB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blipFill>
                <a:blip r:embed="rId16"/>
                <a:stretch>
                  <a:fillRect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2D4A545B-C4C8-DB54-D5A6-89C58AABDBB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4339" y="2653423"/>
            <a:ext cx="2223758" cy="262546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53C0364-9DF6-9634-CF0C-FDBF20EA799F}"/>
              </a:ext>
            </a:extLst>
          </p:cNvPr>
          <p:cNvSpPr/>
          <p:nvPr/>
        </p:nvSpPr>
        <p:spPr>
          <a:xfrm>
            <a:off x="0" y="31101"/>
            <a:ext cx="1219199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(inconsistent) in three variables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939F45-F3BA-4AD9-8FE1-48B94F139475}"/>
                  </a:ext>
                </a:extLst>
              </p14:cNvPr>
              <p14:cNvContentPartPr/>
              <p14:nvPr/>
            </p14:nvContentPartPr>
            <p14:xfrm>
              <a:off x="4405320" y="741240"/>
              <a:ext cx="6640200" cy="575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939F45-F3BA-4AD9-8FE1-48B94F1394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95960" y="731880"/>
                <a:ext cx="6658920" cy="57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141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57DD-D351-96D8-D979-897E9D26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A2D63F-DA15-59AC-1A6F-BC203F9564C1}"/>
                  </a:ext>
                </a:extLst>
              </p:cNvPr>
              <p:cNvSpPr txBox="1"/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A2D63F-DA15-59AC-1A6F-BC203F956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blipFill>
                <a:blip r:embed="rId2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8C882-384C-9B5E-2EEA-F8476BAC6EB8}"/>
                  </a:ext>
                </a:extLst>
              </p:cNvPr>
              <p:cNvSpPr txBox="1"/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8C882-384C-9B5E-2EEA-F8476BAC6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blipFill>
                <a:blip r:embed="rId3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23140-8AAA-209C-64B9-DB6D9E2123ED}"/>
                  </a:ext>
                </a:extLst>
              </p:cNvPr>
              <p:cNvSpPr txBox="1"/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23140-8AAA-209C-64B9-DB6D9E21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blipFill>
                <a:blip r:embed="rId4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F4251D-B46D-22D8-312C-9EF3C80A8C59}"/>
              </a:ext>
            </a:extLst>
          </p:cNvPr>
          <p:cNvCxnSpPr>
            <a:cxnSpLocks/>
          </p:cNvCxnSpPr>
          <p:nvPr/>
        </p:nvCxnSpPr>
        <p:spPr>
          <a:xfrm>
            <a:off x="2605474" y="79253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BC8010-B7C7-D6B6-481D-A873925BE880}"/>
                  </a:ext>
                </a:extLst>
              </p:cNvPr>
              <p:cNvSpPr txBox="1"/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BC8010-B7C7-D6B6-481D-A873925BE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blipFill>
                <a:blip r:embed="rId5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A277A-880C-EBCD-FB2B-CC6902252453}"/>
                  </a:ext>
                </a:extLst>
              </p:cNvPr>
              <p:cNvSpPr txBox="1"/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A277A-880C-EBCD-FB2B-CC6902252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blipFill>
                <a:blip r:embed="rId6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E90A5-B614-EA32-EC95-3F4986491D84}"/>
                  </a:ext>
                </a:extLst>
              </p:cNvPr>
              <p:cNvSpPr txBox="1"/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E90A5-B614-EA32-EC95-3F4986491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blipFill>
                <a:blip r:embed="rId7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78C357-25FB-7F0C-E384-8C3270D91444}"/>
              </a:ext>
            </a:extLst>
          </p:cNvPr>
          <p:cNvCxnSpPr>
            <a:cxnSpLocks/>
          </p:cNvCxnSpPr>
          <p:nvPr/>
        </p:nvCxnSpPr>
        <p:spPr>
          <a:xfrm>
            <a:off x="5441112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D4EB2-AF03-5DA7-025A-D61E450E465A}"/>
                  </a:ext>
                </a:extLst>
              </p:cNvPr>
              <p:cNvSpPr txBox="1"/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D4EB2-AF03-5DA7-025A-D61E450E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blipFill>
                <a:blip r:embed="rId8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92622A-6890-C12F-A466-56998B0C1878}"/>
                  </a:ext>
                </a:extLst>
              </p:cNvPr>
              <p:cNvSpPr txBox="1"/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92622A-6890-C12F-A466-56998B0C1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blipFill>
                <a:blip r:embed="rId9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76A034-C628-1308-FA30-5F5A5EE99B0C}"/>
                  </a:ext>
                </a:extLst>
              </p:cNvPr>
              <p:cNvSpPr txBox="1"/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76A034-C628-1308-FA30-5F5A5EE99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blipFill>
                <a:blip r:embed="rId10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75B068-6F0B-5AEF-20CD-100A8E42A4D0}"/>
              </a:ext>
            </a:extLst>
          </p:cNvPr>
          <p:cNvCxnSpPr>
            <a:cxnSpLocks/>
          </p:cNvCxnSpPr>
          <p:nvPr/>
        </p:nvCxnSpPr>
        <p:spPr>
          <a:xfrm>
            <a:off x="8369498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3A8980-1FCA-C3F6-5D2F-00DBD11D8D40}"/>
                  </a:ext>
                </a:extLst>
              </p:cNvPr>
              <p:cNvSpPr txBox="1"/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3A8980-1FCA-C3F6-5D2F-00DBD11D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blipFill>
                <a:blip r:embed="rId11"/>
                <a:stretch>
                  <a:fillRect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61A194-A1CF-4B10-C868-F87FCF047258}"/>
                  </a:ext>
                </a:extLst>
              </p:cNvPr>
              <p:cNvSpPr txBox="1"/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61A194-A1CF-4B10-C868-F87FCF04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blipFill>
                <a:blip r:embed="rId12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758946-6099-8AA1-D14F-8A75F90D1022}"/>
                  </a:ext>
                </a:extLst>
              </p:cNvPr>
              <p:cNvSpPr txBox="1"/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758946-6099-8AA1-D14F-8A75F90D1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blipFill>
                <a:blip r:embed="rId13"/>
                <a:stretch>
                  <a:fillRect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A8F4781-94DF-96D0-9C7F-0EADBC1C55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03" y="2538425"/>
            <a:ext cx="2436256" cy="28184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D9DDE1-F998-D7FD-3934-B9AB3AD734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3947" y="2617023"/>
            <a:ext cx="2491636" cy="289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64B171-3999-EA5B-F05B-7284192758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95659" y="2818152"/>
            <a:ext cx="2784827" cy="2694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512B74-8C03-3002-F61C-F54009149A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01637" y="2621702"/>
            <a:ext cx="2346460" cy="289144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AF2D449-E0EC-7224-2EB0-5C900294D42E}"/>
              </a:ext>
            </a:extLst>
          </p:cNvPr>
          <p:cNvSpPr/>
          <p:nvPr/>
        </p:nvSpPr>
        <p:spPr>
          <a:xfrm>
            <a:off x="0" y="36750"/>
            <a:ext cx="1219199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(consistent) in three variables</a:t>
            </a:r>
          </a:p>
        </p:txBody>
      </p:sp>
    </p:spTree>
    <p:extLst>
      <p:ext uri="{BB962C8B-B14F-4D97-AF65-F5344CB8AC3E}">
        <p14:creationId xmlns:p14="http://schemas.microsoft.com/office/powerpoint/2010/main" val="203152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awaii gif. A pink oval shape with a warm smiling face holds out a red heart as yellow text appears. Text, &quot;Thank you.&quot;">
            <a:extLst>
              <a:ext uri="{FF2B5EF4-FFF2-40B4-BE49-F238E27FC236}">
                <a16:creationId xmlns:a16="http://schemas.microsoft.com/office/drawing/2014/main" id="{ACE3A5E4-67FE-C5DB-454C-2953A98C5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19" y="70340"/>
            <a:ext cx="6724357" cy="672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1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12018</TotalTime>
  <Words>1803</Words>
  <Application>Microsoft Office PowerPoint</Application>
  <PresentationFormat>Widescreen</PresentationFormat>
  <Paragraphs>208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Rafiq Siddiqui</dc:creator>
  <cp:lastModifiedBy>a.junaid</cp:lastModifiedBy>
  <cp:revision>77</cp:revision>
  <dcterms:created xsi:type="dcterms:W3CDTF">2025-02-25T06:33:15Z</dcterms:created>
  <dcterms:modified xsi:type="dcterms:W3CDTF">2026-02-27T05:27:03Z</dcterms:modified>
</cp:coreProperties>
</file>