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6" r:id="rId2"/>
  </p:sldMasterIdLst>
  <p:notesMasterIdLst>
    <p:notesMasterId r:id="rId29"/>
  </p:notesMasterIdLst>
  <p:sldIdLst>
    <p:sldId id="285" r:id="rId3"/>
    <p:sldId id="286" r:id="rId4"/>
    <p:sldId id="263" r:id="rId5"/>
    <p:sldId id="287" r:id="rId6"/>
    <p:sldId id="288" r:id="rId7"/>
    <p:sldId id="289" r:id="rId8"/>
    <p:sldId id="290" r:id="rId9"/>
    <p:sldId id="291" r:id="rId10"/>
    <p:sldId id="293" r:id="rId11"/>
    <p:sldId id="294" r:id="rId12"/>
    <p:sldId id="295" r:id="rId13"/>
    <p:sldId id="296" r:id="rId14"/>
    <p:sldId id="297" r:id="rId15"/>
    <p:sldId id="298" r:id="rId16"/>
    <p:sldId id="300" r:id="rId17"/>
    <p:sldId id="311" r:id="rId18"/>
    <p:sldId id="301" r:id="rId19"/>
    <p:sldId id="302" r:id="rId20"/>
    <p:sldId id="303" r:id="rId21"/>
    <p:sldId id="310" r:id="rId22"/>
    <p:sldId id="305" r:id="rId23"/>
    <p:sldId id="307" r:id="rId24"/>
    <p:sldId id="312" r:id="rId25"/>
    <p:sldId id="277" r:id="rId26"/>
    <p:sldId id="281" r:id="rId27"/>
    <p:sldId id="31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>
      <p:cViewPr varScale="1">
        <p:scale>
          <a:sx n="71" d="100"/>
          <a:sy n="71" d="100"/>
        </p:scale>
        <p:origin x="13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70EB3F-64F2-4ABE-A8C5-821FC1C4A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56B78FD7-C50B-4EA7-9094-FF432C74666F}">
      <dgm:prSet/>
      <dgm:spPr/>
      <dgm:t>
        <a:bodyPr/>
        <a:lstStyle/>
        <a:p>
          <a:r>
            <a:rPr lang="en-US" b="1" baseline="0"/>
            <a:t>General Purposes for Presentations</a:t>
          </a:r>
          <a:endParaRPr lang="en-PK"/>
        </a:p>
      </dgm:t>
    </dgm:pt>
    <dgm:pt modelId="{BA37451C-9AE6-46BE-AC24-0C8B3E325BFF}" type="parTrans" cxnId="{3B182B73-5035-4002-A32D-2BB1DD004443}">
      <dgm:prSet/>
      <dgm:spPr/>
      <dgm:t>
        <a:bodyPr/>
        <a:lstStyle/>
        <a:p>
          <a:endParaRPr lang="en-PK"/>
        </a:p>
      </dgm:t>
    </dgm:pt>
    <dgm:pt modelId="{EC6C1547-F8EA-4A61-92F7-2F2FAA201863}" type="sibTrans" cxnId="{3B182B73-5035-4002-A32D-2BB1DD004443}">
      <dgm:prSet/>
      <dgm:spPr/>
      <dgm:t>
        <a:bodyPr/>
        <a:lstStyle/>
        <a:p>
          <a:endParaRPr lang="en-PK"/>
        </a:p>
      </dgm:t>
    </dgm:pt>
    <dgm:pt modelId="{0C43EE6C-B01D-42DC-9EBA-D6BAFBC1061C}" type="pres">
      <dgm:prSet presAssocID="{0470EB3F-64F2-4ABE-A8C5-821FC1C4A5D6}" presName="linear" presStyleCnt="0">
        <dgm:presLayoutVars>
          <dgm:animLvl val="lvl"/>
          <dgm:resizeHandles val="exact"/>
        </dgm:presLayoutVars>
      </dgm:prSet>
      <dgm:spPr/>
    </dgm:pt>
    <dgm:pt modelId="{16888FA6-93DC-477D-A5C6-7244C8A7AC42}" type="pres">
      <dgm:prSet presAssocID="{56B78FD7-C50B-4EA7-9094-FF432C74666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B182B73-5035-4002-A32D-2BB1DD004443}" srcId="{0470EB3F-64F2-4ABE-A8C5-821FC1C4A5D6}" destId="{56B78FD7-C50B-4EA7-9094-FF432C74666F}" srcOrd="0" destOrd="0" parTransId="{BA37451C-9AE6-46BE-AC24-0C8B3E325BFF}" sibTransId="{EC6C1547-F8EA-4A61-92F7-2F2FAA201863}"/>
    <dgm:cxn modelId="{97A3389E-1FE2-4F35-9326-533CBF907802}" type="presOf" srcId="{56B78FD7-C50B-4EA7-9094-FF432C74666F}" destId="{16888FA6-93DC-477D-A5C6-7244C8A7AC42}" srcOrd="0" destOrd="0" presId="urn:microsoft.com/office/officeart/2005/8/layout/vList2"/>
    <dgm:cxn modelId="{AEEA23BD-42EB-484E-9874-5A4F5BFD621F}" type="presOf" srcId="{0470EB3F-64F2-4ABE-A8C5-821FC1C4A5D6}" destId="{0C43EE6C-B01D-42DC-9EBA-D6BAFBC1061C}" srcOrd="0" destOrd="0" presId="urn:microsoft.com/office/officeart/2005/8/layout/vList2"/>
    <dgm:cxn modelId="{8C20B0E2-0479-4EAA-A4A0-94407AA3611F}" type="presParOf" srcId="{0C43EE6C-B01D-42DC-9EBA-D6BAFBC1061C}" destId="{16888FA6-93DC-477D-A5C6-7244C8A7AC4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B3D733-A94C-4DC9-A9BF-9B1EF341C33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C627FCD3-7040-4669-8CCB-F5F2A30E96F5}">
      <dgm:prSet/>
      <dgm:spPr/>
      <dgm:t>
        <a:bodyPr/>
        <a:lstStyle/>
        <a:p>
          <a:r>
            <a:rPr lang="en-US" b="1"/>
            <a:t>To inform</a:t>
          </a:r>
          <a:endParaRPr lang="en-PK"/>
        </a:p>
      </dgm:t>
    </dgm:pt>
    <dgm:pt modelId="{C2607E7F-EB96-452A-95EE-02966DAF47EF}" type="parTrans" cxnId="{B1D1248B-1D80-4813-90C5-13873D858EFF}">
      <dgm:prSet/>
      <dgm:spPr/>
      <dgm:t>
        <a:bodyPr/>
        <a:lstStyle/>
        <a:p>
          <a:endParaRPr lang="en-PK"/>
        </a:p>
      </dgm:t>
    </dgm:pt>
    <dgm:pt modelId="{0E9A2FDA-6AED-4E4B-81D0-806C885F9FF4}" type="sibTrans" cxnId="{B1D1248B-1D80-4813-90C5-13873D858EFF}">
      <dgm:prSet/>
      <dgm:spPr/>
      <dgm:t>
        <a:bodyPr/>
        <a:lstStyle/>
        <a:p>
          <a:endParaRPr lang="en-PK"/>
        </a:p>
      </dgm:t>
    </dgm:pt>
    <dgm:pt modelId="{DBB887FC-E2F3-49E6-A48D-B127A94321DA}">
      <dgm:prSet/>
      <dgm:spPr/>
      <dgm:t>
        <a:bodyPr/>
        <a:lstStyle/>
        <a:p>
          <a:r>
            <a:rPr lang="en-US" b="1"/>
            <a:t>To persuade</a:t>
          </a:r>
          <a:endParaRPr lang="en-PK"/>
        </a:p>
      </dgm:t>
    </dgm:pt>
    <dgm:pt modelId="{E8F55DC4-E894-4C20-8DDB-E42EAF216D10}" type="parTrans" cxnId="{D9F647B1-FAAD-4EA8-88A9-ABF6818C82E7}">
      <dgm:prSet/>
      <dgm:spPr/>
      <dgm:t>
        <a:bodyPr/>
        <a:lstStyle/>
        <a:p>
          <a:endParaRPr lang="en-PK"/>
        </a:p>
      </dgm:t>
    </dgm:pt>
    <dgm:pt modelId="{E17BFAE9-39BB-4AB5-A87E-CE776E3A28E6}" type="sibTrans" cxnId="{D9F647B1-FAAD-4EA8-88A9-ABF6818C82E7}">
      <dgm:prSet/>
      <dgm:spPr/>
      <dgm:t>
        <a:bodyPr/>
        <a:lstStyle/>
        <a:p>
          <a:endParaRPr lang="en-PK"/>
        </a:p>
      </dgm:t>
    </dgm:pt>
    <dgm:pt modelId="{6E0ADEF6-2DFA-43D6-B472-8624F42D8D98}">
      <dgm:prSet/>
      <dgm:spPr/>
      <dgm:t>
        <a:bodyPr/>
        <a:lstStyle/>
        <a:p>
          <a:r>
            <a:rPr lang="en-US" b="1"/>
            <a:t>To entertain</a:t>
          </a:r>
          <a:endParaRPr lang="en-PK"/>
        </a:p>
      </dgm:t>
    </dgm:pt>
    <dgm:pt modelId="{FEC6D9F4-DB71-4081-AC52-F228BB445420}" type="parTrans" cxnId="{D9D081A5-EB2E-4416-88B9-9C17926C001A}">
      <dgm:prSet/>
      <dgm:spPr/>
      <dgm:t>
        <a:bodyPr/>
        <a:lstStyle/>
        <a:p>
          <a:endParaRPr lang="en-PK"/>
        </a:p>
      </dgm:t>
    </dgm:pt>
    <dgm:pt modelId="{57F428F3-8AD1-4621-A293-577C7AF51FAA}" type="sibTrans" cxnId="{D9D081A5-EB2E-4416-88B9-9C17926C001A}">
      <dgm:prSet/>
      <dgm:spPr/>
      <dgm:t>
        <a:bodyPr/>
        <a:lstStyle/>
        <a:p>
          <a:endParaRPr lang="en-PK"/>
        </a:p>
      </dgm:t>
    </dgm:pt>
    <dgm:pt modelId="{DC9F4DC3-8ABF-4932-B2C0-D906431051B7}" type="pres">
      <dgm:prSet presAssocID="{A3B3D733-A94C-4DC9-A9BF-9B1EF341C33A}" presName="diagram" presStyleCnt="0">
        <dgm:presLayoutVars>
          <dgm:dir/>
          <dgm:resizeHandles val="exact"/>
        </dgm:presLayoutVars>
      </dgm:prSet>
      <dgm:spPr/>
    </dgm:pt>
    <dgm:pt modelId="{62AFBA78-758A-4507-92BE-98CE44EEDFAC}" type="pres">
      <dgm:prSet presAssocID="{C627FCD3-7040-4669-8CCB-F5F2A30E96F5}" presName="node" presStyleLbl="node1" presStyleIdx="0" presStyleCnt="3" custLinFactNeighborY="16398">
        <dgm:presLayoutVars>
          <dgm:bulletEnabled val="1"/>
        </dgm:presLayoutVars>
      </dgm:prSet>
      <dgm:spPr/>
    </dgm:pt>
    <dgm:pt modelId="{C1D425A4-1077-4DCC-A0BD-78D60442C0F5}" type="pres">
      <dgm:prSet presAssocID="{0E9A2FDA-6AED-4E4B-81D0-806C885F9FF4}" presName="sibTrans" presStyleCnt="0"/>
      <dgm:spPr/>
    </dgm:pt>
    <dgm:pt modelId="{32F51B00-EBB8-4D6C-84C9-3DD263A8A8B4}" type="pres">
      <dgm:prSet presAssocID="{DBB887FC-E2F3-49E6-A48D-B127A94321DA}" presName="node" presStyleLbl="node1" presStyleIdx="1" presStyleCnt="3" custLinFactNeighborX="1908" custLinFactNeighborY="16398">
        <dgm:presLayoutVars>
          <dgm:bulletEnabled val="1"/>
        </dgm:presLayoutVars>
      </dgm:prSet>
      <dgm:spPr/>
    </dgm:pt>
    <dgm:pt modelId="{459E858D-C25A-491A-878F-3F55B2D08E31}" type="pres">
      <dgm:prSet presAssocID="{E17BFAE9-39BB-4AB5-A87E-CE776E3A28E6}" presName="sibTrans" presStyleCnt="0"/>
      <dgm:spPr/>
    </dgm:pt>
    <dgm:pt modelId="{C2A78CB0-4BB8-45F4-AB6F-51E866E57F78}" type="pres">
      <dgm:prSet presAssocID="{6E0ADEF6-2DFA-43D6-B472-8624F42D8D98}" presName="node" presStyleLbl="node1" presStyleIdx="2" presStyleCnt="3" custLinFactNeighborX="3219" custLinFactNeighborY="16398">
        <dgm:presLayoutVars>
          <dgm:bulletEnabled val="1"/>
        </dgm:presLayoutVars>
      </dgm:prSet>
      <dgm:spPr/>
    </dgm:pt>
  </dgm:ptLst>
  <dgm:cxnLst>
    <dgm:cxn modelId="{CFF16C2A-D12E-437B-94A6-219B3BD7E206}" type="presOf" srcId="{C627FCD3-7040-4669-8CCB-F5F2A30E96F5}" destId="{62AFBA78-758A-4507-92BE-98CE44EEDFAC}" srcOrd="0" destOrd="0" presId="urn:microsoft.com/office/officeart/2005/8/layout/default"/>
    <dgm:cxn modelId="{A77FD75F-061D-4675-ADF9-0BB4A1F7CA5D}" type="presOf" srcId="{A3B3D733-A94C-4DC9-A9BF-9B1EF341C33A}" destId="{DC9F4DC3-8ABF-4932-B2C0-D906431051B7}" srcOrd="0" destOrd="0" presId="urn:microsoft.com/office/officeart/2005/8/layout/default"/>
    <dgm:cxn modelId="{E3223667-78B2-4313-9550-17B68F82FA36}" type="presOf" srcId="{6E0ADEF6-2DFA-43D6-B472-8624F42D8D98}" destId="{C2A78CB0-4BB8-45F4-AB6F-51E866E57F78}" srcOrd="0" destOrd="0" presId="urn:microsoft.com/office/officeart/2005/8/layout/default"/>
    <dgm:cxn modelId="{720FBA87-65BB-4F99-8646-C1813F57B373}" type="presOf" srcId="{DBB887FC-E2F3-49E6-A48D-B127A94321DA}" destId="{32F51B00-EBB8-4D6C-84C9-3DD263A8A8B4}" srcOrd="0" destOrd="0" presId="urn:microsoft.com/office/officeart/2005/8/layout/default"/>
    <dgm:cxn modelId="{B1D1248B-1D80-4813-90C5-13873D858EFF}" srcId="{A3B3D733-A94C-4DC9-A9BF-9B1EF341C33A}" destId="{C627FCD3-7040-4669-8CCB-F5F2A30E96F5}" srcOrd="0" destOrd="0" parTransId="{C2607E7F-EB96-452A-95EE-02966DAF47EF}" sibTransId="{0E9A2FDA-6AED-4E4B-81D0-806C885F9FF4}"/>
    <dgm:cxn modelId="{D9D081A5-EB2E-4416-88B9-9C17926C001A}" srcId="{A3B3D733-A94C-4DC9-A9BF-9B1EF341C33A}" destId="{6E0ADEF6-2DFA-43D6-B472-8624F42D8D98}" srcOrd="2" destOrd="0" parTransId="{FEC6D9F4-DB71-4081-AC52-F228BB445420}" sibTransId="{57F428F3-8AD1-4621-A293-577C7AF51FAA}"/>
    <dgm:cxn modelId="{D9F647B1-FAAD-4EA8-88A9-ABF6818C82E7}" srcId="{A3B3D733-A94C-4DC9-A9BF-9B1EF341C33A}" destId="{DBB887FC-E2F3-49E6-A48D-B127A94321DA}" srcOrd="1" destOrd="0" parTransId="{E8F55DC4-E894-4C20-8DDB-E42EAF216D10}" sibTransId="{E17BFAE9-39BB-4AB5-A87E-CE776E3A28E6}"/>
    <dgm:cxn modelId="{193CA435-8A14-4539-B4E9-E936BB35E54D}" type="presParOf" srcId="{DC9F4DC3-8ABF-4932-B2C0-D906431051B7}" destId="{62AFBA78-758A-4507-92BE-98CE44EEDFAC}" srcOrd="0" destOrd="0" presId="urn:microsoft.com/office/officeart/2005/8/layout/default"/>
    <dgm:cxn modelId="{11618260-0B83-4C5F-A725-809B86F81DF1}" type="presParOf" srcId="{DC9F4DC3-8ABF-4932-B2C0-D906431051B7}" destId="{C1D425A4-1077-4DCC-A0BD-78D60442C0F5}" srcOrd="1" destOrd="0" presId="urn:microsoft.com/office/officeart/2005/8/layout/default"/>
    <dgm:cxn modelId="{FD596F7E-2745-4B96-8362-4423284F96E5}" type="presParOf" srcId="{DC9F4DC3-8ABF-4932-B2C0-D906431051B7}" destId="{32F51B00-EBB8-4D6C-84C9-3DD263A8A8B4}" srcOrd="2" destOrd="0" presId="urn:microsoft.com/office/officeart/2005/8/layout/default"/>
    <dgm:cxn modelId="{E5723C76-3D5B-4DBE-8DDF-42F6BDCAEB33}" type="presParOf" srcId="{DC9F4DC3-8ABF-4932-B2C0-D906431051B7}" destId="{459E858D-C25A-491A-878F-3F55B2D08E31}" srcOrd="3" destOrd="0" presId="urn:microsoft.com/office/officeart/2005/8/layout/default"/>
    <dgm:cxn modelId="{C9532374-686E-41EA-B217-27348A777F00}" type="presParOf" srcId="{DC9F4DC3-8ABF-4932-B2C0-D906431051B7}" destId="{C2A78CB0-4BB8-45F4-AB6F-51E866E57F7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493CC5-F9B7-4D60-9B71-9E0BE3A1996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E83A5606-DAF1-41E9-891D-4FEDA15A5727}">
      <dgm:prSet/>
      <dgm:spPr/>
      <dgm:t>
        <a:bodyPr/>
        <a:lstStyle/>
        <a:p>
          <a:r>
            <a:rPr lang="en-US" b="1" dirty="0"/>
            <a:t>Steps to prepare effective presentation</a:t>
          </a:r>
          <a:br>
            <a:rPr lang="en-US" b="1" dirty="0"/>
          </a:br>
          <a:endParaRPr lang="en-PK" dirty="0"/>
        </a:p>
      </dgm:t>
    </dgm:pt>
    <dgm:pt modelId="{7FBB7DF2-4B3E-4DA2-8AAD-54430C1FC419}" type="parTrans" cxnId="{059A5122-58AC-442B-8E8A-3D56315C67B0}">
      <dgm:prSet/>
      <dgm:spPr/>
      <dgm:t>
        <a:bodyPr/>
        <a:lstStyle/>
        <a:p>
          <a:endParaRPr lang="en-PK"/>
        </a:p>
      </dgm:t>
    </dgm:pt>
    <dgm:pt modelId="{394C2615-A176-4D82-8BC0-5AC62C53EAE3}" type="sibTrans" cxnId="{059A5122-58AC-442B-8E8A-3D56315C67B0}">
      <dgm:prSet/>
      <dgm:spPr/>
      <dgm:t>
        <a:bodyPr/>
        <a:lstStyle/>
        <a:p>
          <a:endParaRPr lang="en-PK"/>
        </a:p>
      </dgm:t>
    </dgm:pt>
    <dgm:pt modelId="{9599BEC8-70EB-4615-8C2F-410853B7BF4D}" type="pres">
      <dgm:prSet presAssocID="{C4493CC5-F9B7-4D60-9B71-9E0BE3A19962}" presName="linearFlow" presStyleCnt="0">
        <dgm:presLayoutVars>
          <dgm:dir/>
          <dgm:resizeHandles val="exact"/>
        </dgm:presLayoutVars>
      </dgm:prSet>
      <dgm:spPr/>
    </dgm:pt>
    <dgm:pt modelId="{B70B1739-2EBB-48AA-AD3D-D6867479C32A}" type="pres">
      <dgm:prSet presAssocID="{E83A5606-DAF1-41E9-891D-4FEDA15A5727}" presName="composite" presStyleCnt="0"/>
      <dgm:spPr/>
    </dgm:pt>
    <dgm:pt modelId="{99E5ACDB-5B18-49D0-AB2E-EB8608137769}" type="pres">
      <dgm:prSet presAssocID="{E83A5606-DAF1-41E9-891D-4FEDA15A5727}" presName="imgShp" presStyleLbl="fgImgPlace1" presStyleIdx="0" presStyleCnt="1"/>
      <dgm:spPr/>
    </dgm:pt>
    <dgm:pt modelId="{74796D17-67A6-443F-83BD-025B1E16DE6F}" type="pres">
      <dgm:prSet presAssocID="{E83A5606-DAF1-41E9-891D-4FEDA15A5727}" presName="txShp" presStyleLbl="node1" presStyleIdx="0" presStyleCnt="1">
        <dgm:presLayoutVars>
          <dgm:bulletEnabled val="1"/>
        </dgm:presLayoutVars>
      </dgm:prSet>
      <dgm:spPr/>
    </dgm:pt>
  </dgm:ptLst>
  <dgm:cxnLst>
    <dgm:cxn modelId="{059A5122-58AC-442B-8E8A-3D56315C67B0}" srcId="{C4493CC5-F9B7-4D60-9B71-9E0BE3A19962}" destId="{E83A5606-DAF1-41E9-891D-4FEDA15A5727}" srcOrd="0" destOrd="0" parTransId="{7FBB7DF2-4B3E-4DA2-8AAD-54430C1FC419}" sibTransId="{394C2615-A176-4D82-8BC0-5AC62C53EAE3}"/>
    <dgm:cxn modelId="{D7080E43-F014-4DEA-8F8F-C38197C61ACE}" type="presOf" srcId="{C4493CC5-F9B7-4D60-9B71-9E0BE3A19962}" destId="{9599BEC8-70EB-4615-8C2F-410853B7BF4D}" srcOrd="0" destOrd="0" presId="urn:microsoft.com/office/officeart/2005/8/layout/vList3"/>
    <dgm:cxn modelId="{F58AF9AD-1521-427B-B0D5-FC9E9550BA87}" type="presOf" srcId="{E83A5606-DAF1-41E9-891D-4FEDA15A5727}" destId="{74796D17-67A6-443F-83BD-025B1E16DE6F}" srcOrd="0" destOrd="0" presId="urn:microsoft.com/office/officeart/2005/8/layout/vList3"/>
    <dgm:cxn modelId="{F9D1A459-E0CA-433F-9F3A-9632BAC42EF3}" type="presParOf" srcId="{9599BEC8-70EB-4615-8C2F-410853B7BF4D}" destId="{B70B1739-2EBB-48AA-AD3D-D6867479C32A}" srcOrd="0" destOrd="0" presId="urn:microsoft.com/office/officeart/2005/8/layout/vList3"/>
    <dgm:cxn modelId="{61285D6E-013E-4E73-92C3-67279600D278}" type="presParOf" srcId="{B70B1739-2EBB-48AA-AD3D-D6867479C32A}" destId="{99E5ACDB-5B18-49D0-AB2E-EB8608137769}" srcOrd="0" destOrd="0" presId="urn:microsoft.com/office/officeart/2005/8/layout/vList3"/>
    <dgm:cxn modelId="{7B393002-0963-46ED-8035-C0C6DD6EA5AC}" type="presParOf" srcId="{B70B1739-2EBB-48AA-AD3D-D6867479C32A}" destId="{74796D17-67A6-443F-83BD-025B1E16DE6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694E01-CABD-41E0-893F-5DBFA108B4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BA1407E9-08AC-49B1-9487-4EAA2F9F3F59}">
      <dgm:prSet/>
      <dgm:spPr/>
      <dgm:t>
        <a:bodyPr/>
        <a:lstStyle/>
        <a:p>
          <a:r>
            <a:rPr lang="en-US"/>
            <a:t>Steps to prepare Effective presentation</a:t>
          </a:r>
          <a:endParaRPr lang="en-PK"/>
        </a:p>
      </dgm:t>
    </dgm:pt>
    <dgm:pt modelId="{05B489A7-8473-4D4B-8ED1-96D466523701}" type="parTrans" cxnId="{4F8973BA-0208-448D-A708-7B025850A14F}">
      <dgm:prSet/>
      <dgm:spPr/>
      <dgm:t>
        <a:bodyPr/>
        <a:lstStyle/>
        <a:p>
          <a:endParaRPr lang="en-PK"/>
        </a:p>
      </dgm:t>
    </dgm:pt>
    <dgm:pt modelId="{F7F2C270-7FC3-45C1-9835-70D1345BFFFC}" type="sibTrans" cxnId="{4F8973BA-0208-448D-A708-7B025850A14F}">
      <dgm:prSet/>
      <dgm:spPr/>
      <dgm:t>
        <a:bodyPr/>
        <a:lstStyle/>
        <a:p>
          <a:endParaRPr lang="en-PK"/>
        </a:p>
      </dgm:t>
    </dgm:pt>
    <dgm:pt modelId="{FD79E403-74B0-4FFE-9E6E-6AC38204F3B1}" type="pres">
      <dgm:prSet presAssocID="{D4694E01-CABD-41E0-893F-5DBFA108B48D}" presName="linear" presStyleCnt="0">
        <dgm:presLayoutVars>
          <dgm:animLvl val="lvl"/>
          <dgm:resizeHandles val="exact"/>
        </dgm:presLayoutVars>
      </dgm:prSet>
      <dgm:spPr/>
    </dgm:pt>
    <dgm:pt modelId="{C48BF436-1802-4768-97F6-6CE9CAEAF385}" type="pres">
      <dgm:prSet presAssocID="{BA1407E9-08AC-49B1-9487-4EAA2F9F3F5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46C4C72-3B0A-4DDB-92D3-3F0B5322C5C8}" type="presOf" srcId="{D4694E01-CABD-41E0-893F-5DBFA108B48D}" destId="{FD79E403-74B0-4FFE-9E6E-6AC38204F3B1}" srcOrd="0" destOrd="0" presId="urn:microsoft.com/office/officeart/2005/8/layout/vList2"/>
    <dgm:cxn modelId="{4F8973BA-0208-448D-A708-7B025850A14F}" srcId="{D4694E01-CABD-41E0-893F-5DBFA108B48D}" destId="{BA1407E9-08AC-49B1-9487-4EAA2F9F3F59}" srcOrd="0" destOrd="0" parTransId="{05B489A7-8473-4D4B-8ED1-96D466523701}" sibTransId="{F7F2C270-7FC3-45C1-9835-70D1345BFFFC}"/>
    <dgm:cxn modelId="{C5FA22EE-2E97-4408-AFDD-89CFE48F2430}" type="presOf" srcId="{BA1407E9-08AC-49B1-9487-4EAA2F9F3F59}" destId="{C48BF436-1802-4768-97F6-6CE9CAEAF385}" srcOrd="0" destOrd="0" presId="urn:microsoft.com/office/officeart/2005/8/layout/vList2"/>
    <dgm:cxn modelId="{C670877D-DB4D-48AA-8512-AE6848D90227}" type="presParOf" srcId="{FD79E403-74B0-4FFE-9E6E-6AC38204F3B1}" destId="{C48BF436-1802-4768-97F6-6CE9CAEAF3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0293F1-73CC-47B7-90AD-E588B073B81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6A8B8D15-D481-4B26-9723-C7BB308A3883}">
      <dgm:prSet/>
      <dgm:spPr/>
      <dgm:t>
        <a:bodyPr/>
        <a:lstStyle/>
        <a:p>
          <a:r>
            <a:rPr lang="en-US"/>
            <a:t>Plan</a:t>
          </a:r>
          <a:endParaRPr lang="en-PK"/>
        </a:p>
      </dgm:t>
    </dgm:pt>
    <dgm:pt modelId="{3CFE24C3-2986-4E79-8748-358F23F103E8}" type="parTrans" cxnId="{6A34B71C-AF1A-4414-BAE9-D72A88C05EFD}">
      <dgm:prSet/>
      <dgm:spPr/>
      <dgm:t>
        <a:bodyPr/>
        <a:lstStyle/>
        <a:p>
          <a:endParaRPr lang="en-PK"/>
        </a:p>
      </dgm:t>
    </dgm:pt>
    <dgm:pt modelId="{C49BB606-E628-4879-8EB0-3EB388EEE2B0}" type="sibTrans" cxnId="{6A34B71C-AF1A-4414-BAE9-D72A88C05EFD}">
      <dgm:prSet/>
      <dgm:spPr/>
      <dgm:t>
        <a:bodyPr/>
        <a:lstStyle/>
        <a:p>
          <a:endParaRPr lang="en-PK"/>
        </a:p>
      </dgm:t>
    </dgm:pt>
    <dgm:pt modelId="{B47B501C-9557-4640-9E87-910E5DDDAC42}">
      <dgm:prSet/>
      <dgm:spPr/>
      <dgm:t>
        <a:bodyPr/>
        <a:lstStyle/>
        <a:p>
          <a:r>
            <a:rPr lang="en-US"/>
            <a:t>Prepare</a:t>
          </a:r>
          <a:endParaRPr lang="en-PK"/>
        </a:p>
      </dgm:t>
    </dgm:pt>
    <dgm:pt modelId="{4ADB0F39-7A9F-46B5-B413-7474EB6AC4D8}" type="parTrans" cxnId="{F890360A-CAF9-4110-848B-ECC32BFA3374}">
      <dgm:prSet/>
      <dgm:spPr/>
      <dgm:t>
        <a:bodyPr/>
        <a:lstStyle/>
        <a:p>
          <a:endParaRPr lang="en-PK"/>
        </a:p>
      </dgm:t>
    </dgm:pt>
    <dgm:pt modelId="{E7E6A7AD-9715-41F5-9470-E4F7132511C8}" type="sibTrans" cxnId="{F890360A-CAF9-4110-848B-ECC32BFA3374}">
      <dgm:prSet/>
      <dgm:spPr/>
      <dgm:t>
        <a:bodyPr/>
        <a:lstStyle/>
        <a:p>
          <a:endParaRPr lang="en-PK"/>
        </a:p>
      </dgm:t>
    </dgm:pt>
    <dgm:pt modelId="{EA8B9394-5BA5-4867-AF77-99195E4FF9E9}">
      <dgm:prSet/>
      <dgm:spPr/>
      <dgm:t>
        <a:bodyPr/>
        <a:lstStyle/>
        <a:p>
          <a:r>
            <a:rPr lang="en-US" dirty="0"/>
            <a:t>Practice</a:t>
          </a:r>
          <a:endParaRPr lang="en-PK" dirty="0"/>
        </a:p>
      </dgm:t>
    </dgm:pt>
    <dgm:pt modelId="{84A55373-F5DF-41A3-A974-E0BCCEE62D07}" type="parTrans" cxnId="{E229AAB9-1310-405D-863D-D48F5BD41986}">
      <dgm:prSet/>
      <dgm:spPr/>
      <dgm:t>
        <a:bodyPr/>
        <a:lstStyle/>
        <a:p>
          <a:endParaRPr lang="en-PK"/>
        </a:p>
      </dgm:t>
    </dgm:pt>
    <dgm:pt modelId="{372394EB-306C-4A4C-9ABC-544B82B81B0A}" type="sibTrans" cxnId="{E229AAB9-1310-405D-863D-D48F5BD41986}">
      <dgm:prSet/>
      <dgm:spPr/>
      <dgm:t>
        <a:bodyPr/>
        <a:lstStyle/>
        <a:p>
          <a:endParaRPr lang="en-PK"/>
        </a:p>
      </dgm:t>
    </dgm:pt>
    <dgm:pt modelId="{AFFF292F-97F3-4F6B-A2CC-E4E0763E5EC9}">
      <dgm:prSet/>
      <dgm:spPr/>
      <dgm:t>
        <a:bodyPr/>
        <a:lstStyle/>
        <a:p>
          <a:r>
            <a:rPr lang="en-US"/>
            <a:t>Present </a:t>
          </a:r>
          <a:endParaRPr lang="en-PK"/>
        </a:p>
      </dgm:t>
    </dgm:pt>
    <dgm:pt modelId="{621A1B6C-B202-45F4-A0F8-2AEE3DF854BF}" type="parTrans" cxnId="{5FF9163C-EB31-4162-B023-C82A9DDBBF8D}">
      <dgm:prSet/>
      <dgm:spPr/>
      <dgm:t>
        <a:bodyPr/>
        <a:lstStyle/>
        <a:p>
          <a:endParaRPr lang="en-PK"/>
        </a:p>
      </dgm:t>
    </dgm:pt>
    <dgm:pt modelId="{4AB066AC-AE53-414E-8516-B08745B0D92E}" type="sibTrans" cxnId="{5FF9163C-EB31-4162-B023-C82A9DDBBF8D}">
      <dgm:prSet/>
      <dgm:spPr/>
      <dgm:t>
        <a:bodyPr/>
        <a:lstStyle/>
        <a:p>
          <a:endParaRPr lang="en-PK"/>
        </a:p>
      </dgm:t>
    </dgm:pt>
    <dgm:pt modelId="{83DB5BD2-FC0D-46C5-90B3-9F0336C32A96}" type="pres">
      <dgm:prSet presAssocID="{7C0293F1-73CC-47B7-90AD-E588B073B81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90BF12-AA58-4C40-986D-691BF2D74456}" type="pres">
      <dgm:prSet presAssocID="{6A8B8D15-D481-4B26-9723-C7BB308A3883}" presName="root" presStyleCnt="0"/>
      <dgm:spPr/>
    </dgm:pt>
    <dgm:pt modelId="{7298B852-096F-4E4E-93FE-3D2529E203A8}" type="pres">
      <dgm:prSet presAssocID="{6A8B8D15-D481-4B26-9723-C7BB308A3883}" presName="rootComposite" presStyleCnt="0"/>
      <dgm:spPr/>
    </dgm:pt>
    <dgm:pt modelId="{9E096B2F-D363-41E4-A7A6-F9ED805F94F5}" type="pres">
      <dgm:prSet presAssocID="{6A8B8D15-D481-4B26-9723-C7BB308A3883}" presName="rootText" presStyleLbl="node1" presStyleIdx="0" presStyleCnt="4"/>
      <dgm:spPr/>
    </dgm:pt>
    <dgm:pt modelId="{FBBCEF24-03D7-4B84-845F-213E599DF537}" type="pres">
      <dgm:prSet presAssocID="{6A8B8D15-D481-4B26-9723-C7BB308A3883}" presName="rootConnector" presStyleLbl="node1" presStyleIdx="0" presStyleCnt="4"/>
      <dgm:spPr/>
    </dgm:pt>
    <dgm:pt modelId="{487F1730-347D-4BC1-800C-7037A29AE544}" type="pres">
      <dgm:prSet presAssocID="{6A8B8D15-D481-4B26-9723-C7BB308A3883}" presName="childShape" presStyleCnt="0"/>
      <dgm:spPr/>
    </dgm:pt>
    <dgm:pt modelId="{89E81793-E4EA-48DC-B509-100AAD8BFBB7}" type="pres">
      <dgm:prSet presAssocID="{B47B501C-9557-4640-9E87-910E5DDDAC42}" presName="root" presStyleCnt="0"/>
      <dgm:spPr/>
    </dgm:pt>
    <dgm:pt modelId="{3D5335DE-BCFE-49E3-A4F7-FFC9A2E13280}" type="pres">
      <dgm:prSet presAssocID="{B47B501C-9557-4640-9E87-910E5DDDAC42}" presName="rootComposite" presStyleCnt="0"/>
      <dgm:spPr/>
    </dgm:pt>
    <dgm:pt modelId="{162D77D3-848F-4554-9CCD-9D434C15AD68}" type="pres">
      <dgm:prSet presAssocID="{B47B501C-9557-4640-9E87-910E5DDDAC42}" presName="rootText" presStyleLbl="node1" presStyleIdx="1" presStyleCnt="4"/>
      <dgm:spPr/>
    </dgm:pt>
    <dgm:pt modelId="{BC6E0536-AB6B-4E44-A4EE-5573CB9265F7}" type="pres">
      <dgm:prSet presAssocID="{B47B501C-9557-4640-9E87-910E5DDDAC42}" presName="rootConnector" presStyleLbl="node1" presStyleIdx="1" presStyleCnt="4"/>
      <dgm:spPr/>
    </dgm:pt>
    <dgm:pt modelId="{71F2A0D2-15F9-453F-812F-FB7FD5F0C910}" type="pres">
      <dgm:prSet presAssocID="{B47B501C-9557-4640-9E87-910E5DDDAC42}" presName="childShape" presStyleCnt="0"/>
      <dgm:spPr/>
    </dgm:pt>
    <dgm:pt modelId="{181F17BF-3DB4-445A-AAEA-7D1954C5946C}" type="pres">
      <dgm:prSet presAssocID="{EA8B9394-5BA5-4867-AF77-99195E4FF9E9}" presName="root" presStyleCnt="0"/>
      <dgm:spPr/>
    </dgm:pt>
    <dgm:pt modelId="{B612DE56-5E77-4921-9E02-D0DBFC4AAECC}" type="pres">
      <dgm:prSet presAssocID="{EA8B9394-5BA5-4867-AF77-99195E4FF9E9}" presName="rootComposite" presStyleCnt="0"/>
      <dgm:spPr/>
    </dgm:pt>
    <dgm:pt modelId="{A30FEE7C-6FA0-430E-8E98-656F8F89041E}" type="pres">
      <dgm:prSet presAssocID="{EA8B9394-5BA5-4867-AF77-99195E4FF9E9}" presName="rootText" presStyleLbl="node1" presStyleIdx="2" presStyleCnt="4"/>
      <dgm:spPr/>
    </dgm:pt>
    <dgm:pt modelId="{ECE60379-FD9B-4138-AD14-073031C507A3}" type="pres">
      <dgm:prSet presAssocID="{EA8B9394-5BA5-4867-AF77-99195E4FF9E9}" presName="rootConnector" presStyleLbl="node1" presStyleIdx="2" presStyleCnt="4"/>
      <dgm:spPr/>
    </dgm:pt>
    <dgm:pt modelId="{D705900B-DEA9-4668-A231-BA6C301D01AB}" type="pres">
      <dgm:prSet presAssocID="{EA8B9394-5BA5-4867-AF77-99195E4FF9E9}" presName="childShape" presStyleCnt="0"/>
      <dgm:spPr/>
    </dgm:pt>
    <dgm:pt modelId="{BBFA6837-334A-4A41-A5D4-69E903619FDC}" type="pres">
      <dgm:prSet presAssocID="{AFFF292F-97F3-4F6B-A2CC-E4E0763E5EC9}" presName="root" presStyleCnt="0"/>
      <dgm:spPr/>
    </dgm:pt>
    <dgm:pt modelId="{E269090D-76AC-478A-A46A-84EFA23F0344}" type="pres">
      <dgm:prSet presAssocID="{AFFF292F-97F3-4F6B-A2CC-E4E0763E5EC9}" presName="rootComposite" presStyleCnt="0"/>
      <dgm:spPr/>
    </dgm:pt>
    <dgm:pt modelId="{C4DCDBD5-17D0-41A5-A267-65A271D434B3}" type="pres">
      <dgm:prSet presAssocID="{AFFF292F-97F3-4F6B-A2CC-E4E0763E5EC9}" presName="rootText" presStyleLbl="node1" presStyleIdx="3" presStyleCnt="4"/>
      <dgm:spPr/>
    </dgm:pt>
    <dgm:pt modelId="{701C61E5-A918-4070-9163-3E5095710C48}" type="pres">
      <dgm:prSet presAssocID="{AFFF292F-97F3-4F6B-A2CC-E4E0763E5EC9}" presName="rootConnector" presStyleLbl="node1" presStyleIdx="3" presStyleCnt="4"/>
      <dgm:spPr/>
    </dgm:pt>
    <dgm:pt modelId="{048EC8EE-27BA-4544-85DF-B748181551F3}" type="pres">
      <dgm:prSet presAssocID="{AFFF292F-97F3-4F6B-A2CC-E4E0763E5EC9}" presName="childShape" presStyleCnt="0"/>
      <dgm:spPr/>
    </dgm:pt>
  </dgm:ptLst>
  <dgm:cxnLst>
    <dgm:cxn modelId="{F890360A-CAF9-4110-848B-ECC32BFA3374}" srcId="{7C0293F1-73CC-47B7-90AD-E588B073B819}" destId="{B47B501C-9557-4640-9E87-910E5DDDAC42}" srcOrd="1" destOrd="0" parTransId="{4ADB0F39-7A9F-46B5-B413-7474EB6AC4D8}" sibTransId="{E7E6A7AD-9715-41F5-9470-E4F7132511C8}"/>
    <dgm:cxn modelId="{6A34B71C-AF1A-4414-BAE9-D72A88C05EFD}" srcId="{7C0293F1-73CC-47B7-90AD-E588B073B819}" destId="{6A8B8D15-D481-4B26-9723-C7BB308A3883}" srcOrd="0" destOrd="0" parTransId="{3CFE24C3-2986-4E79-8748-358F23F103E8}" sibTransId="{C49BB606-E628-4879-8EB0-3EB388EEE2B0}"/>
    <dgm:cxn modelId="{0DFF5F20-EAE3-46BB-8E61-D8B902600D44}" type="presOf" srcId="{B47B501C-9557-4640-9E87-910E5DDDAC42}" destId="{162D77D3-848F-4554-9CCD-9D434C15AD68}" srcOrd="0" destOrd="0" presId="urn:microsoft.com/office/officeart/2005/8/layout/hierarchy3"/>
    <dgm:cxn modelId="{4FEF7B38-19A2-4510-966B-CF3521AF545F}" type="presOf" srcId="{EA8B9394-5BA5-4867-AF77-99195E4FF9E9}" destId="{A30FEE7C-6FA0-430E-8E98-656F8F89041E}" srcOrd="0" destOrd="0" presId="urn:microsoft.com/office/officeart/2005/8/layout/hierarchy3"/>
    <dgm:cxn modelId="{5FF9163C-EB31-4162-B023-C82A9DDBBF8D}" srcId="{7C0293F1-73CC-47B7-90AD-E588B073B819}" destId="{AFFF292F-97F3-4F6B-A2CC-E4E0763E5EC9}" srcOrd="3" destOrd="0" parTransId="{621A1B6C-B202-45F4-A0F8-2AEE3DF854BF}" sibTransId="{4AB066AC-AE53-414E-8516-B08745B0D92E}"/>
    <dgm:cxn modelId="{7A133844-AFD7-4A09-835F-F55FCC3CF66F}" type="presOf" srcId="{7C0293F1-73CC-47B7-90AD-E588B073B819}" destId="{83DB5BD2-FC0D-46C5-90B3-9F0336C32A96}" srcOrd="0" destOrd="0" presId="urn:microsoft.com/office/officeart/2005/8/layout/hierarchy3"/>
    <dgm:cxn modelId="{0E84EE66-1413-4E68-9087-3B27E6010CA3}" type="presOf" srcId="{6A8B8D15-D481-4B26-9723-C7BB308A3883}" destId="{9E096B2F-D363-41E4-A7A6-F9ED805F94F5}" srcOrd="0" destOrd="0" presId="urn:microsoft.com/office/officeart/2005/8/layout/hierarchy3"/>
    <dgm:cxn modelId="{C6E9A86C-6C41-48D8-A377-3D2C74E1A9EE}" type="presOf" srcId="{B47B501C-9557-4640-9E87-910E5DDDAC42}" destId="{BC6E0536-AB6B-4E44-A4EE-5573CB9265F7}" srcOrd="1" destOrd="0" presId="urn:microsoft.com/office/officeart/2005/8/layout/hierarchy3"/>
    <dgm:cxn modelId="{B1191A51-ED15-429F-B377-B26E0D3B8FC3}" type="presOf" srcId="{6A8B8D15-D481-4B26-9723-C7BB308A3883}" destId="{FBBCEF24-03D7-4B84-845F-213E599DF537}" srcOrd="1" destOrd="0" presId="urn:microsoft.com/office/officeart/2005/8/layout/hierarchy3"/>
    <dgm:cxn modelId="{41944E9B-5F45-40A6-A0E5-FD2E1CCC22FB}" type="presOf" srcId="{EA8B9394-5BA5-4867-AF77-99195E4FF9E9}" destId="{ECE60379-FD9B-4138-AD14-073031C507A3}" srcOrd="1" destOrd="0" presId="urn:microsoft.com/office/officeart/2005/8/layout/hierarchy3"/>
    <dgm:cxn modelId="{304804A6-BE10-4093-BF32-E61A8B6A532E}" type="presOf" srcId="{AFFF292F-97F3-4F6B-A2CC-E4E0763E5EC9}" destId="{701C61E5-A918-4070-9163-3E5095710C48}" srcOrd="1" destOrd="0" presId="urn:microsoft.com/office/officeart/2005/8/layout/hierarchy3"/>
    <dgm:cxn modelId="{E229AAB9-1310-405D-863D-D48F5BD41986}" srcId="{7C0293F1-73CC-47B7-90AD-E588B073B819}" destId="{EA8B9394-5BA5-4867-AF77-99195E4FF9E9}" srcOrd="2" destOrd="0" parTransId="{84A55373-F5DF-41A3-A974-E0BCCEE62D07}" sibTransId="{372394EB-306C-4A4C-9ABC-544B82B81B0A}"/>
    <dgm:cxn modelId="{1A8DAED9-795A-482B-BB4B-8AE375F7FF64}" type="presOf" srcId="{AFFF292F-97F3-4F6B-A2CC-E4E0763E5EC9}" destId="{C4DCDBD5-17D0-41A5-A267-65A271D434B3}" srcOrd="0" destOrd="0" presId="urn:microsoft.com/office/officeart/2005/8/layout/hierarchy3"/>
    <dgm:cxn modelId="{3A6FEB10-50A5-489A-A530-99E454D4AE6B}" type="presParOf" srcId="{83DB5BD2-FC0D-46C5-90B3-9F0336C32A96}" destId="{7290BF12-AA58-4C40-986D-691BF2D74456}" srcOrd="0" destOrd="0" presId="urn:microsoft.com/office/officeart/2005/8/layout/hierarchy3"/>
    <dgm:cxn modelId="{76B4A656-3C38-4662-93E3-6363816FE944}" type="presParOf" srcId="{7290BF12-AA58-4C40-986D-691BF2D74456}" destId="{7298B852-096F-4E4E-93FE-3D2529E203A8}" srcOrd="0" destOrd="0" presId="urn:microsoft.com/office/officeart/2005/8/layout/hierarchy3"/>
    <dgm:cxn modelId="{49A56262-EF10-4867-8EFE-5B169AB3FD82}" type="presParOf" srcId="{7298B852-096F-4E4E-93FE-3D2529E203A8}" destId="{9E096B2F-D363-41E4-A7A6-F9ED805F94F5}" srcOrd="0" destOrd="0" presId="urn:microsoft.com/office/officeart/2005/8/layout/hierarchy3"/>
    <dgm:cxn modelId="{7BBF950C-3475-425F-BBE7-EA645BDB3F30}" type="presParOf" srcId="{7298B852-096F-4E4E-93FE-3D2529E203A8}" destId="{FBBCEF24-03D7-4B84-845F-213E599DF537}" srcOrd="1" destOrd="0" presId="urn:microsoft.com/office/officeart/2005/8/layout/hierarchy3"/>
    <dgm:cxn modelId="{31A1A498-DFA1-445A-BDE1-626906E69061}" type="presParOf" srcId="{7290BF12-AA58-4C40-986D-691BF2D74456}" destId="{487F1730-347D-4BC1-800C-7037A29AE544}" srcOrd="1" destOrd="0" presId="urn:microsoft.com/office/officeart/2005/8/layout/hierarchy3"/>
    <dgm:cxn modelId="{E151C584-E456-4152-99E3-F7984BE42FE5}" type="presParOf" srcId="{83DB5BD2-FC0D-46C5-90B3-9F0336C32A96}" destId="{89E81793-E4EA-48DC-B509-100AAD8BFBB7}" srcOrd="1" destOrd="0" presId="urn:microsoft.com/office/officeart/2005/8/layout/hierarchy3"/>
    <dgm:cxn modelId="{7D33941E-B8A3-462A-B808-39039DC58B9B}" type="presParOf" srcId="{89E81793-E4EA-48DC-B509-100AAD8BFBB7}" destId="{3D5335DE-BCFE-49E3-A4F7-FFC9A2E13280}" srcOrd="0" destOrd="0" presId="urn:microsoft.com/office/officeart/2005/8/layout/hierarchy3"/>
    <dgm:cxn modelId="{D2B31928-2DBC-4364-860A-2D9962A217A2}" type="presParOf" srcId="{3D5335DE-BCFE-49E3-A4F7-FFC9A2E13280}" destId="{162D77D3-848F-4554-9CCD-9D434C15AD68}" srcOrd="0" destOrd="0" presId="urn:microsoft.com/office/officeart/2005/8/layout/hierarchy3"/>
    <dgm:cxn modelId="{664C6BB1-20A3-4A5D-B6F9-49C0B6866B18}" type="presParOf" srcId="{3D5335DE-BCFE-49E3-A4F7-FFC9A2E13280}" destId="{BC6E0536-AB6B-4E44-A4EE-5573CB9265F7}" srcOrd="1" destOrd="0" presId="urn:microsoft.com/office/officeart/2005/8/layout/hierarchy3"/>
    <dgm:cxn modelId="{4D17F5B5-8467-4DD0-B187-6C2A3D050F50}" type="presParOf" srcId="{89E81793-E4EA-48DC-B509-100AAD8BFBB7}" destId="{71F2A0D2-15F9-453F-812F-FB7FD5F0C910}" srcOrd="1" destOrd="0" presId="urn:microsoft.com/office/officeart/2005/8/layout/hierarchy3"/>
    <dgm:cxn modelId="{5FAC3733-1BD1-4A0C-8301-E3A7DEB0C27A}" type="presParOf" srcId="{83DB5BD2-FC0D-46C5-90B3-9F0336C32A96}" destId="{181F17BF-3DB4-445A-AAEA-7D1954C5946C}" srcOrd="2" destOrd="0" presId="urn:microsoft.com/office/officeart/2005/8/layout/hierarchy3"/>
    <dgm:cxn modelId="{9ED511FA-9794-4892-A057-8F36D65C007F}" type="presParOf" srcId="{181F17BF-3DB4-445A-AAEA-7D1954C5946C}" destId="{B612DE56-5E77-4921-9E02-D0DBFC4AAECC}" srcOrd="0" destOrd="0" presId="urn:microsoft.com/office/officeart/2005/8/layout/hierarchy3"/>
    <dgm:cxn modelId="{CC298F64-3178-43C9-8977-E7A309D54BF6}" type="presParOf" srcId="{B612DE56-5E77-4921-9E02-D0DBFC4AAECC}" destId="{A30FEE7C-6FA0-430E-8E98-656F8F89041E}" srcOrd="0" destOrd="0" presId="urn:microsoft.com/office/officeart/2005/8/layout/hierarchy3"/>
    <dgm:cxn modelId="{E08E697A-D616-458E-B94B-DD63B8921462}" type="presParOf" srcId="{B612DE56-5E77-4921-9E02-D0DBFC4AAECC}" destId="{ECE60379-FD9B-4138-AD14-073031C507A3}" srcOrd="1" destOrd="0" presId="urn:microsoft.com/office/officeart/2005/8/layout/hierarchy3"/>
    <dgm:cxn modelId="{07F9002F-5F1A-4224-A59C-37794EF65B96}" type="presParOf" srcId="{181F17BF-3DB4-445A-AAEA-7D1954C5946C}" destId="{D705900B-DEA9-4668-A231-BA6C301D01AB}" srcOrd="1" destOrd="0" presId="urn:microsoft.com/office/officeart/2005/8/layout/hierarchy3"/>
    <dgm:cxn modelId="{6E11600C-3A0D-4D99-A8BA-57950843F824}" type="presParOf" srcId="{83DB5BD2-FC0D-46C5-90B3-9F0336C32A96}" destId="{BBFA6837-334A-4A41-A5D4-69E903619FDC}" srcOrd="3" destOrd="0" presId="urn:microsoft.com/office/officeart/2005/8/layout/hierarchy3"/>
    <dgm:cxn modelId="{9AADB29D-5EAB-4AF4-ABD5-ED31D1E4DBC0}" type="presParOf" srcId="{BBFA6837-334A-4A41-A5D4-69E903619FDC}" destId="{E269090D-76AC-478A-A46A-84EFA23F0344}" srcOrd="0" destOrd="0" presId="urn:microsoft.com/office/officeart/2005/8/layout/hierarchy3"/>
    <dgm:cxn modelId="{6D91194C-27A3-489E-A5D9-5A0F9331FAAC}" type="presParOf" srcId="{E269090D-76AC-478A-A46A-84EFA23F0344}" destId="{C4DCDBD5-17D0-41A5-A267-65A271D434B3}" srcOrd="0" destOrd="0" presId="urn:microsoft.com/office/officeart/2005/8/layout/hierarchy3"/>
    <dgm:cxn modelId="{C8A83DE6-9E02-4CA6-AF8C-965A37A6B349}" type="presParOf" srcId="{E269090D-76AC-478A-A46A-84EFA23F0344}" destId="{701C61E5-A918-4070-9163-3E5095710C48}" srcOrd="1" destOrd="0" presId="urn:microsoft.com/office/officeart/2005/8/layout/hierarchy3"/>
    <dgm:cxn modelId="{B4559EC7-259F-456F-8B3D-3AB343087645}" type="presParOf" srcId="{BBFA6837-334A-4A41-A5D4-69E903619FDC}" destId="{048EC8EE-27BA-4544-85DF-B748181551F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0E9ACF-85FD-4604-B947-D84B128CC6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D87D7D94-8620-400B-95E5-2BE867C22A77}">
      <dgm:prSet/>
      <dgm:spPr/>
      <dgm:t>
        <a:bodyPr/>
        <a:lstStyle/>
        <a:p>
          <a:r>
            <a:rPr lang="en-US" dirty="0"/>
            <a:t>                 Step 1</a:t>
          </a:r>
          <a:endParaRPr lang="en-PK" dirty="0"/>
        </a:p>
      </dgm:t>
    </dgm:pt>
    <dgm:pt modelId="{FABB6C29-89A0-4517-9F98-897CF9BC7AA5}" type="parTrans" cxnId="{D4FAA2B5-82DB-4EB2-822A-A87DEFA3D9D8}">
      <dgm:prSet/>
      <dgm:spPr/>
      <dgm:t>
        <a:bodyPr/>
        <a:lstStyle/>
        <a:p>
          <a:endParaRPr lang="en-PK"/>
        </a:p>
      </dgm:t>
    </dgm:pt>
    <dgm:pt modelId="{4BA7295B-415E-4B67-901C-DFD6750571E6}" type="sibTrans" cxnId="{D4FAA2B5-82DB-4EB2-822A-A87DEFA3D9D8}">
      <dgm:prSet/>
      <dgm:spPr/>
      <dgm:t>
        <a:bodyPr/>
        <a:lstStyle/>
        <a:p>
          <a:endParaRPr lang="en-PK"/>
        </a:p>
      </dgm:t>
    </dgm:pt>
    <dgm:pt modelId="{3EA627C1-04B1-41A5-B451-1399D27ADB74}" type="pres">
      <dgm:prSet presAssocID="{FE0E9ACF-85FD-4604-B947-D84B128CC636}" presName="linear" presStyleCnt="0">
        <dgm:presLayoutVars>
          <dgm:animLvl val="lvl"/>
          <dgm:resizeHandles val="exact"/>
        </dgm:presLayoutVars>
      </dgm:prSet>
      <dgm:spPr/>
    </dgm:pt>
    <dgm:pt modelId="{84963C61-01A2-4275-9049-55F34847790E}" type="pres">
      <dgm:prSet presAssocID="{D87D7D94-8620-400B-95E5-2BE867C22A77}" presName="parentText" presStyleLbl="node1" presStyleIdx="0" presStyleCnt="1" custLinFactNeighborY="4935">
        <dgm:presLayoutVars>
          <dgm:chMax val="0"/>
          <dgm:bulletEnabled val="1"/>
        </dgm:presLayoutVars>
      </dgm:prSet>
      <dgm:spPr/>
    </dgm:pt>
  </dgm:ptLst>
  <dgm:cxnLst>
    <dgm:cxn modelId="{652D8458-9DA7-4CB6-BE04-EDDCC0BC08A7}" type="presOf" srcId="{D87D7D94-8620-400B-95E5-2BE867C22A77}" destId="{84963C61-01A2-4275-9049-55F34847790E}" srcOrd="0" destOrd="0" presId="urn:microsoft.com/office/officeart/2005/8/layout/vList2"/>
    <dgm:cxn modelId="{D4FAA2B5-82DB-4EB2-822A-A87DEFA3D9D8}" srcId="{FE0E9ACF-85FD-4604-B947-D84B128CC636}" destId="{D87D7D94-8620-400B-95E5-2BE867C22A77}" srcOrd="0" destOrd="0" parTransId="{FABB6C29-89A0-4517-9F98-897CF9BC7AA5}" sibTransId="{4BA7295B-415E-4B67-901C-DFD6750571E6}"/>
    <dgm:cxn modelId="{CECBD2E8-CC8C-4547-82DE-51969FC532A0}" type="presOf" srcId="{FE0E9ACF-85FD-4604-B947-D84B128CC636}" destId="{3EA627C1-04B1-41A5-B451-1399D27ADB74}" srcOrd="0" destOrd="0" presId="urn:microsoft.com/office/officeart/2005/8/layout/vList2"/>
    <dgm:cxn modelId="{730506DB-7F10-4354-A83C-229741F72DED}" type="presParOf" srcId="{3EA627C1-04B1-41A5-B451-1399D27ADB74}" destId="{84963C61-01A2-4275-9049-55F3484779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C56C68-08DB-4490-86EC-082185FC047C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B25AF9EE-A9A0-4315-9B83-A8FB2EA7727C}">
      <dgm:prSet/>
      <dgm:spPr/>
      <dgm:t>
        <a:bodyPr/>
        <a:lstStyle/>
        <a:p>
          <a:r>
            <a:rPr lang="en-US"/>
            <a:t>Who is your audience?</a:t>
          </a:r>
          <a:endParaRPr lang="en-PK"/>
        </a:p>
      </dgm:t>
    </dgm:pt>
    <dgm:pt modelId="{BD5EFC8F-35CE-48F5-AFDD-4CD6FC94339F}" type="parTrans" cxnId="{84EE5410-E64F-4D5A-8C99-C343075AE033}">
      <dgm:prSet/>
      <dgm:spPr/>
      <dgm:t>
        <a:bodyPr/>
        <a:lstStyle/>
        <a:p>
          <a:endParaRPr lang="en-PK"/>
        </a:p>
      </dgm:t>
    </dgm:pt>
    <dgm:pt modelId="{F5330935-EC11-4A07-AF3A-EA1191B8E2D9}" type="sibTrans" cxnId="{84EE5410-E64F-4D5A-8C99-C343075AE033}">
      <dgm:prSet/>
      <dgm:spPr/>
      <dgm:t>
        <a:bodyPr/>
        <a:lstStyle/>
        <a:p>
          <a:endParaRPr lang="en-PK"/>
        </a:p>
      </dgm:t>
    </dgm:pt>
    <dgm:pt modelId="{6D1BFF76-E6A4-4A8D-A031-33D48CB379D3}">
      <dgm:prSet/>
      <dgm:spPr/>
      <dgm:t>
        <a:bodyPr/>
        <a:lstStyle/>
        <a:p>
          <a:r>
            <a:rPr lang="en-US" dirty="0"/>
            <a:t>Why are they there?</a:t>
          </a:r>
          <a:endParaRPr lang="en-PK" dirty="0"/>
        </a:p>
      </dgm:t>
    </dgm:pt>
    <dgm:pt modelId="{848F59CA-24F0-4A22-80E1-DA2FBF7CD327}" type="parTrans" cxnId="{C6810E6E-CDCC-4CB3-BBEE-9CFF4A9C50DD}">
      <dgm:prSet/>
      <dgm:spPr/>
      <dgm:t>
        <a:bodyPr/>
        <a:lstStyle/>
        <a:p>
          <a:endParaRPr lang="en-PK"/>
        </a:p>
      </dgm:t>
    </dgm:pt>
    <dgm:pt modelId="{C3B151A3-4BDF-4E18-ABA2-9EAC91F2047E}" type="sibTrans" cxnId="{C6810E6E-CDCC-4CB3-BBEE-9CFF4A9C50DD}">
      <dgm:prSet/>
      <dgm:spPr/>
      <dgm:t>
        <a:bodyPr/>
        <a:lstStyle/>
        <a:p>
          <a:endParaRPr lang="en-PK"/>
        </a:p>
      </dgm:t>
    </dgm:pt>
    <dgm:pt modelId="{FFD169BC-1E48-4C45-AD8F-20F69250DA4D}">
      <dgm:prSet/>
      <dgm:spPr/>
      <dgm:t>
        <a:bodyPr/>
        <a:lstStyle/>
        <a:p>
          <a:r>
            <a:rPr lang="en-US"/>
            <a:t>What is your goal?</a:t>
          </a:r>
          <a:endParaRPr lang="en-PK"/>
        </a:p>
      </dgm:t>
    </dgm:pt>
    <dgm:pt modelId="{D389DFF6-F7A5-4BEF-85DB-AE03DD878006}" type="parTrans" cxnId="{6C2F9FBD-6B9A-48E7-849F-91CFC368A93D}">
      <dgm:prSet/>
      <dgm:spPr/>
      <dgm:t>
        <a:bodyPr/>
        <a:lstStyle/>
        <a:p>
          <a:endParaRPr lang="en-PK"/>
        </a:p>
      </dgm:t>
    </dgm:pt>
    <dgm:pt modelId="{F0570A4E-04C4-45F4-B0F0-A45133D2D2D3}" type="sibTrans" cxnId="{6C2F9FBD-6B9A-48E7-849F-91CFC368A93D}">
      <dgm:prSet/>
      <dgm:spPr/>
      <dgm:t>
        <a:bodyPr/>
        <a:lstStyle/>
        <a:p>
          <a:endParaRPr lang="en-PK"/>
        </a:p>
      </dgm:t>
    </dgm:pt>
    <dgm:pt modelId="{0AE0CD9C-D510-44A5-B789-2DC2524C3B40}">
      <dgm:prSet/>
      <dgm:spPr/>
      <dgm:t>
        <a:bodyPr/>
        <a:lstStyle/>
        <a:p>
          <a:r>
            <a:rPr lang="en-US"/>
            <a:t>How long will it take?</a:t>
          </a:r>
          <a:endParaRPr lang="en-PK"/>
        </a:p>
      </dgm:t>
    </dgm:pt>
    <dgm:pt modelId="{D6BE3E9A-6CE3-43EB-8B8A-B2BD561D0B25}" type="parTrans" cxnId="{1E1690F6-FAA5-43F6-BB5C-D3C922CCD33B}">
      <dgm:prSet/>
      <dgm:spPr/>
      <dgm:t>
        <a:bodyPr/>
        <a:lstStyle/>
        <a:p>
          <a:endParaRPr lang="en-PK"/>
        </a:p>
      </dgm:t>
    </dgm:pt>
    <dgm:pt modelId="{8CCA541F-9C68-4877-8524-0446F09B2D9F}" type="sibTrans" cxnId="{1E1690F6-FAA5-43F6-BB5C-D3C922CCD33B}">
      <dgm:prSet/>
      <dgm:spPr/>
      <dgm:t>
        <a:bodyPr/>
        <a:lstStyle/>
        <a:p>
          <a:endParaRPr lang="en-PK"/>
        </a:p>
      </dgm:t>
    </dgm:pt>
    <dgm:pt modelId="{4C37E608-272B-4D34-AA19-8866ECDBDB4E}">
      <dgm:prSet/>
      <dgm:spPr/>
      <dgm:t>
        <a:bodyPr/>
        <a:lstStyle/>
        <a:p>
          <a:r>
            <a:rPr lang="en-US"/>
            <a:t>Where will it take place?</a:t>
          </a:r>
          <a:endParaRPr lang="en-PK"/>
        </a:p>
      </dgm:t>
    </dgm:pt>
    <dgm:pt modelId="{5E80B668-92CD-496C-9FE2-DD8BF587F53A}" type="parTrans" cxnId="{1FE6A687-4586-4B4C-8DF9-8CB1759D7040}">
      <dgm:prSet/>
      <dgm:spPr/>
      <dgm:t>
        <a:bodyPr/>
        <a:lstStyle/>
        <a:p>
          <a:endParaRPr lang="en-PK"/>
        </a:p>
      </dgm:t>
    </dgm:pt>
    <dgm:pt modelId="{69B836BA-A4F1-4CC2-A297-BE376E88E823}" type="sibTrans" cxnId="{1FE6A687-4586-4B4C-8DF9-8CB1759D7040}">
      <dgm:prSet/>
      <dgm:spPr/>
      <dgm:t>
        <a:bodyPr/>
        <a:lstStyle/>
        <a:p>
          <a:endParaRPr lang="en-PK"/>
        </a:p>
      </dgm:t>
    </dgm:pt>
    <dgm:pt modelId="{EF731922-1AE8-48B9-A2D6-AFFC4CCC1D24}">
      <dgm:prSet/>
      <dgm:spPr/>
      <dgm:t>
        <a:bodyPr/>
        <a:lstStyle/>
        <a:p>
          <a:r>
            <a:rPr lang="en-US" dirty="0"/>
            <a:t>Who</a:t>
          </a:r>
          <a:endParaRPr lang="en-PK" dirty="0"/>
        </a:p>
      </dgm:t>
    </dgm:pt>
    <dgm:pt modelId="{7050EBA5-8ABC-48A7-8A33-304C4D5754B6}" type="parTrans" cxnId="{C88B20F5-B8B6-44AB-AE8E-0BC8F4F71EA8}">
      <dgm:prSet/>
      <dgm:spPr/>
      <dgm:t>
        <a:bodyPr/>
        <a:lstStyle/>
        <a:p>
          <a:endParaRPr lang="en-PK"/>
        </a:p>
      </dgm:t>
    </dgm:pt>
    <dgm:pt modelId="{E142385E-26AD-4B88-AC41-4C01A3D32035}" type="sibTrans" cxnId="{C88B20F5-B8B6-44AB-AE8E-0BC8F4F71EA8}">
      <dgm:prSet/>
      <dgm:spPr/>
      <dgm:t>
        <a:bodyPr/>
        <a:lstStyle/>
        <a:p>
          <a:endParaRPr lang="en-PK"/>
        </a:p>
      </dgm:t>
    </dgm:pt>
    <dgm:pt modelId="{E43B3F95-45D4-4399-B357-46A73269F1C0}">
      <dgm:prSet/>
      <dgm:spPr/>
      <dgm:t>
        <a:bodyPr/>
        <a:lstStyle/>
        <a:p>
          <a:r>
            <a:rPr lang="en-US" dirty="0"/>
            <a:t>Why</a:t>
          </a:r>
          <a:endParaRPr lang="en-PK" dirty="0"/>
        </a:p>
      </dgm:t>
    </dgm:pt>
    <dgm:pt modelId="{DFE4FB89-029A-4816-8DBD-C28CFA87BB78}" type="parTrans" cxnId="{47182C9E-539E-4976-BFDA-6DF8D55544B1}">
      <dgm:prSet/>
      <dgm:spPr/>
      <dgm:t>
        <a:bodyPr/>
        <a:lstStyle/>
        <a:p>
          <a:endParaRPr lang="en-PK"/>
        </a:p>
      </dgm:t>
    </dgm:pt>
    <dgm:pt modelId="{B361C530-5536-49C8-9FE9-764FC43AFA6F}" type="sibTrans" cxnId="{47182C9E-539E-4976-BFDA-6DF8D55544B1}">
      <dgm:prSet/>
      <dgm:spPr/>
      <dgm:t>
        <a:bodyPr/>
        <a:lstStyle/>
        <a:p>
          <a:endParaRPr lang="en-PK"/>
        </a:p>
      </dgm:t>
    </dgm:pt>
    <dgm:pt modelId="{84FFF7CB-EA03-46AD-9241-C38D5E6F6592}">
      <dgm:prSet/>
      <dgm:spPr/>
      <dgm:t>
        <a:bodyPr/>
        <a:lstStyle/>
        <a:p>
          <a:r>
            <a:rPr lang="en-US" dirty="0"/>
            <a:t>What</a:t>
          </a:r>
          <a:endParaRPr lang="en-PK" dirty="0"/>
        </a:p>
      </dgm:t>
    </dgm:pt>
    <dgm:pt modelId="{124CC962-92D0-4D4E-833A-B00C63B372DE}" type="parTrans" cxnId="{BAD2C2E7-E91A-4033-9922-A7EDCEFF0B44}">
      <dgm:prSet/>
      <dgm:spPr/>
      <dgm:t>
        <a:bodyPr/>
        <a:lstStyle/>
        <a:p>
          <a:endParaRPr lang="en-PK"/>
        </a:p>
      </dgm:t>
    </dgm:pt>
    <dgm:pt modelId="{2ACD4DC9-B3CE-4AB2-AD22-4AF820BC1198}" type="sibTrans" cxnId="{BAD2C2E7-E91A-4033-9922-A7EDCEFF0B44}">
      <dgm:prSet/>
      <dgm:spPr/>
      <dgm:t>
        <a:bodyPr/>
        <a:lstStyle/>
        <a:p>
          <a:endParaRPr lang="en-PK"/>
        </a:p>
      </dgm:t>
    </dgm:pt>
    <dgm:pt modelId="{2DB6603C-FF9E-471F-A1C4-B7B19958BDD1}">
      <dgm:prSet/>
      <dgm:spPr/>
      <dgm:t>
        <a:bodyPr/>
        <a:lstStyle/>
        <a:p>
          <a:r>
            <a:rPr lang="en-US" dirty="0"/>
            <a:t>How</a:t>
          </a:r>
          <a:endParaRPr lang="en-PK" dirty="0"/>
        </a:p>
      </dgm:t>
    </dgm:pt>
    <dgm:pt modelId="{3D262A1B-7028-4975-9B00-41263FE7168D}" type="parTrans" cxnId="{F20DBDEA-B410-4CEB-A8B7-283D91196F43}">
      <dgm:prSet/>
      <dgm:spPr/>
      <dgm:t>
        <a:bodyPr/>
        <a:lstStyle/>
        <a:p>
          <a:endParaRPr lang="en-PK"/>
        </a:p>
      </dgm:t>
    </dgm:pt>
    <dgm:pt modelId="{DC0ED13C-1703-4FBD-B50C-68932B3158F8}" type="sibTrans" cxnId="{F20DBDEA-B410-4CEB-A8B7-283D91196F43}">
      <dgm:prSet/>
      <dgm:spPr/>
      <dgm:t>
        <a:bodyPr/>
        <a:lstStyle/>
        <a:p>
          <a:endParaRPr lang="en-PK"/>
        </a:p>
      </dgm:t>
    </dgm:pt>
    <dgm:pt modelId="{94165271-F4E1-4693-A02E-ED0E1BC682BB}">
      <dgm:prSet/>
      <dgm:spPr/>
      <dgm:t>
        <a:bodyPr/>
        <a:lstStyle/>
        <a:p>
          <a:r>
            <a:rPr lang="en-US" dirty="0"/>
            <a:t>Where</a:t>
          </a:r>
          <a:endParaRPr lang="en-PK" dirty="0"/>
        </a:p>
      </dgm:t>
    </dgm:pt>
    <dgm:pt modelId="{ECAEBC6E-B52C-4566-B381-3AD62948F086}" type="parTrans" cxnId="{7CCF0DE2-6FE8-4199-9D39-2AF99AE47F2C}">
      <dgm:prSet/>
      <dgm:spPr/>
      <dgm:t>
        <a:bodyPr/>
        <a:lstStyle/>
        <a:p>
          <a:endParaRPr lang="en-PK"/>
        </a:p>
      </dgm:t>
    </dgm:pt>
    <dgm:pt modelId="{05BB4C66-0BE5-40FA-BCD5-9AB256A6D5A7}" type="sibTrans" cxnId="{7CCF0DE2-6FE8-4199-9D39-2AF99AE47F2C}">
      <dgm:prSet/>
      <dgm:spPr/>
      <dgm:t>
        <a:bodyPr/>
        <a:lstStyle/>
        <a:p>
          <a:endParaRPr lang="en-PK"/>
        </a:p>
      </dgm:t>
    </dgm:pt>
    <dgm:pt modelId="{3DFEF58F-CA32-49BB-9310-53501819FC66}" type="pres">
      <dgm:prSet presAssocID="{48C56C68-08DB-4490-86EC-082185FC047C}" presName="Name0" presStyleCnt="0">
        <dgm:presLayoutVars>
          <dgm:dir/>
          <dgm:animLvl val="lvl"/>
          <dgm:resizeHandles/>
        </dgm:presLayoutVars>
      </dgm:prSet>
      <dgm:spPr/>
    </dgm:pt>
    <dgm:pt modelId="{29416627-E910-4595-84A3-068E1F97239B}" type="pres">
      <dgm:prSet presAssocID="{B25AF9EE-A9A0-4315-9B83-A8FB2EA7727C}" presName="linNode" presStyleCnt="0"/>
      <dgm:spPr/>
    </dgm:pt>
    <dgm:pt modelId="{227CA4F2-E5A6-484F-B5CC-2F18E25BEEEC}" type="pres">
      <dgm:prSet presAssocID="{B25AF9EE-A9A0-4315-9B83-A8FB2EA7727C}" presName="parentShp" presStyleLbl="node1" presStyleIdx="0" presStyleCnt="5">
        <dgm:presLayoutVars>
          <dgm:bulletEnabled val="1"/>
        </dgm:presLayoutVars>
      </dgm:prSet>
      <dgm:spPr/>
    </dgm:pt>
    <dgm:pt modelId="{2E339BA7-45DF-4D7F-87A9-64FF46B100EA}" type="pres">
      <dgm:prSet presAssocID="{B25AF9EE-A9A0-4315-9B83-A8FB2EA7727C}" presName="childShp" presStyleLbl="bgAccFollowNode1" presStyleIdx="0" presStyleCnt="5">
        <dgm:presLayoutVars>
          <dgm:bulletEnabled val="1"/>
        </dgm:presLayoutVars>
      </dgm:prSet>
      <dgm:spPr/>
    </dgm:pt>
    <dgm:pt modelId="{51B680BF-D204-420E-96DB-02963786E64A}" type="pres">
      <dgm:prSet presAssocID="{F5330935-EC11-4A07-AF3A-EA1191B8E2D9}" presName="spacing" presStyleCnt="0"/>
      <dgm:spPr/>
    </dgm:pt>
    <dgm:pt modelId="{F43E35B9-422A-4F0B-87A5-184810DAA7D0}" type="pres">
      <dgm:prSet presAssocID="{6D1BFF76-E6A4-4A8D-A031-33D48CB379D3}" presName="linNode" presStyleCnt="0"/>
      <dgm:spPr/>
    </dgm:pt>
    <dgm:pt modelId="{98271CDF-B32D-4F2E-A286-C67EF32110C8}" type="pres">
      <dgm:prSet presAssocID="{6D1BFF76-E6A4-4A8D-A031-33D48CB379D3}" presName="parentShp" presStyleLbl="node1" presStyleIdx="1" presStyleCnt="5">
        <dgm:presLayoutVars>
          <dgm:bulletEnabled val="1"/>
        </dgm:presLayoutVars>
      </dgm:prSet>
      <dgm:spPr/>
    </dgm:pt>
    <dgm:pt modelId="{FAE4A879-808A-484F-96A6-F29B2B65C5FF}" type="pres">
      <dgm:prSet presAssocID="{6D1BFF76-E6A4-4A8D-A031-33D48CB379D3}" presName="childShp" presStyleLbl="bgAccFollowNode1" presStyleIdx="1" presStyleCnt="5">
        <dgm:presLayoutVars>
          <dgm:bulletEnabled val="1"/>
        </dgm:presLayoutVars>
      </dgm:prSet>
      <dgm:spPr/>
    </dgm:pt>
    <dgm:pt modelId="{1E2B35CB-C91F-4207-A8B7-B4E1C8A48456}" type="pres">
      <dgm:prSet presAssocID="{C3B151A3-4BDF-4E18-ABA2-9EAC91F2047E}" presName="spacing" presStyleCnt="0"/>
      <dgm:spPr/>
    </dgm:pt>
    <dgm:pt modelId="{3C51567C-878F-4746-992E-7F9331C51411}" type="pres">
      <dgm:prSet presAssocID="{FFD169BC-1E48-4C45-AD8F-20F69250DA4D}" presName="linNode" presStyleCnt="0"/>
      <dgm:spPr/>
    </dgm:pt>
    <dgm:pt modelId="{22AAF66A-6D17-4A72-A5A8-468D385280B0}" type="pres">
      <dgm:prSet presAssocID="{FFD169BC-1E48-4C45-AD8F-20F69250DA4D}" presName="parentShp" presStyleLbl="node1" presStyleIdx="2" presStyleCnt="5">
        <dgm:presLayoutVars>
          <dgm:bulletEnabled val="1"/>
        </dgm:presLayoutVars>
      </dgm:prSet>
      <dgm:spPr/>
    </dgm:pt>
    <dgm:pt modelId="{ED76B3D3-D0F1-4D8C-AF76-1C5D3FAF8AFB}" type="pres">
      <dgm:prSet presAssocID="{FFD169BC-1E48-4C45-AD8F-20F69250DA4D}" presName="childShp" presStyleLbl="bgAccFollowNode1" presStyleIdx="2" presStyleCnt="5">
        <dgm:presLayoutVars>
          <dgm:bulletEnabled val="1"/>
        </dgm:presLayoutVars>
      </dgm:prSet>
      <dgm:spPr/>
    </dgm:pt>
    <dgm:pt modelId="{13318A8D-D1A1-47FC-A867-7872CD8DCD2E}" type="pres">
      <dgm:prSet presAssocID="{F0570A4E-04C4-45F4-B0F0-A45133D2D2D3}" presName="spacing" presStyleCnt="0"/>
      <dgm:spPr/>
    </dgm:pt>
    <dgm:pt modelId="{16F92D0D-FBE0-4AF4-9688-BA48689CFFFC}" type="pres">
      <dgm:prSet presAssocID="{0AE0CD9C-D510-44A5-B789-2DC2524C3B40}" presName="linNode" presStyleCnt="0"/>
      <dgm:spPr/>
    </dgm:pt>
    <dgm:pt modelId="{4C0865BF-10E6-4B95-B7FD-8EDAAB48E7B1}" type="pres">
      <dgm:prSet presAssocID="{0AE0CD9C-D510-44A5-B789-2DC2524C3B40}" presName="parentShp" presStyleLbl="node1" presStyleIdx="3" presStyleCnt="5">
        <dgm:presLayoutVars>
          <dgm:bulletEnabled val="1"/>
        </dgm:presLayoutVars>
      </dgm:prSet>
      <dgm:spPr/>
    </dgm:pt>
    <dgm:pt modelId="{5B74AFFD-F146-490F-8516-59B5B8F60FC4}" type="pres">
      <dgm:prSet presAssocID="{0AE0CD9C-D510-44A5-B789-2DC2524C3B40}" presName="childShp" presStyleLbl="bgAccFollowNode1" presStyleIdx="3" presStyleCnt="5">
        <dgm:presLayoutVars>
          <dgm:bulletEnabled val="1"/>
        </dgm:presLayoutVars>
      </dgm:prSet>
      <dgm:spPr/>
    </dgm:pt>
    <dgm:pt modelId="{C1C70C13-9575-4751-9EA7-C79D4D3B7A13}" type="pres">
      <dgm:prSet presAssocID="{8CCA541F-9C68-4877-8524-0446F09B2D9F}" presName="spacing" presStyleCnt="0"/>
      <dgm:spPr/>
    </dgm:pt>
    <dgm:pt modelId="{0D9008D3-1E31-4FCF-8E3A-432266FCA7F6}" type="pres">
      <dgm:prSet presAssocID="{4C37E608-272B-4D34-AA19-8866ECDBDB4E}" presName="linNode" presStyleCnt="0"/>
      <dgm:spPr/>
    </dgm:pt>
    <dgm:pt modelId="{A7AB045E-573E-4FB9-A551-87CD7463927C}" type="pres">
      <dgm:prSet presAssocID="{4C37E608-272B-4D34-AA19-8866ECDBDB4E}" presName="parentShp" presStyleLbl="node1" presStyleIdx="4" presStyleCnt="5" custLinFactNeighborY="-4498">
        <dgm:presLayoutVars>
          <dgm:bulletEnabled val="1"/>
        </dgm:presLayoutVars>
      </dgm:prSet>
      <dgm:spPr/>
    </dgm:pt>
    <dgm:pt modelId="{29485177-05DF-404F-96F5-3F215BB080F9}" type="pres">
      <dgm:prSet presAssocID="{4C37E608-272B-4D34-AA19-8866ECDBDB4E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555F8007-D369-41C1-A804-8F1ED8C2058F}" type="presOf" srcId="{84FFF7CB-EA03-46AD-9241-C38D5E6F6592}" destId="{ED76B3D3-D0F1-4D8C-AF76-1C5D3FAF8AFB}" srcOrd="0" destOrd="0" presId="urn:microsoft.com/office/officeart/2005/8/layout/vList6"/>
    <dgm:cxn modelId="{84EE5410-E64F-4D5A-8C99-C343075AE033}" srcId="{48C56C68-08DB-4490-86EC-082185FC047C}" destId="{B25AF9EE-A9A0-4315-9B83-A8FB2EA7727C}" srcOrd="0" destOrd="0" parTransId="{BD5EFC8F-35CE-48F5-AFDD-4CD6FC94339F}" sibTransId="{F5330935-EC11-4A07-AF3A-EA1191B8E2D9}"/>
    <dgm:cxn modelId="{B99CD81A-B98D-438A-992C-D146CE349938}" type="presOf" srcId="{FFD169BC-1E48-4C45-AD8F-20F69250DA4D}" destId="{22AAF66A-6D17-4A72-A5A8-468D385280B0}" srcOrd="0" destOrd="0" presId="urn:microsoft.com/office/officeart/2005/8/layout/vList6"/>
    <dgm:cxn modelId="{F125002E-4923-43EC-BA0E-C5972DD18454}" type="presOf" srcId="{48C56C68-08DB-4490-86EC-082185FC047C}" destId="{3DFEF58F-CA32-49BB-9310-53501819FC66}" srcOrd="0" destOrd="0" presId="urn:microsoft.com/office/officeart/2005/8/layout/vList6"/>
    <dgm:cxn modelId="{320EB85C-3D37-409A-88E8-D474C071BA93}" type="presOf" srcId="{94165271-F4E1-4693-A02E-ED0E1BC682BB}" destId="{29485177-05DF-404F-96F5-3F215BB080F9}" srcOrd="0" destOrd="0" presId="urn:microsoft.com/office/officeart/2005/8/layout/vList6"/>
    <dgm:cxn modelId="{D03E0B5F-EFD9-43D9-8B38-A1C944401DE4}" type="presOf" srcId="{EF731922-1AE8-48B9-A2D6-AFFC4CCC1D24}" destId="{2E339BA7-45DF-4D7F-87A9-64FF46B100EA}" srcOrd="0" destOrd="0" presId="urn:microsoft.com/office/officeart/2005/8/layout/vList6"/>
    <dgm:cxn modelId="{A1B2C068-0A13-447C-AA17-4EF24A018388}" type="presOf" srcId="{B25AF9EE-A9A0-4315-9B83-A8FB2EA7727C}" destId="{227CA4F2-E5A6-484F-B5CC-2F18E25BEEEC}" srcOrd="0" destOrd="0" presId="urn:microsoft.com/office/officeart/2005/8/layout/vList6"/>
    <dgm:cxn modelId="{9C062149-6C94-4741-AD6E-21A4BD4DB542}" type="presOf" srcId="{2DB6603C-FF9E-471F-A1C4-B7B19958BDD1}" destId="{5B74AFFD-F146-490F-8516-59B5B8F60FC4}" srcOrd="0" destOrd="0" presId="urn:microsoft.com/office/officeart/2005/8/layout/vList6"/>
    <dgm:cxn modelId="{C6810E6E-CDCC-4CB3-BBEE-9CFF4A9C50DD}" srcId="{48C56C68-08DB-4490-86EC-082185FC047C}" destId="{6D1BFF76-E6A4-4A8D-A031-33D48CB379D3}" srcOrd="1" destOrd="0" parTransId="{848F59CA-24F0-4A22-80E1-DA2FBF7CD327}" sibTransId="{C3B151A3-4BDF-4E18-ABA2-9EAC91F2047E}"/>
    <dgm:cxn modelId="{FDB87771-2CE5-4B0E-8018-511DB3B4D4B8}" type="presOf" srcId="{E43B3F95-45D4-4399-B357-46A73269F1C0}" destId="{FAE4A879-808A-484F-96A6-F29B2B65C5FF}" srcOrd="0" destOrd="0" presId="urn:microsoft.com/office/officeart/2005/8/layout/vList6"/>
    <dgm:cxn modelId="{CE37CD71-B1AD-41F3-9F9D-E84779DE9681}" type="presOf" srcId="{6D1BFF76-E6A4-4A8D-A031-33D48CB379D3}" destId="{98271CDF-B32D-4F2E-A286-C67EF32110C8}" srcOrd="0" destOrd="0" presId="urn:microsoft.com/office/officeart/2005/8/layout/vList6"/>
    <dgm:cxn modelId="{1FE6A687-4586-4B4C-8DF9-8CB1759D7040}" srcId="{48C56C68-08DB-4490-86EC-082185FC047C}" destId="{4C37E608-272B-4D34-AA19-8866ECDBDB4E}" srcOrd="4" destOrd="0" parTransId="{5E80B668-92CD-496C-9FE2-DD8BF587F53A}" sibTransId="{69B836BA-A4F1-4CC2-A297-BE376E88E823}"/>
    <dgm:cxn modelId="{47182C9E-539E-4976-BFDA-6DF8D55544B1}" srcId="{6D1BFF76-E6A4-4A8D-A031-33D48CB379D3}" destId="{E43B3F95-45D4-4399-B357-46A73269F1C0}" srcOrd="0" destOrd="0" parTransId="{DFE4FB89-029A-4816-8DBD-C28CFA87BB78}" sibTransId="{B361C530-5536-49C8-9FE9-764FC43AFA6F}"/>
    <dgm:cxn modelId="{8C8E7EAF-602D-455A-869D-335E7B2C92B4}" type="presOf" srcId="{0AE0CD9C-D510-44A5-B789-2DC2524C3B40}" destId="{4C0865BF-10E6-4B95-B7FD-8EDAAB48E7B1}" srcOrd="0" destOrd="0" presId="urn:microsoft.com/office/officeart/2005/8/layout/vList6"/>
    <dgm:cxn modelId="{6C2F9FBD-6B9A-48E7-849F-91CFC368A93D}" srcId="{48C56C68-08DB-4490-86EC-082185FC047C}" destId="{FFD169BC-1E48-4C45-AD8F-20F69250DA4D}" srcOrd="2" destOrd="0" parTransId="{D389DFF6-F7A5-4BEF-85DB-AE03DD878006}" sibTransId="{F0570A4E-04C4-45F4-B0F0-A45133D2D2D3}"/>
    <dgm:cxn modelId="{C7E3B9C2-1F93-43F1-8E55-C0B3D310FCFA}" type="presOf" srcId="{4C37E608-272B-4D34-AA19-8866ECDBDB4E}" destId="{A7AB045E-573E-4FB9-A551-87CD7463927C}" srcOrd="0" destOrd="0" presId="urn:microsoft.com/office/officeart/2005/8/layout/vList6"/>
    <dgm:cxn modelId="{7CCF0DE2-6FE8-4199-9D39-2AF99AE47F2C}" srcId="{4C37E608-272B-4D34-AA19-8866ECDBDB4E}" destId="{94165271-F4E1-4693-A02E-ED0E1BC682BB}" srcOrd="0" destOrd="0" parTransId="{ECAEBC6E-B52C-4566-B381-3AD62948F086}" sibTransId="{05BB4C66-0BE5-40FA-BCD5-9AB256A6D5A7}"/>
    <dgm:cxn modelId="{BAD2C2E7-E91A-4033-9922-A7EDCEFF0B44}" srcId="{FFD169BC-1E48-4C45-AD8F-20F69250DA4D}" destId="{84FFF7CB-EA03-46AD-9241-C38D5E6F6592}" srcOrd="0" destOrd="0" parTransId="{124CC962-92D0-4D4E-833A-B00C63B372DE}" sibTransId="{2ACD4DC9-B3CE-4AB2-AD22-4AF820BC1198}"/>
    <dgm:cxn modelId="{F20DBDEA-B410-4CEB-A8B7-283D91196F43}" srcId="{0AE0CD9C-D510-44A5-B789-2DC2524C3B40}" destId="{2DB6603C-FF9E-471F-A1C4-B7B19958BDD1}" srcOrd="0" destOrd="0" parTransId="{3D262A1B-7028-4975-9B00-41263FE7168D}" sibTransId="{DC0ED13C-1703-4FBD-B50C-68932B3158F8}"/>
    <dgm:cxn modelId="{C88B20F5-B8B6-44AB-AE8E-0BC8F4F71EA8}" srcId="{B25AF9EE-A9A0-4315-9B83-A8FB2EA7727C}" destId="{EF731922-1AE8-48B9-A2D6-AFFC4CCC1D24}" srcOrd="0" destOrd="0" parTransId="{7050EBA5-8ABC-48A7-8A33-304C4D5754B6}" sibTransId="{E142385E-26AD-4B88-AC41-4C01A3D32035}"/>
    <dgm:cxn modelId="{1E1690F6-FAA5-43F6-BB5C-D3C922CCD33B}" srcId="{48C56C68-08DB-4490-86EC-082185FC047C}" destId="{0AE0CD9C-D510-44A5-B789-2DC2524C3B40}" srcOrd="3" destOrd="0" parTransId="{D6BE3E9A-6CE3-43EB-8B8A-B2BD561D0B25}" sibTransId="{8CCA541F-9C68-4877-8524-0446F09B2D9F}"/>
    <dgm:cxn modelId="{6F113C94-2E22-40C0-9196-C97AFD08B9BB}" type="presParOf" srcId="{3DFEF58F-CA32-49BB-9310-53501819FC66}" destId="{29416627-E910-4595-84A3-068E1F97239B}" srcOrd="0" destOrd="0" presId="urn:microsoft.com/office/officeart/2005/8/layout/vList6"/>
    <dgm:cxn modelId="{370F41CC-3DE7-47CF-82E9-6B21397BD25A}" type="presParOf" srcId="{29416627-E910-4595-84A3-068E1F97239B}" destId="{227CA4F2-E5A6-484F-B5CC-2F18E25BEEEC}" srcOrd="0" destOrd="0" presId="urn:microsoft.com/office/officeart/2005/8/layout/vList6"/>
    <dgm:cxn modelId="{DC0DF7EF-DD8E-4B68-B337-BFBB32DD445D}" type="presParOf" srcId="{29416627-E910-4595-84A3-068E1F97239B}" destId="{2E339BA7-45DF-4D7F-87A9-64FF46B100EA}" srcOrd="1" destOrd="0" presId="urn:microsoft.com/office/officeart/2005/8/layout/vList6"/>
    <dgm:cxn modelId="{C8CD59E7-22D0-4C08-B457-C9C100264788}" type="presParOf" srcId="{3DFEF58F-CA32-49BB-9310-53501819FC66}" destId="{51B680BF-D204-420E-96DB-02963786E64A}" srcOrd="1" destOrd="0" presId="urn:microsoft.com/office/officeart/2005/8/layout/vList6"/>
    <dgm:cxn modelId="{AFA0DA91-5C18-4AAC-B0EC-7B67DED67B2A}" type="presParOf" srcId="{3DFEF58F-CA32-49BB-9310-53501819FC66}" destId="{F43E35B9-422A-4F0B-87A5-184810DAA7D0}" srcOrd="2" destOrd="0" presId="urn:microsoft.com/office/officeart/2005/8/layout/vList6"/>
    <dgm:cxn modelId="{FB8CDBEB-4AA5-4266-82A0-70F92DE64B9B}" type="presParOf" srcId="{F43E35B9-422A-4F0B-87A5-184810DAA7D0}" destId="{98271CDF-B32D-4F2E-A286-C67EF32110C8}" srcOrd="0" destOrd="0" presId="urn:microsoft.com/office/officeart/2005/8/layout/vList6"/>
    <dgm:cxn modelId="{4194AA88-2B3C-4B27-AB97-F8A2BFF4AAF8}" type="presParOf" srcId="{F43E35B9-422A-4F0B-87A5-184810DAA7D0}" destId="{FAE4A879-808A-484F-96A6-F29B2B65C5FF}" srcOrd="1" destOrd="0" presId="urn:microsoft.com/office/officeart/2005/8/layout/vList6"/>
    <dgm:cxn modelId="{C61B26DE-A8C0-4EAB-BCAB-58066C007708}" type="presParOf" srcId="{3DFEF58F-CA32-49BB-9310-53501819FC66}" destId="{1E2B35CB-C91F-4207-A8B7-B4E1C8A48456}" srcOrd="3" destOrd="0" presId="urn:microsoft.com/office/officeart/2005/8/layout/vList6"/>
    <dgm:cxn modelId="{17478BDF-CBF2-412E-B251-657C8D9287E9}" type="presParOf" srcId="{3DFEF58F-CA32-49BB-9310-53501819FC66}" destId="{3C51567C-878F-4746-992E-7F9331C51411}" srcOrd="4" destOrd="0" presId="urn:microsoft.com/office/officeart/2005/8/layout/vList6"/>
    <dgm:cxn modelId="{D3E89824-B091-431A-8FEC-E26EB1A7AF2F}" type="presParOf" srcId="{3C51567C-878F-4746-992E-7F9331C51411}" destId="{22AAF66A-6D17-4A72-A5A8-468D385280B0}" srcOrd="0" destOrd="0" presId="urn:microsoft.com/office/officeart/2005/8/layout/vList6"/>
    <dgm:cxn modelId="{FCDACDB5-0FAC-4C5F-A875-4D87DE006D20}" type="presParOf" srcId="{3C51567C-878F-4746-992E-7F9331C51411}" destId="{ED76B3D3-D0F1-4D8C-AF76-1C5D3FAF8AFB}" srcOrd="1" destOrd="0" presId="urn:microsoft.com/office/officeart/2005/8/layout/vList6"/>
    <dgm:cxn modelId="{CA7E0F5F-31E2-4213-95F3-5FC72D36CEC3}" type="presParOf" srcId="{3DFEF58F-CA32-49BB-9310-53501819FC66}" destId="{13318A8D-D1A1-47FC-A867-7872CD8DCD2E}" srcOrd="5" destOrd="0" presId="urn:microsoft.com/office/officeart/2005/8/layout/vList6"/>
    <dgm:cxn modelId="{550F3614-648C-4745-B769-78EBE11EEECC}" type="presParOf" srcId="{3DFEF58F-CA32-49BB-9310-53501819FC66}" destId="{16F92D0D-FBE0-4AF4-9688-BA48689CFFFC}" srcOrd="6" destOrd="0" presId="urn:microsoft.com/office/officeart/2005/8/layout/vList6"/>
    <dgm:cxn modelId="{4B7829EE-0763-45E6-8A63-C98954DC8D30}" type="presParOf" srcId="{16F92D0D-FBE0-4AF4-9688-BA48689CFFFC}" destId="{4C0865BF-10E6-4B95-B7FD-8EDAAB48E7B1}" srcOrd="0" destOrd="0" presId="urn:microsoft.com/office/officeart/2005/8/layout/vList6"/>
    <dgm:cxn modelId="{14275769-E243-45CA-80D8-B5343D871FF2}" type="presParOf" srcId="{16F92D0D-FBE0-4AF4-9688-BA48689CFFFC}" destId="{5B74AFFD-F146-490F-8516-59B5B8F60FC4}" srcOrd="1" destOrd="0" presId="urn:microsoft.com/office/officeart/2005/8/layout/vList6"/>
    <dgm:cxn modelId="{51034534-1D24-4878-BDCF-5294C0CE05AB}" type="presParOf" srcId="{3DFEF58F-CA32-49BB-9310-53501819FC66}" destId="{C1C70C13-9575-4751-9EA7-C79D4D3B7A13}" srcOrd="7" destOrd="0" presId="urn:microsoft.com/office/officeart/2005/8/layout/vList6"/>
    <dgm:cxn modelId="{62C08D28-361A-46A3-BCB3-D03D97CBF0CF}" type="presParOf" srcId="{3DFEF58F-CA32-49BB-9310-53501819FC66}" destId="{0D9008D3-1E31-4FCF-8E3A-432266FCA7F6}" srcOrd="8" destOrd="0" presId="urn:microsoft.com/office/officeart/2005/8/layout/vList6"/>
    <dgm:cxn modelId="{CF4755DF-44AA-4AD0-8589-4559FAF6F964}" type="presParOf" srcId="{0D9008D3-1E31-4FCF-8E3A-432266FCA7F6}" destId="{A7AB045E-573E-4FB9-A551-87CD7463927C}" srcOrd="0" destOrd="0" presId="urn:microsoft.com/office/officeart/2005/8/layout/vList6"/>
    <dgm:cxn modelId="{E36C283E-B25A-43E1-B505-5EBE8794462E}" type="presParOf" srcId="{0D9008D3-1E31-4FCF-8E3A-432266FCA7F6}" destId="{29485177-05DF-404F-96F5-3F215BB080F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AB2DB3-719C-4999-9B24-14CB2E2B2C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CDD177C-863A-43B4-9FF6-D7516879F2D3}">
      <dgm:prSet/>
      <dgm:spPr/>
      <dgm:t>
        <a:bodyPr/>
        <a:lstStyle/>
        <a:p>
          <a:r>
            <a:rPr lang="en-US" dirty="0"/>
            <a:t>                  Step 2</a:t>
          </a:r>
          <a:endParaRPr lang="en-PK" dirty="0"/>
        </a:p>
      </dgm:t>
    </dgm:pt>
    <dgm:pt modelId="{3316775B-F2CA-4172-BF2B-28633A6B53D9}" type="parTrans" cxnId="{E20B7ECD-DFC0-457D-90A4-C9ECF3DF7462}">
      <dgm:prSet/>
      <dgm:spPr/>
      <dgm:t>
        <a:bodyPr/>
        <a:lstStyle/>
        <a:p>
          <a:endParaRPr lang="en-PK"/>
        </a:p>
      </dgm:t>
    </dgm:pt>
    <dgm:pt modelId="{C25AE0E1-58D4-4A4B-881F-15F564385E9E}" type="sibTrans" cxnId="{E20B7ECD-DFC0-457D-90A4-C9ECF3DF7462}">
      <dgm:prSet/>
      <dgm:spPr/>
      <dgm:t>
        <a:bodyPr/>
        <a:lstStyle/>
        <a:p>
          <a:endParaRPr lang="en-PK"/>
        </a:p>
      </dgm:t>
    </dgm:pt>
    <dgm:pt modelId="{998963B8-633F-47D5-BD35-B6A5F6A64456}" type="pres">
      <dgm:prSet presAssocID="{4AAB2DB3-719C-4999-9B24-14CB2E2B2C28}" presName="linear" presStyleCnt="0">
        <dgm:presLayoutVars>
          <dgm:animLvl val="lvl"/>
          <dgm:resizeHandles val="exact"/>
        </dgm:presLayoutVars>
      </dgm:prSet>
      <dgm:spPr/>
    </dgm:pt>
    <dgm:pt modelId="{14071308-32F5-4AA3-A0B8-6CA607C9C0F6}" type="pres">
      <dgm:prSet presAssocID="{0CDD177C-863A-43B4-9FF6-D7516879F2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9EFAB18-4134-4383-AC87-EF871B4FD626}" type="presOf" srcId="{4AAB2DB3-719C-4999-9B24-14CB2E2B2C28}" destId="{998963B8-633F-47D5-BD35-B6A5F6A64456}" srcOrd="0" destOrd="0" presId="urn:microsoft.com/office/officeart/2005/8/layout/vList2"/>
    <dgm:cxn modelId="{DE9729B3-1FB0-4F45-928F-797F54D26583}" type="presOf" srcId="{0CDD177C-863A-43B4-9FF6-D7516879F2D3}" destId="{14071308-32F5-4AA3-A0B8-6CA607C9C0F6}" srcOrd="0" destOrd="0" presId="urn:microsoft.com/office/officeart/2005/8/layout/vList2"/>
    <dgm:cxn modelId="{E20B7ECD-DFC0-457D-90A4-C9ECF3DF7462}" srcId="{4AAB2DB3-719C-4999-9B24-14CB2E2B2C28}" destId="{0CDD177C-863A-43B4-9FF6-D7516879F2D3}" srcOrd="0" destOrd="0" parTransId="{3316775B-F2CA-4172-BF2B-28633A6B53D9}" sibTransId="{C25AE0E1-58D4-4A4B-881F-15F564385E9E}"/>
    <dgm:cxn modelId="{E760BD1F-390A-4725-9EFB-E68686AE9087}" type="presParOf" srcId="{998963B8-633F-47D5-BD35-B6A5F6A64456}" destId="{14071308-32F5-4AA3-A0B8-6CA607C9C0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8EF700-B310-4EB8-8A9F-8D351EA8C0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C9DF861B-A8E4-4FB6-AE25-9CA525B8D90A}">
      <dgm:prSet/>
      <dgm:spPr/>
      <dgm:t>
        <a:bodyPr/>
        <a:lstStyle/>
        <a:p>
          <a:r>
            <a:rPr lang="en-US"/>
            <a:t>Structure</a:t>
          </a:r>
          <a:endParaRPr lang="en-PK"/>
        </a:p>
      </dgm:t>
    </dgm:pt>
    <dgm:pt modelId="{B41756EB-F139-4E68-A450-28405DA38311}" type="parTrans" cxnId="{BBBAB518-B17C-45B9-8EF3-D1D92FC5A766}">
      <dgm:prSet/>
      <dgm:spPr/>
      <dgm:t>
        <a:bodyPr/>
        <a:lstStyle/>
        <a:p>
          <a:endParaRPr lang="en-PK"/>
        </a:p>
      </dgm:t>
    </dgm:pt>
    <dgm:pt modelId="{3A77F7E6-126C-4E24-B21B-21BF846B9695}" type="sibTrans" cxnId="{BBBAB518-B17C-45B9-8EF3-D1D92FC5A766}">
      <dgm:prSet/>
      <dgm:spPr/>
      <dgm:t>
        <a:bodyPr/>
        <a:lstStyle/>
        <a:p>
          <a:endParaRPr lang="en-PK"/>
        </a:p>
      </dgm:t>
    </dgm:pt>
    <dgm:pt modelId="{3A45CFB1-3D96-4449-B977-6819B84F1693}">
      <dgm:prSet/>
      <dgm:spPr/>
      <dgm:t>
        <a:bodyPr/>
        <a:lstStyle/>
        <a:p>
          <a:r>
            <a:rPr lang="en-US"/>
            <a:t>Prompt</a:t>
          </a:r>
          <a:endParaRPr lang="en-PK"/>
        </a:p>
      </dgm:t>
    </dgm:pt>
    <dgm:pt modelId="{31393058-A6A5-4A38-89B9-494A17762E16}" type="parTrans" cxnId="{72CC51E6-62F1-413A-AB28-7A28850E1541}">
      <dgm:prSet/>
      <dgm:spPr/>
      <dgm:t>
        <a:bodyPr/>
        <a:lstStyle/>
        <a:p>
          <a:endParaRPr lang="en-PK"/>
        </a:p>
      </dgm:t>
    </dgm:pt>
    <dgm:pt modelId="{7C1C9368-44A6-4CA4-8ED7-190F782EE07A}" type="sibTrans" cxnId="{72CC51E6-62F1-413A-AB28-7A28850E1541}">
      <dgm:prSet/>
      <dgm:spPr/>
      <dgm:t>
        <a:bodyPr/>
        <a:lstStyle/>
        <a:p>
          <a:endParaRPr lang="en-PK"/>
        </a:p>
      </dgm:t>
    </dgm:pt>
    <dgm:pt modelId="{CC7B7219-6E6B-4EC3-A4DE-762CCD05E9A7}">
      <dgm:prSet/>
      <dgm:spPr/>
      <dgm:t>
        <a:bodyPr/>
        <a:lstStyle/>
        <a:p>
          <a:r>
            <a:rPr lang="en-US"/>
            <a:t>Visual aids</a:t>
          </a:r>
          <a:endParaRPr lang="en-PK"/>
        </a:p>
      </dgm:t>
    </dgm:pt>
    <dgm:pt modelId="{202216E7-C951-4172-A140-ECC8F6A17074}" type="parTrans" cxnId="{CC2FCC59-F0FB-4466-B58A-63F4A06A6245}">
      <dgm:prSet/>
      <dgm:spPr/>
      <dgm:t>
        <a:bodyPr/>
        <a:lstStyle/>
        <a:p>
          <a:endParaRPr lang="en-PK"/>
        </a:p>
      </dgm:t>
    </dgm:pt>
    <dgm:pt modelId="{4E2E7DD1-3765-4257-A8E5-0D8AA41E38AF}" type="sibTrans" cxnId="{CC2FCC59-F0FB-4466-B58A-63F4A06A6245}">
      <dgm:prSet/>
      <dgm:spPr/>
      <dgm:t>
        <a:bodyPr/>
        <a:lstStyle/>
        <a:p>
          <a:endParaRPr lang="en-PK"/>
        </a:p>
      </dgm:t>
    </dgm:pt>
    <dgm:pt modelId="{908CE012-F218-4855-8AA4-0C410B6478DC}">
      <dgm:prSet/>
      <dgm:spPr/>
      <dgm:t>
        <a:bodyPr/>
        <a:lstStyle/>
        <a:p>
          <a:r>
            <a:rPr lang="en-US"/>
            <a:t>Voice</a:t>
          </a:r>
          <a:endParaRPr lang="en-PK"/>
        </a:p>
      </dgm:t>
    </dgm:pt>
    <dgm:pt modelId="{67ECAD01-1C21-4AB6-9CAB-25275EFB6004}" type="parTrans" cxnId="{5D0CDABA-00B2-463D-A21A-41EE19F7DD88}">
      <dgm:prSet/>
      <dgm:spPr/>
      <dgm:t>
        <a:bodyPr/>
        <a:lstStyle/>
        <a:p>
          <a:endParaRPr lang="en-PK"/>
        </a:p>
      </dgm:t>
    </dgm:pt>
    <dgm:pt modelId="{2E282D6D-00AC-4D36-9004-51A69E76ADEC}" type="sibTrans" cxnId="{5D0CDABA-00B2-463D-A21A-41EE19F7DD88}">
      <dgm:prSet/>
      <dgm:spPr/>
      <dgm:t>
        <a:bodyPr/>
        <a:lstStyle/>
        <a:p>
          <a:endParaRPr lang="en-PK"/>
        </a:p>
      </dgm:t>
    </dgm:pt>
    <dgm:pt modelId="{9BA82A6A-F89D-408C-BB33-0C1E554E6949}">
      <dgm:prSet/>
      <dgm:spPr/>
      <dgm:t>
        <a:bodyPr/>
        <a:lstStyle/>
        <a:p>
          <a:r>
            <a:rPr lang="en-US"/>
            <a:t>Appearance</a:t>
          </a:r>
          <a:endParaRPr lang="en-PK"/>
        </a:p>
      </dgm:t>
    </dgm:pt>
    <dgm:pt modelId="{CF1DF04C-5BB9-4CC0-AA26-E7882179DBCF}" type="parTrans" cxnId="{D2671483-283C-4237-8BB6-EAC3E10DB463}">
      <dgm:prSet/>
      <dgm:spPr/>
      <dgm:t>
        <a:bodyPr/>
        <a:lstStyle/>
        <a:p>
          <a:endParaRPr lang="en-PK"/>
        </a:p>
      </dgm:t>
    </dgm:pt>
    <dgm:pt modelId="{DCB5D5AF-88C0-4E56-8E84-FAEA0E2BB6A3}" type="sibTrans" cxnId="{D2671483-283C-4237-8BB6-EAC3E10DB463}">
      <dgm:prSet/>
      <dgm:spPr/>
      <dgm:t>
        <a:bodyPr/>
        <a:lstStyle/>
        <a:p>
          <a:endParaRPr lang="en-PK"/>
        </a:p>
      </dgm:t>
    </dgm:pt>
    <dgm:pt modelId="{E89C7FD8-83E4-4890-BCDA-C0AFAEAAF907}">
      <dgm:prSet/>
      <dgm:spPr/>
      <dgm:t>
        <a:bodyPr/>
        <a:lstStyle/>
        <a:p>
          <a:r>
            <a:rPr lang="en-US"/>
            <a:t>Style</a:t>
          </a:r>
          <a:endParaRPr lang="en-PK"/>
        </a:p>
      </dgm:t>
    </dgm:pt>
    <dgm:pt modelId="{48CE7A42-3980-4D78-BEA3-31B79861E89A}" type="parTrans" cxnId="{4E278F07-3436-4CA1-8470-C943C35DBFA6}">
      <dgm:prSet/>
      <dgm:spPr/>
      <dgm:t>
        <a:bodyPr/>
        <a:lstStyle/>
        <a:p>
          <a:endParaRPr lang="en-PK"/>
        </a:p>
      </dgm:t>
    </dgm:pt>
    <dgm:pt modelId="{319FA678-D1B3-4029-B51F-8D8FF4DBAF79}" type="sibTrans" cxnId="{4E278F07-3436-4CA1-8470-C943C35DBFA6}">
      <dgm:prSet/>
      <dgm:spPr/>
      <dgm:t>
        <a:bodyPr/>
        <a:lstStyle/>
        <a:p>
          <a:endParaRPr lang="en-PK"/>
        </a:p>
      </dgm:t>
    </dgm:pt>
    <dgm:pt modelId="{CA215963-5399-4D0D-A366-A7C5D23915E8}">
      <dgm:prSet/>
      <dgm:spPr/>
      <dgm:t>
        <a:bodyPr/>
        <a:lstStyle/>
        <a:p>
          <a:r>
            <a:rPr lang="en-US"/>
            <a:t>Questions</a:t>
          </a:r>
          <a:endParaRPr lang="en-PK"/>
        </a:p>
      </dgm:t>
    </dgm:pt>
    <dgm:pt modelId="{8DC346BC-8F73-49A9-B653-9C9C74D05469}" type="parTrans" cxnId="{772F5DEE-1FA5-468D-AA74-8EE651228A12}">
      <dgm:prSet/>
      <dgm:spPr/>
      <dgm:t>
        <a:bodyPr/>
        <a:lstStyle/>
        <a:p>
          <a:endParaRPr lang="en-PK"/>
        </a:p>
      </dgm:t>
    </dgm:pt>
    <dgm:pt modelId="{24A4EF73-9CFC-412D-B28D-ADD82778FCAF}" type="sibTrans" cxnId="{772F5DEE-1FA5-468D-AA74-8EE651228A12}">
      <dgm:prSet/>
      <dgm:spPr/>
      <dgm:t>
        <a:bodyPr/>
        <a:lstStyle/>
        <a:p>
          <a:endParaRPr lang="en-PK"/>
        </a:p>
      </dgm:t>
    </dgm:pt>
    <dgm:pt modelId="{402E4ECA-2FF0-4D54-AC7B-B6A3D1A96E66}" type="pres">
      <dgm:prSet presAssocID="{278EF700-B310-4EB8-8A9F-8D351EA8C0F2}" presName="linear" presStyleCnt="0">
        <dgm:presLayoutVars>
          <dgm:animLvl val="lvl"/>
          <dgm:resizeHandles val="exact"/>
        </dgm:presLayoutVars>
      </dgm:prSet>
      <dgm:spPr/>
    </dgm:pt>
    <dgm:pt modelId="{3B74E525-A633-4DF5-96DC-A6F4CFD38CDB}" type="pres">
      <dgm:prSet presAssocID="{C9DF861B-A8E4-4FB6-AE25-9CA525B8D90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D6AF3EC-4B8A-4800-A0D7-A7E2B0E4AC1D}" type="pres">
      <dgm:prSet presAssocID="{3A77F7E6-126C-4E24-B21B-21BF846B9695}" presName="spacer" presStyleCnt="0"/>
      <dgm:spPr/>
    </dgm:pt>
    <dgm:pt modelId="{1E9F88E1-3343-499F-818C-12198AA3C988}" type="pres">
      <dgm:prSet presAssocID="{3A45CFB1-3D96-4449-B977-6819B84F169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AA92E6C-9704-4A7A-A8D2-B1DDA660B944}" type="pres">
      <dgm:prSet presAssocID="{7C1C9368-44A6-4CA4-8ED7-190F782EE07A}" presName="spacer" presStyleCnt="0"/>
      <dgm:spPr/>
    </dgm:pt>
    <dgm:pt modelId="{4D6FA0CD-7EE8-4DA6-850B-E13006736B29}" type="pres">
      <dgm:prSet presAssocID="{CC7B7219-6E6B-4EC3-A4DE-762CCD05E9A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3F50BE4-3617-4BD9-9656-156AD8C019A6}" type="pres">
      <dgm:prSet presAssocID="{4E2E7DD1-3765-4257-A8E5-0D8AA41E38AF}" presName="spacer" presStyleCnt="0"/>
      <dgm:spPr/>
    </dgm:pt>
    <dgm:pt modelId="{49D40AB3-5F1E-461A-9796-0F8AA5713C69}" type="pres">
      <dgm:prSet presAssocID="{908CE012-F218-4855-8AA4-0C410B6478D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659AB84-D773-475D-8F9F-9BD04CA70C98}" type="pres">
      <dgm:prSet presAssocID="{2E282D6D-00AC-4D36-9004-51A69E76ADEC}" presName="spacer" presStyleCnt="0"/>
      <dgm:spPr/>
    </dgm:pt>
    <dgm:pt modelId="{FA84E1E8-2A46-4F9A-BCE0-5A305BFAEB84}" type="pres">
      <dgm:prSet presAssocID="{9BA82A6A-F89D-408C-BB33-0C1E554E694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7BDCA08-65FC-4416-9BF7-E9441AD539D7}" type="pres">
      <dgm:prSet presAssocID="{DCB5D5AF-88C0-4E56-8E84-FAEA0E2BB6A3}" presName="spacer" presStyleCnt="0"/>
      <dgm:spPr/>
    </dgm:pt>
    <dgm:pt modelId="{BDC40648-0FA0-4DC8-A779-A55D007539E3}" type="pres">
      <dgm:prSet presAssocID="{E89C7FD8-83E4-4890-BCDA-C0AFAEAAF90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40FF1E6-36B5-4170-9236-029A40114448}" type="pres">
      <dgm:prSet presAssocID="{319FA678-D1B3-4029-B51F-8D8FF4DBAF79}" presName="spacer" presStyleCnt="0"/>
      <dgm:spPr/>
    </dgm:pt>
    <dgm:pt modelId="{5936C1C5-DDFE-4591-AFC6-2F7282C2750F}" type="pres">
      <dgm:prSet presAssocID="{CA215963-5399-4D0D-A366-A7C5D23915E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E278F07-3436-4CA1-8470-C943C35DBFA6}" srcId="{278EF700-B310-4EB8-8A9F-8D351EA8C0F2}" destId="{E89C7FD8-83E4-4890-BCDA-C0AFAEAAF907}" srcOrd="5" destOrd="0" parTransId="{48CE7A42-3980-4D78-BEA3-31B79861E89A}" sibTransId="{319FA678-D1B3-4029-B51F-8D8FF4DBAF79}"/>
    <dgm:cxn modelId="{B176580E-BF20-49C9-AA47-BE3BB62DF8AE}" type="presOf" srcId="{CC7B7219-6E6B-4EC3-A4DE-762CCD05E9A7}" destId="{4D6FA0CD-7EE8-4DA6-850B-E13006736B29}" srcOrd="0" destOrd="0" presId="urn:microsoft.com/office/officeart/2005/8/layout/vList2"/>
    <dgm:cxn modelId="{BBBAB518-B17C-45B9-8EF3-D1D92FC5A766}" srcId="{278EF700-B310-4EB8-8A9F-8D351EA8C0F2}" destId="{C9DF861B-A8E4-4FB6-AE25-9CA525B8D90A}" srcOrd="0" destOrd="0" parTransId="{B41756EB-F139-4E68-A450-28405DA38311}" sibTransId="{3A77F7E6-126C-4E24-B21B-21BF846B9695}"/>
    <dgm:cxn modelId="{4FD1125F-9E14-4929-A3C1-6CF3ED8DDA19}" type="presOf" srcId="{E89C7FD8-83E4-4890-BCDA-C0AFAEAAF907}" destId="{BDC40648-0FA0-4DC8-A779-A55D007539E3}" srcOrd="0" destOrd="0" presId="urn:microsoft.com/office/officeart/2005/8/layout/vList2"/>
    <dgm:cxn modelId="{C69AC44B-631C-49F6-8881-E76A5883FAD3}" type="presOf" srcId="{9BA82A6A-F89D-408C-BB33-0C1E554E6949}" destId="{FA84E1E8-2A46-4F9A-BCE0-5A305BFAEB84}" srcOrd="0" destOrd="0" presId="urn:microsoft.com/office/officeart/2005/8/layout/vList2"/>
    <dgm:cxn modelId="{92BBA74C-00EE-4AB5-A187-18863368823A}" type="presOf" srcId="{3A45CFB1-3D96-4449-B977-6819B84F1693}" destId="{1E9F88E1-3343-499F-818C-12198AA3C988}" srcOrd="0" destOrd="0" presId="urn:microsoft.com/office/officeart/2005/8/layout/vList2"/>
    <dgm:cxn modelId="{D1381F79-2DEB-4035-B219-EFA77808841E}" type="presOf" srcId="{C9DF861B-A8E4-4FB6-AE25-9CA525B8D90A}" destId="{3B74E525-A633-4DF5-96DC-A6F4CFD38CDB}" srcOrd="0" destOrd="0" presId="urn:microsoft.com/office/officeart/2005/8/layout/vList2"/>
    <dgm:cxn modelId="{CC2FCC59-F0FB-4466-B58A-63F4A06A6245}" srcId="{278EF700-B310-4EB8-8A9F-8D351EA8C0F2}" destId="{CC7B7219-6E6B-4EC3-A4DE-762CCD05E9A7}" srcOrd="2" destOrd="0" parTransId="{202216E7-C951-4172-A140-ECC8F6A17074}" sibTransId="{4E2E7DD1-3765-4257-A8E5-0D8AA41E38AF}"/>
    <dgm:cxn modelId="{D2671483-283C-4237-8BB6-EAC3E10DB463}" srcId="{278EF700-B310-4EB8-8A9F-8D351EA8C0F2}" destId="{9BA82A6A-F89D-408C-BB33-0C1E554E6949}" srcOrd="4" destOrd="0" parTransId="{CF1DF04C-5BB9-4CC0-AA26-E7882179DBCF}" sibTransId="{DCB5D5AF-88C0-4E56-8E84-FAEA0E2BB6A3}"/>
    <dgm:cxn modelId="{CA1D08A3-0A8A-4D54-8501-F899F8950514}" type="presOf" srcId="{CA215963-5399-4D0D-A366-A7C5D23915E8}" destId="{5936C1C5-DDFE-4591-AFC6-2F7282C2750F}" srcOrd="0" destOrd="0" presId="urn:microsoft.com/office/officeart/2005/8/layout/vList2"/>
    <dgm:cxn modelId="{5D0CDABA-00B2-463D-A21A-41EE19F7DD88}" srcId="{278EF700-B310-4EB8-8A9F-8D351EA8C0F2}" destId="{908CE012-F218-4855-8AA4-0C410B6478DC}" srcOrd="3" destOrd="0" parTransId="{67ECAD01-1C21-4AB6-9CAB-25275EFB6004}" sibTransId="{2E282D6D-00AC-4D36-9004-51A69E76ADEC}"/>
    <dgm:cxn modelId="{5569A6BF-FE7E-45E9-B1BD-80867ED384BF}" type="presOf" srcId="{908CE012-F218-4855-8AA4-0C410B6478DC}" destId="{49D40AB3-5F1E-461A-9796-0F8AA5713C69}" srcOrd="0" destOrd="0" presId="urn:microsoft.com/office/officeart/2005/8/layout/vList2"/>
    <dgm:cxn modelId="{72CC51E6-62F1-413A-AB28-7A28850E1541}" srcId="{278EF700-B310-4EB8-8A9F-8D351EA8C0F2}" destId="{3A45CFB1-3D96-4449-B977-6819B84F1693}" srcOrd="1" destOrd="0" parTransId="{31393058-A6A5-4A38-89B9-494A17762E16}" sibTransId="{7C1C9368-44A6-4CA4-8ED7-190F782EE07A}"/>
    <dgm:cxn modelId="{EA0C4AEB-57E8-443F-955E-877D4486028D}" type="presOf" srcId="{278EF700-B310-4EB8-8A9F-8D351EA8C0F2}" destId="{402E4ECA-2FF0-4D54-AC7B-B6A3D1A96E66}" srcOrd="0" destOrd="0" presId="urn:microsoft.com/office/officeart/2005/8/layout/vList2"/>
    <dgm:cxn modelId="{772F5DEE-1FA5-468D-AA74-8EE651228A12}" srcId="{278EF700-B310-4EB8-8A9F-8D351EA8C0F2}" destId="{CA215963-5399-4D0D-A366-A7C5D23915E8}" srcOrd="6" destOrd="0" parTransId="{8DC346BC-8F73-49A9-B653-9C9C74D05469}" sibTransId="{24A4EF73-9CFC-412D-B28D-ADD82778FCAF}"/>
    <dgm:cxn modelId="{F76193B1-E355-4997-A1FA-06BA2C920838}" type="presParOf" srcId="{402E4ECA-2FF0-4D54-AC7B-B6A3D1A96E66}" destId="{3B74E525-A633-4DF5-96DC-A6F4CFD38CDB}" srcOrd="0" destOrd="0" presId="urn:microsoft.com/office/officeart/2005/8/layout/vList2"/>
    <dgm:cxn modelId="{443FD990-4846-4B25-8395-E1ED59E7F639}" type="presParOf" srcId="{402E4ECA-2FF0-4D54-AC7B-B6A3D1A96E66}" destId="{6D6AF3EC-4B8A-4800-A0D7-A7E2B0E4AC1D}" srcOrd="1" destOrd="0" presId="urn:microsoft.com/office/officeart/2005/8/layout/vList2"/>
    <dgm:cxn modelId="{8AA2566D-4C42-43CA-8610-27A3E342AA9B}" type="presParOf" srcId="{402E4ECA-2FF0-4D54-AC7B-B6A3D1A96E66}" destId="{1E9F88E1-3343-499F-818C-12198AA3C988}" srcOrd="2" destOrd="0" presId="urn:microsoft.com/office/officeart/2005/8/layout/vList2"/>
    <dgm:cxn modelId="{EC6EE380-E626-43E8-A183-27CCC367094E}" type="presParOf" srcId="{402E4ECA-2FF0-4D54-AC7B-B6A3D1A96E66}" destId="{BAA92E6C-9704-4A7A-A8D2-B1DDA660B944}" srcOrd="3" destOrd="0" presId="urn:microsoft.com/office/officeart/2005/8/layout/vList2"/>
    <dgm:cxn modelId="{06C924E1-AE28-469E-9E7F-2F34F8293BAC}" type="presParOf" srcId="{402E4ECA-2FF0-4D54-AC7B-B6A3D1A96E66}" destId="{4D6FA0CD-7EE8-4DA6-850B-E13006736B29}" srcOrd="4" destOrd="0" presId="urn:microsoft.com/office/officeart/2005/8/layout/vList2"/>
    <dgm:cxn modelId="{70834C23-CE8B-47B9-9982-A6BBD0ED0D34}" type="presParOf" srcId="{402E4ECA-2FF0-4D54-AC7B-B6A3D1A96E66}" destId="{13F50BE4-3617-4BD9-9656-156AD8C019A6}" srcOrd="5" destOrd="0" presId="urn:microsoft.com/office/officeart/2005/8/layout/vList2"/>
    <dgm:cxn modelId="{EB82F951-9F8A-4987-AFC1-2B37CA30F31B}" type="presParOf" srcId="{402E4ECA-2FF0-4D54-AC7B-B6A3D1A96E66}" destId="{49D40AB3-5F1E-461A-9796-0F8AA5713C69}" srcOrd="6" destOrd="0" presId="urn:microsoft.com/office/officeart/2005/8/layout/vList2"/>
    <dgm:cxn modelId="{70B37EB2-EEEB-4829-A166-0FEEC2504C8D}" type="presParOf" srcId="{402E4ECA-2FF0-4D54-AC7B-B6A3D1A96E66}" destId="{1659AB84-D773-475D-8F9F-9BD04CA70C98}" srcOrd="7" destOrd="0" presId="urn:microsoft.com/office/officeart/2005/8/layout/vList2"/>
    <dgm:cxn modelId="{0F7D9D17-8DC6-4D16-AF2A-633237F602C4}" type="presParOf" srcId="{402E4ECA-2FF0-4D54-AC7B-B6A3D1A96E66}" destId="{FA84E1E8-2A46-4F9A-BCE0-5A305BFAEB84}" srcOrd="8" destOrd="0" presId="urn:microsoft.com/office/officeart/2005/8/layout/vList2"/>
    <dgm:cxn modelId="{CAA05B78-4347-4671-B12F-E178E4D28958}" type="presParOf" srcId="{402E4ECA-2FF0-4D54-AC7B-B6A3D1A96E66}" destId="{87BDCA08-65FC-4416-9BF7-E9441AD539D7}" srcOrd="9" destOrd="0" presId="urn:microsoft.com/office/officeart/2005/8/layout/vList2"/>
    <dgm:cxn modelId="{BF04EB2F-7560-4AFC-936A-368D0968ECB0}" type="presParOf" srcId="{402E4ECA-2FF0-4D54-AC7B-B6A3D1A96E66}" destId="{BDC40648-0FA0-4DC8-A779-A55D007539E3}" srcOrd="10" destOrd="0" presId="urn:microsoft.com/office/officeart/2005/8/layout/vList2"/>
    <dgm:cxn modelId="{A06D7636-0294-4B4C-9448-A5973FF67570}" type="presParOf" srcId="{402E4ECA-2FF0-4D54-AC7B-B6A3D1A96E66}" destId="{C40FF1E6-36B5-4170-9236-029A40114448}" srcOrd="11" destOrd="0" presId="urn:microsoft.com/office/officeart/2005/8/layout/vList2"/>
    <dgm:cxn modelId="{D031C501-94F1-47C5-8189-DEBA620E2AE0}" type="presParOf" srcId="{402E4ECA-2FF0-4D54-AC7B-B6A3D1A96E66}" destId="{5936C1C5-DDFE-4591-AFC6-2F7282C2750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8ED1442-A156-4744-B493-2B9A1BC1819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F44E7E23-FA90-45F7-AE38-C8C71F3194FE}">
      <dgm:prSet/>
      <dgm:spPr/>
      <dgm:t>
        <a:bodyPr/>
        <a:lstStyle/>
        <a:p>
          <a:r>
            <a:rPr lang="en-US" b="1" dirty="0"/>
            <a:t>               Structure</a:t>
          </a:r>
          <a:endParaRPr lang="en-PK" dirty="0"/>
        </a:p>
      </dgm:t>
    </dgm:pt>
    <dgm:pt modelId="{F500E7A4-B1B9-44C3-9AC6-8A19180BB0B9}" type="parTrans" cxnId="{4510FE75-B350-4A1D-92C7-954496C53B3E}">
      <dgm:prSet/>
      <dgm:spPr/>
      <dgm:t>
        <a:bodyPr/>
        <a:lstStyle/>
        <a:p>
          <a:endParaRPr lang="en-PK"/>
        </a:p>
      </dgm:t>
    </dgm:pt>
    <dgm:pt modelId="{41A7D269-4A50-40FC-8EAC-B8CF3AFD9C90}" type="sibTrans" cxnId="{4510FE75-B350-4A1D-92C7-954496C53B3E}">
      <dgm:prSet/>
      <dgm:spPr/>
      <dgm:t>
        <a:bodyPr/>
        <a:lstStyle/>
        <a:p>
          <a:endParaRPr lang="en-PK"/>
        </a:p>
      </dgm:t>
    </dgm:pt>
    <dgm:pt modelId="{F4093E4C-D7CD-4483-80BB-D0B0449602D4}" type="pres">
      <dgm:prSet presAssocID="{98ED1442-A156-4744-B493-2B9A1BC18195}" presName="linear" presStyleCnt="0">
        <dgm:presLayoutVars>
          <dgm:animLvl val="lvl"/>
          <dgm:resizeHandles val="exact"/>
        </dgm:presLayoutVars>
      </dgm:prSet>
      <dgm:spPr/>
    </dgm:pt>
    <dgm:pt modelId="{CCF87CA6-E0C0-44D9-AC0E-A0C84446FBBD}" type="pres">
      <dgm:prSet presAssocID="{F44E7E23-FA90-45F7-AE38-C8C71F3194F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9BDD722-0702-4FF6-938D-2B445F5915C2}" type="presOf" srcId="{98ED1442-A156-4744-B493-2B9A1BC18195}" destId="{F4093E4C-D7CD-4483-80BB-D0B0449602D4}" srcOrd="0" destOrd="0" presId="urn:microsoft.com/office/officeart/2005/8/layout/vList2"/>
    <dgm:cxn modelId="{4510FE75-B350-4A1D-92C7-954496C53B3E}" srcId="{98ED1442-A156-4744-B493-2B9A1BC18195}" destId="{F44E7E23-FA90-45F7-AE38-C8C71F3194FE}" srcOrd="0" destOrd="0" parTransId="{F500E7A4-B1B9-44C3-9AC6-8A19180BB0B9}" sibTransId="{41A7D269-4A50-40FC-8EAC-B8CF3AFD9C90}"/>
    <dgm:cxn modelId="{F137E79E-CAC8-4858-BE3C-7930E922C773}" type="presOf" srcId="{F44E7E23-FA90-45F7-AE38-C8C71F3194FE}" destId="{CCF87CA6-E0C0-44D9-AC0E-A0C84446FBBD}" srcOrd="0" destOrd="0" presId="urn:microsoft.com/office/officeart/2005/8/layout/vList2"/>
    <dgm:cxn modelId="{C5F7F2E2-E5F6-4E9E-875E-A5A3CB0A37D4}" type="presParOf" srcId="{F4093E4C-D7CD-4483-80BB-D0B0449602D4}" destId="{CCF87CA6-E0C0-44D9-AC0E-A0C84446FB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E78D2AC-27D7-4647-8C57-6D77EFCB8DB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BD09616-29AA-4F5C-970F-D75D75E86AD1}">
      <dgm:prSet phldrT="[Text]" custT="1"/>
      <dgm:spPr/>
      <dgm:t>
        <a:bodyPr/>
        <a:lstStyle/>
        <a:p>
          <a:r>
            <a:rPr lang="en-US" sz="2800" dirty="0"/>
            <a:t>Introduction</a:t>
          </a:r>
          <a:endParaRPr lang="en-PK" sz="2800" dirty="0"/>
        </a:p>
      </dgm:t>
    </dgm:pt>
    <dgm:pt modelId="{7BE799A0-653F-4E4B-939B-3E78AFB302FA}" type="parTrans" cxnId="{71420724-9360-4D7E-8861-556EDFB8A2F5}">
      <dgm:prSet/>
      <dgm:spPr/>
      <dgm:t>
        <a:bodyPr/>
        <a:lstStyle/>
        <a:p>
          <a:endParaRPr lang="en-PK"/>
        </a:p>
      </dgm:t>
    </dgm:pt>
    <dgm:pt modelId="{55819D46-9808-4832-A77F-BB81B5B7FF20}" type="sibTrans" cxnId="{71420724-9360-4D7E-8861-556EDFB8A2F5}">
      <dgm:prSet/>
      <dgm:spPr/>
      <dgm:t>
        <a:bodyPr/>
        <a:lstStyle/>
        <a:p>
          <a:endParaRPr lang="en-PK"/>
        </a:p>
      </dgm:t>
    </dgm:pt>
    <dgm:pt modelId="{E12116E3-887E-4A9F-BE6C-CC4A9242FBC6}">
      <dgm:prSet phldrT="[Text]"/>
      <dgm:spPr/>
      <dgm:t>
        <a:bodyPr/>
        <a:lstStyle/>
        <a:p>
          <a:r>
            <a:rPr lang="en-US" dirty="0"/>
            <a:t>Grab the audience attention</a:t>
          </a:r>
          <a:endParaRPr lang="en-PK" dirty="0"/>
        </a:p>
      </dgm:t>
    </dgm:pt>
    <dgm:pt modelId="{3137295E-3594-4EF8-94C9-ED68108120C9}" type="parTrans" cxnId="{19A7DC15-72B2-4BC4-8446-23AE0CEFFA9F}">
      <dgm:prSet/>
      <dgm:spPr/>
      <dgm:t>
        <a:bodyPr/>
        <a:lstStyle/>
        <a:p>
          <a:endParaRPr lang="en-PK"/>
        </a:p>
      </dgm:t>
    </dgm:pt>
    <dgm:pt modelId="{B0A8F30C-B322-4D35-82FF-CDE996C7EA3D}" type="sibTrans" cxnId="{19A7DC15-72B2-4BC4-8446-23AE0CEFFA9F}">
      <dgm:prSet/>
      <dgm:spPr/>
      <dgm:t>
        <a:bodyPr/>
        <a:lstStyle/>
        <a:p>
          <a:endParaRPr lang="en-PK"/>
        </a:p>
      </dgm:t>
    </dgm:pt>
    <dgm:pt modelId="{CA599109-CAEE-4969-B1F7-1C7C10524FCC}">
      <dgm:prSet phldrT="[Text]" custT="1"/>
      <dgm:spPr/>
      <dgm:t>
        <a:bodyPr/>
        <a:lstStyle/>
        <a:p>
          <a:r>
            <a:rPr lang="en-US" sz="2800" dirty="0"/>
            <a:t>Main theme</a:t>
          </a:r>
          <a:endParaRPr lang="en-PK" sz="2800" dirty="0"/>
        </a:p>
      </dgm:t>
    </dgm:pt>
    <dgm:pt modelId="{0077C224-ACDC-4D43-910F-414A0826D75E}" type="parTrans" cxnId="{58139CFB-6F47-47B8-9081-028FA4E72990}">
      <dgm:prSet/>
      <dgm:spPr/>
      <dgm:t>
        <a:bodyPr/>
        <a:lstStyle/>
        <a:p>
          <a:endParaRPr lang="en-PK"/>
        </a:p>
      </dgm:t>
    </dgm:pt>
    <dgm:pt modelId="{2FFD99EE-332D-4F9D-B679-7C6470350E09}" type="sibTrans" cxnId="{58139CFB-6F47-47B8-9081-028FA4E72990}">
      <dgm:prSet/>
      <dgm:spPr/>
      <dgm:t>
        <a:bodyPr/>
        <a:lstStyle/>
        <a:p>
          <a:endParaRPr lang="en-PK"/>
        </a:p>
      </dgm:t>
    </dgm:pt>
    <dgm:pt modelId="{A78A152E-2F00-4F37-AC72-76936C35D049}">
      <dgm:prSet phldrT="[Text]"/>
      <dgm:spPr/>
      <dgm:t>
        <a:bodyPr/>
        <a:lstStyle/>
        <a:p>
          <a:r>
            <a:rPr lang="en-US" dirty="0"/>
            <a:t>Content should be relevant to topic</a:t>
          </a:r>
          <a:endParaRPr lang="en-PK" dirty="0"/>
        </a:p>
      </dgm:t>
    </dgm:pt>
    <dgm:pt modelId="{162ACCC0-7262-4CBA-9C9D-CDB571A90B3A}" type="parTrans" cxnId="{E5BE4416-8B74-4A73-91E1-265B449B7BAC}">
      <dgm:prSet/>
      <dgm:spPr/>
      <dgm:t>
        <a:bodyPr/>
        <a:lstStyle/>
        <a:p>
          <a:endParaRPr lang="en-PK"/>
        </a:p>
      </dgm:t>
    </dgm:pt>
    <dgm:pt modelId="{206C9A9E-267A-498A-847C-EC8783165472}" type="sibTrans" cxnId="{E5BE4416-8B74-4A73-91E1-265B449B7BAC}">
      <dgm:prSet/>
      <dgm:spPr/>
      <dgm:t>
        <a:bodyPr/>
        <a:lstStyle/>
        <a:p>
          <a:endParaRPr lang="en-PK"/>
        </a:p>
      </dgm:t>
    </dgm:pt>
    <dgm:pt modelId="{22C5C182-0C4E-4ECC-9217-B3738446CAD6}">
      <dgm:prSet phldrT="[Text]" custT="1"/>
      <dgm:spPr/>
      <dgm:t>
        <a:bodyPr/>
        <a:lstStyle/>
        <a:p>
          <a:r>
            <a:rPr lang="en-US" sz="2800" dirty="0"/>
            <a:t>Summary/</a:t>
          </a:r>
        </a:p>
        <a:p>
          <a:r>
            <a:rPr lang="en-US" sz="2800" dirty="0"/>
            <a:t>conclusion</a:t>
          </a:r>
          <a:endParaRPr lang="en-PK" sz="2800" dirty="0"/>
        </a:p>
      </dgm:t>
    </dgm:pt>
    <dgm:pt modelId="{D37754CD-CF84-494A-ACA7-86D27CBE33B2}" type="parTrans" cxnId="{E81B199C-C472-43FE-BA81-FB0FC4F2685B}">
      <dgm:prSet/>
      <dgm:spPr/>
      <dgm:t>
        <a:bodyPr/>
        <a:lstStyle/>
        <a:p>
          <a:endParaRPr lang="en-PK"/>
        </a:p>
      </dgm:t>
    </dgm:pt>
    <dgm:pt modelId="{4F3738A9-7A4B-42C7-AF6A-1756F73B4262}" type="sibTrans" cxnId="{E81B199C-C472-43FE-BA81-FB0FC4F2685B}">
      <dgm:prSet/>
      <dgm:spPr/>
      <dgm:t>
        <a:bodyPr/>
        <a:lstStyle/>
        <a:p>
          <a:endParaRPr lang="en-PK"/>
        </a:p>
      </dgm:t>
    </dgm:pt>
    <dgm:pt modelId="{6B7D81D0-8A6F-44E5-A512-B3E8C56C6C0C}">
      <dgm:prSet phldrT="[Text]"/>
      <dgm:spPr/>
      <dgm:t>
        <a:bodyPr/>
        <a:lstStyle/>
        <a:p>
          <a:r>
            <a:rPr lang="en-US" dirty="0"/>
            <a:t>Key message</a:t>
          </a:r>
          <a:endParaRPr lang="en-PK" dirty="0"/>
        </a:p>
      </dgm:t>
    </dgm:pt>
    <dgm:pt modelId="{DE1A24FA-05E1-4426-9F93-B3083880A882}" type="sibTrans" cxnId="{8D57E426-4502-40EE-A5FE-1857D3780C5E}">
      <dgm:prSet/>
      <dgm:spPr/>
      <dgm:t>
        <a:bodyPr/>
        <a:lstStyle/>
        <a:p>
          <a:endParaRPr lang="en-PK"/>
        </a:p>
      </dgm:t>
    </dgm:pt>
    <dgm:pt modelId="{B56BDDE6-41F3-46C2-B345-C51E14034755}" type="parTrans" cxnId="{8D57E426-4502-40EE-A5FE-1857D3780C5E}">
      <dgm:prSet/>
      <dgm:spPr/>
      <dgm:t>
        <a:bodyPr/>
        <a:lstStyle/>
        <a:p>
          <a:endParaRPr lang="en-PK"/>
        </a:p>
      </dgm:t>
    </dgm:pt>
    <dgm:pt modelId="{F9740037-65CC-4EC8-86BA-C79341FE19AA}">
      <dgm:prSet phldrT="[Text]"/>
      <dgm:spPr/>
      <dgm:t>
        <a:bodyPr/>
        <a:lstStyle/>
        <a:p>
          <a:endParaRPr lang="en-PK" dirty="0"/>
        </a:p>
      </dgm:t>
    </dgm:pt>
    <dgm:pt modelId="{0EB753B8-4C8B-4C47-B0F8-B08267BE1CF3}" type="sibTrans" cxnId="{67700DEA-9682-4ED6-AAF7-A39611735472}">
      <dgm:prSet/>
      <dgm:spPr/>
      <dgm:t>
        <a:bodyPr/>
        <a:lstStyle/>
        <a:p>
          <a:endParaRPr lang="en-PK"/>
        </a:p>
      </dgm:t>
    </dgm:pt>
    <dgm:pt modelId="{30B07FD1-6709-416E-A9B9-F0A50ABC953A}" type="parTrans" cxnId="{67700DEA-9682-4ED6-AAF7-A39611735472}">
      <dgm:prSet/>
      <dgm:spPr/>
      <dgm:t>
        <a:bodyPr/>
        <a:lstStyle/>
        <a:p>
          <a:endParaRPr lang="en-PK"/>
        </a:p>
      </dgm:t>
    </dgm:pt>
    <dgm:pt modelId="{7931F717-9BFB-4962-8CB0-19224BEF53AA}" type="pres">
      <dgm:prSet presAssocID="{AE78D2AC-27D7-4647-8C57-6D77EFCB8DBC}" presName="Name0" presStyleCnt="0">
        <dgm:presLayoutVars>
          <dgm:dir/>
          <dgm:animLvl val="lvl"/>
          <dgm:resizeHandles val="exact"/>
        </dgm:presLayoutVars>
      </dgm:prSet>
      <dgm:spPr/>
    </dgm:pt>
    <dgm:pt modelId="{B9A7C9EF-5ACB-4CE2-A7A7-253E18F2AEE6}" type="pres">
      <dgm:prSet presAssocID="{8BD09616-29AA-4F5C-970F-D75D75E86AD1}" presName="linNode" presStyleCnt="0"/>
      <dgm:spPr/>
    </dgm:pt>
    <dgm:pt modelId="{3F0CB420-B488-474A-8F44-6ABE2A91666E}" type="pres">
      <dgm:prSet presAssocID="{8BD09616-29AA-4F5C-970F-D75D75E86AD1}" presName="parentText" presStyleLbl="node1" presStyleIdx="0" presStyleCnt="3" custLinFactNeighborX="-412" custLinFactNeighborY="75">
        <dgm:presLayoutVars>
          <dgm:chMax val="1"/>
          <dgm:bulletEnabled val="1"/>
        </dgm:presLayoutVars>
      </dgm:prSet>
      <dgm:spPr/>
    </dgm:pt>
    <dgm:pt modelId="{0C40EC0D-ACBE-43D6-802B-8CBEC92735DD}" type="pres">
      <dgm:prSet presAssocID="{8BD09616-29AA-4F5C-970F-D75D75E86AD1}" presName="descendantText" presStyleLbl="alignAccFollowNode1" presStyleIdx="0" presStyleCnt="3">
        <dgm:presLayoutVars>
          <dgm:bulletEnabled val="1"/>
        </dgm:presLayoutVars>
      </dgm:prSet>
      <dgm:spPr/>
    </dgm:pt>
    <dgm:pt modelId="{EDBDE2DA-DD69-47AA-9473-C99FA93DB80A}" type="pres">
      <dgm:prSet presAssocID="{55819D46-9808-4832-A77F-BB81B5B7FF20}" presName="sp" presStyleCnt="0"/>
      <dgm:spPr/>
    </dgm:pt>
    <dgm:pt modelId="{1A4D6C38-91AA-43A1-8E8D-47E5784848D4}" type="pres">
      <dgm:prSet presAssocID="{CA599109-CAEE-4969-B1F7-1C7C10524FCC}" presName="linNode" presStyleCnt="0"/>
      <dgm:spPr/>
    </dgm:pt>
    <dgm:pt modelId="{3D70665F-A9EC-45F4-816D-300D27076620}" type="pres">
      <dgm:prSet presAssocID="{CA599109-CAEE-4969-B1F7-1C7C10524FC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510C816-3E4A-4C32-9734-A589E37C4C8E}" type="pres">
      <dgm:prSet presAssocID="{CA599109-CAEE-4969-B1F7-1C7C10524FCC}" presName="descendantText" presStyleLbl="alignAccFollowNode1" presStyleIdx="1" presStyleCnt="3">
        <dgm:presLayoutVars>
          <dgm:bulletEnabled val="1"/>
        </dgm:presLayoutVars>
      </dgm:prSet>
      <dgm:spPr/>
    </dgm:pt>
    <dgm:pt modelId="{BF132DEC-A7BE-45CB-B6F0-8FDE55DD2656}" type="pres">
      <dgm:prSet presAssocID="{2FFD99EE-332D-4F9D-B679-7C6470350E09}" presName="sp" presStyleCnt="0"/>
      <dgm:spPr/>
    </dgm:pt>
    <dgm:pt modelId="{C9B50BD7-6AA2-46FE-8ACC-726D119580DA}" type="pres">
      <dgm:prSet presAssocID="{22C5C182-0C4E-4ECC-9217-B3738446CAD6}" presName="linNode" presStyleCnt="0"/>
      <dgm:spPr/>
    </dgm:pt>
    <dgm:pt modelId="{1E62584F-60E7-44B0-A8F0-0F88DEA6B80C}" type="pres">
      <dgm:prSet presAssocID="{22C5C182-0C4E-4ECC-9217-B3738446CAD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7EF8AF4-9E2F-4067-875B-83ABE579CCDE}" type="pres">
      <dgm:prSet presAssocID="{22C5C182-0C4E-4ECC-9217-B3738446CAD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08B630E-DE59-44BE-9BEB-0FB2B1CBAEC7}" type="presOf" srcId="{F9740037-65CC-4EC8-86BA-C79341FE19AA}" destId="{87EF8AF4-9E2F-4067-875B-83ABE579CCDE}" srcOrd="0" destOrd="1" presId="urn:microsoft.com/office/officeart/2005/8/layout/vList5"/>
    <dgm:cxn modelId="{19A7DC15-72B2-4BC4-8446-23AE0CEFFA9F}" srcId="{8BD09616-29AA-4F5C-970F-D75D75E86AD1}" destId="{E12116E3-887E-4A9F-BE6C-CC4A9242FBC6}" srcOrd="0" destOrd="0" parTransId="{3137295E-3594-4EF8-94C9-ED68108120C9}" sibTransId="{B0A8F30C-B322-4D35-82FF-CDE996C7EA3D}"/>
    <dgm:cxn modelId="{E5BE4416-8B74-4A73-91E1-265B449B7BAC}" srcId="{CA599109-CAEE-4969-B1F7-1C7C10524FCC}" destId="{A78A152E-2F00-4F37-AC72-76936C35D049}" srcOrd="0" destOrd="0" parTransId="{162ACCC0-7262-4CBA-9C9D-CDB571A90B3A}" sibTransId="{206C9A9E-267A-498A-847C-EC8783165472}"/>
    <dgm:cxn modelId="{71420724-9360-4D7E-8861-556EDFB8A2F5}" srcId="{AE78D2AC-27D7-4647-8C57-6D77EFCB8DBC}" destId="{8BD09616-29AA-4F5C-970F-D75D75E86AD1}" srcOrd="0" destOrd="0" parTransId="{7BE799A0-653F-4E4B-939B-3E78AFB302FA}" sibTransId="{55819D46-9808-4832-A77F-BB81B5B7FF20}"/>
    <dgm:cxn modelId="{8D57E426-4502-40EE-A5FE-1857D3780C5E}" srcId="{22C5C182-0C4E-4ECC-9217-B3738446CAD6}" destId="{6B7D81D0-8A6F-44E5-A512-B3E8C56C6C0C}" srcOrd="0" destOrd="0" parTransId="{B56BDDE6-41F3-46C2-B345-C51E14034755}" sibTransId="{DE1A24FA-05E1-4426-9F93-B3083880A882}"/>
    <dgm:cxn modelId="{673C482A-4AC1-48D6-BFE3-5A4B989B4D42}" type="presOf" srcId="{CA599109-CAEE-4969-B1F7-1C7C10524FCC}" destId="{3D70665F-A9EC-45F4-816D-300D27076620}" srcOrd="0" destOrd="0" presId="urn:microsoft.com/office/officeart/2005/8/layout/vList5"/>
    <dgm:cxn modelId="{570CA63D-B9F1-4BFB-BFCB-B5A487B3547B}" type="presOf" srcId="{E12116E3-887E-4A9F-BE6C-CC4A9242FBC6}" destId="{0C40EC0D-ACBE-43D6-802B-8CBEC92735DD}" srcOrd="0" destOrd="0" presId="urn:microsoft.com/office/officeart/2005/8/layout/vList5"/>
    <dgm:cxn modelId="{ED287081-B717-4385-8DF4-A3A8F33293B8}" type="presOf" srcId="{22C5C182-0C4E-4ECC-9217-B3738446CAD6}" destId="{1E62584F-60E7-44B0-A8F0-0F88DEA6B80C}" srcOrd="0" destOrd="0" presId="urn:microsoft.com/office/officeart/2005/8/layout/vList5"/>
    <dgm:cxn modelId="{E81B199C-C472-43FE-BA81-FB0FC4F2685B}" srcId="{AE78D2AC-27D7-4647-8C57-6D77EFCB8DBC}" destId="{22C5C182-0C4E-4ECC-9217-B3738446CAD6}" srcOrd="2" destOrd="0" parTransId="{D37754CD-CF84-494A-ACA7-86D27CBE33B2}" sibTransId="{4F3738A9-7A4B-42C7-AF6A-1756F73B4262}"/>
    <dgm:cxn modelId="{A14B3AA9-74BB-4B18-9C94-AA73A1831D86}" type="presOf" srcId="{A78A152E-2F00-4F37-AC72-76936C35D049}" destId="{7510C816-3E4A-4C32-9734-A589E37C4C8E}" srcOrd="0" destOrd="0" presId="urn:microsoft.com/office/officeart/2005/8/layout/vList5"/>
    <dgm:cxn modelId="{8CDE3DAE-7C2F-4F91-9D60-DBCF0CCA551F}" type="presOf" srcId="{AE78D2AC-27D7-4647-8C57-6D77EFCB8DBC}" destId="{7931F717-9BFB-4962-8CB0-19224BEF53AA}" srcOrd="0" destOrd="0" presId="urn:microsoft.com/office/officeart/2005/8/layout/vList5"/>
    <dgm:cxn modelId="{2821D3B8-CFF3-4A24-A7B2-31B901F11AF8}" type="presOf" srcId="{6B7D81D0-8A6F-44E5-A512-B3E8C56C6C0C}" destId="{87EF8AF4-9E2F-4067-875B-83ABE579CCDE}" srcOrd="0" destOrd="0" presId="urn:microsoft.com/office/officeart/2005/8/layout/vList5"/>
    <dgm:cxn modelId="{B7E856DE-6B46-4763-888F-0860F32AF516}" type="presOf" srcId="{8BD09616-29AA-4F5C-970F-D75D75E86AD1}" destId="{3F0CB420-B488-474A-8F44-6ABE2A91666E}" srcOrd="0" destOrd="0" presId="urn:microsoft.com/office/officeart/2005/8/layout/vList5"/>
    <dgm:cxn modelId="{67700DEA-9682-4ED6-AAF7-A39611735472}" srcId="{22C5C182-0C4E-4ECC-9217-B3738446CAD6}" destId="{F9740037-65CC-4EC8-86BA-C79341FE19AA}" srcOrd="1" destOrd="0" parTransId="{30B07FD1-6709-416E-A9B9-F0A50ABC953A}" sibTransId="{0EB753B8-4C8B-4C47-B0F8-B08267BE1CF3}"/>
    <dgm:cxn modelId="{58139CFB-6F47-47B8-9081-028FA4E72990}" srcId="{AE78D2AC-27D7-4647-8C57-6D77EFCB8DBC}" destId="{CA599109-CAEE-4969-B1F7-1C7C10524FCC}" srcOrd="1" destOrd="0" parTransId="{0077C224-ACDC-4D43-910F-414A0826D75E}" sibTransId="{2FFD99EE-332D-4F9D-B679-7C6470350E09}"/>
    <dgm:cxn modelId="{F2123470-E7DE-4084-BE6C-B58949E9C223}" type="presParOf" srcId="{7931F717-9BFB-4962-8CB0-19224BEF53AA}" destId="{B9A7C9EF-5ACB-4CE2-A7A7-253E18F2AEE6}" srcOrd="0" destOrd="0" presId="urn:microsoft.com/office/officeart/2005/8/layout/vList5"/>
    <dgm:cxn modelId="{A7608F49-5E85-40CF-9ED8-4162407BE5F6}" type="presParOf" srcId="{B9A7C9EF-5ACB-4CE2-A7A7-253E18F2AEE6}" destId="{3F0CB420-B488-474A-8F44-6ABE2A91666E}" srcOrd="0" destOrd="0" presId="urn:microsoft.com/office/officeart/2005/8/layout/vList5"/>
    <dgm:cxn modelId="{F5506885-347B-423C-A8C0-3D38E38CC137}" type="presParOf" srcId="{B9A7C9EF-5ACB-4CE2-A7A7-253E18F2AEE6}" destId="{0C40EC0D-ACBE-43D6-802B-8CBEC92735DD}" srcOrd="1" destOrd="0" presId="urn:microsoft.com/office/officeart/2005/8/layout/vList5"/>
    <dgm:cxn modelId="{39F48E11-89C4-406F-BD70-D73FA740EF81}" type="presParOf" srcId="{7931F717-9BFB-4962-8CB0-19224BEF53AA}" destId="{EDBDE2DA-DD69-47AA-9473-C99FA93DB80A}" srcOrd="1" destOrd="0" presId="urn:microsoft.com/office/officeart/2005/8/layout/vList5"/>
    <dgm:cxn modelId="{0AE46CB2-D179-4571-849A-82236ED304D7}" type="presParOf" srcId="{7931F717-9BFB-4962-8CB0-19224BEF53AA}" destId="{1A4D6C38-91AA-43A1-8E8D-47E5784848D4}" srcOrd="2" destOrd="0" presId="urn:microsoft.com/office/officeart/2005/8/layout/vList5"/>
    <dgm:cxn modelId="{24780FEB-237B-4EF2-8FCA-B525F9C161F3}" type="presParOf" srcId="{1A4D6C38-91AA-43A1-8E8D-47E5784848D4}" destId="{3D70665F-A9EC-45F4-816D-300D27076620}" srcOrd="0" destOrd="0" presId="urn:microsoft.com/office/officeart/2005/8/layout/vList5"/>
    <dgm:cxn modelId="{087EAF07-A238-4759-9BD4-7C556A36A8EF}" type="presParOf" srcId="{1A4D6C38-91AA-43A1-8E8D-47E5784848D4}" destId="{7510C816-3E4A-4C32-9734-A589E37C4C8E}" srcOrd="1" destOrd="0" presId="urn:microsoft.com/office/officeart/2005/8/layout/vList5"/>
    <dgm:cxn modelId="{DCDEF74C-5EAC-4411-8476-2C979C20194D}" type="presParOf" srcId="{7931F717-9BFB-4962-8CB0-19224BEF53AA}" destId="{BF132DEC-A7BE-45CB-B6F0-8FDE55DD2656}" srcOrd="3" destOrd="0" presId="urn:microsoft.com/office/officeart/2005/8/layout/vList5"/>
    <dgm:cxn modelId="{CD4792F1-53FF-45FE-B009-7C2766B12707}" type="presParOf" srcId="{7931F717-9BFB-4962-8CB0-19224BEF53AA}" destId="{C9B50BD7-6AA2-46FE-8ACC-726D119580DA}" srcOrd="4" destOrd="0" presId="urn:microsoft.com/office/officeart/2005/8/layout/vList5"/>
    <dgm:cxn modelId="{599DACDE-3481-4387-9574-E181FBCD5573}" type="presParOf" srcId="{C9B50BD7-6AA2-46FE-8ACC-726D119580DA}" destId="{1E62584F-60E7-44B0-A8F0-0F88DEA6B80C}" srcOrd="0" destOrd="0" presId="urn:microsoft.com/office/officeart/2005/8/layout/vList5"/>
    <dgm:cxn modelId="{2F9A734E-CD4F-4111-A810-BB848BAF2731}" type="presParOf" srcId="{C9B50BD7-6AA2-46FE-8ACC-726D119580DA}" destId="{87EF8AF4-9E2F-4067-875B-83ABE579CCD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4BC58C8-87C0-469F-A879-AF15746339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DFF6F7D-550E-4251-BB3E-DA3932A68F01}">
      <dgm:prSet/>
      <dgm:spPr/>
      <dgm:t>
        <a:bodyPr/>
        <a:lstStyle/>
        <a:p>
          <a:r>
            <a:rPr lang="en-US" b="1" dirty="0"/>
            <a:t>                Prompt</a:t>
          </a:r>
          <a:endParaRPr lang="en-PK" dirty="0"/>
        </a:p>
      </dgm:t>
    </dgm:pt>
    <dgm:pt modelId="{70E90F08-26BE-42F4-8CD4-9AD12B544D6C}" type="parTrans" cxnId="{1093752B-1FD7-433F-A1D0-A0AA58A90D3B}">
      <dgm:prSet/>
      <dgm:spPr/>
      <dgm:t>
        <a:bodyPr/>
        <a:lstStyle/>
        <a:p>
          <a:endParaRPr lang="en-PK"/>
        </a:p>
      </dgm:t>
    </dgm:pt>
    <dgm:pt modelId="{91F3342B-748F-4681-82BE-37851E37328C}" type="sibTrans" cxnId="{1093752B-1FD7-433F-A1D0-A0AA58A90D3B}">
      <dgm:prSet/>
      <dgm:spPr/>
      <dgm:t>
        <a:bodyPr/>
        <a:lstStyle/>
        <a:p>
          <a:endParaRPr lang="en-PK"/>
        </a:p>
      </dgm:t>
    </dgm:pt>
    <dgm:pt modelId="{D29C9E6A-0481-45A3-93B2-2D19D2A9696A}" type="pres">
      <dgm:prSet presAssocID="{24BC58C8-87C0-469F-A879-AF1574633976}" presName="linear" presStyleCnt="0">
        <dgm:presLayoutVars>
          <dgm:animLvl val="lvl"/>
          <dgm:resizeHandles val="exact"/>
        </dgm:presLayoutVars>
      </dgm:prSet>
      <dgm:spPr/>
    </dgm:pt>
    <dgm:pt modelId="{F7808948-1A24-41E2-92B0-682D08980490}" type="pres">
      <dgm:prSet presAssocID="{0DFF6F7D-550E-4251-BB3E-DA3932A68F0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093752B-1FD7-433F-A1D0-A0AA58A90D3B}" srcId="{24BC58C8-87C0-469F-A879-AF1574633976}" destId="{0DFF6F7D-550E-4251-BB3E-DA3932A68F01}" srcOrd="0" destOrd="0" parTransId="{70E90F08-26BE-42F4-8CD4-9AD12B544D6C}" sibTransId="{91F3342B-748F-4681-82BE-37851E37328C}"/>
    <dgm:cxn modelId="{8A36FB36-BB63-4C40-B5E7-7B50DA257AC3}" type="presOf" srcId="{24BC58C8-87C0-469F-A879-AF1574633976}" destId="{D29C9E6A-0481-45A3-93B2-2D19D2A9696A}" srcOrd="0" destOrd="0" presId="urn:microsoft.com/office/officeart/2005/8/layout/vList2"/>
    <dgm:cxn modelId="{590717BA-DE95-4A8E-B67B-E506A6DC59A5}" type="presOf" srcId="{0DFF6F7D-550E-4251-BB3E-DA3932A68F01}" destId="{F7808948-1A24-41E2-92B0-682D08980490}" srcOrd="0" destOrd="0" presId="urn:microsoft.com/office/officeart/2005/8/layout/vList2"/>
    <dgm:cxn modelId="{B23CF308-F272-4832-864F-92B9FA4AE1C3}" type="presParOf" srcId="{D29C9E6A-0481-45A3-93B2-2D19D2A9696A}" destId="{F7808948-1A24-41E2-92B0-682D0898049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A89625B-4670-44FD-83C8-5312ECB845BD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FE7D31B5-FD0E-4150-A873-BE4C498FCE84}">
      <dgm:prSet/>
      <dgm:spPr/>
      <dgm:t>
        <a:bodyPr/>
        <a:lstStyle/>
        <a:p>
          <a:r>
            <a:rPr lang="en-US"/>
            <a:t>Short bullet points, key words only</a:t>
          </a:r>
          <a:endParaRPr lang="en-PK"/>
        </a:p>
      </dgm:t>
    </dgm:pt>
    <dgm:pt modelId="{EF16250A-69F1-4854-BA75-DE310D3D4F64}" type="parTrans" cxnId="{69CE282B-9E21-4B12-A8A3-AB4067EAD7C7}">
      <dgm:prSet/>
      <dgm:spPr/>
      <dgm:t>
        <a:bodyPr/>
        <a:lstStyle/>
        <a:p>
          <a:endParaRPr lang="en-PK"/>
        </a:p>
      </dgm:t>
    </dgm:pt>
    <dgm:pt modelId="{51AF13CB-1F17-4D3C-9501-80AC791D6747}" type="sibTrans" cxnId="{69CE282B-9E21-4B12-A8A3-AB4067EAD7C7}">
      <dgm:prSet/>
      <dgm:spPr/>
      <dgm:t>
        <a:bodyPr/>
        <a:lstStyle/>
        <a:p>
          <a:endParaRPr lang="en-PK"/>
        </a:p>
      </dgm:t>
    </dgm:pt>
    <dgm:pt modelId="{EFEB9C55-72DF-4E26-8462-5463B5F841B0}">
      <dgm:prSet/>
      <dgm:spPr/>
      <dgm:t>
        <a:bodyPr/>
        <a:lstStyle/>
        <a:p>
          <a:r>
            <a:rPr lang="en-US"/>
            <a:t>Put your entire prompt onto your power point slides</a:t>
          </a:r>
          <a:endParaRPr lang="en-PK"/>
        </a:p>
      </dgm:t>
    </dgm:pt>
    <dgm:pt modelId="{D10C28C0-F57B-427A-A9AB-FE66A0EF2DA2}" type="parTrans" cxnId="{FE8320BA-F262-4EE4-8FE8-120B0891022A}">
      <dgm:prSet/>
      <dgm:spPr/>
      <dgm:t>
        <a:bodyPr/>
        <a:lstStyle/>
        <a:p>
          <a:endParaRPr lang="en-PK"/>
        </a:p>
      </dgm:t>
    </dgm:pt>
    <dgm:pt modelId="{B4B6AC10-C73A-4EEE-A847-BD858A55B9B9}" type="sibTrans" cxnId="{FE8320BA-F262-4EE4-8FE8-120B0891022A}">
      <dgm:prSet/>
      <dgm:spPr/>
      <dgm:t>
        <a:bodyPr/>
        <a:lstStyle/>
        <a:p>
          <a:endParaRPr lang="en-PK"/>
        </a:p>
      </dgm:t>
    </dgm:pt>
    <dgm:pt modelId="{2C6A3CDE-9809-4E02-B4C5-B5E338E85E70}">
      <dgm:prSet/>
      <dgm:spPr/>
      <dgm:t>
        <a:bodyPr/>
        <a:lstStyle/>
        <a:p>
          <a:r>
            <a:rPr lang="en-US" dirty="0"/>
            <a:t>These prompts are for you.</a:t>
          </a:r>
          <a:endParaRPr lang="en-PK" dirty="0"/>
        </a:p>
      </dgm:t>
    </dgm:pt>
    <dgm:pt modelId="{7A97D58F-1997-4727-9A76-4F1241D91469}" type="parTrans" cxnId="{842400C2-8B13-4994-ADAD-1681F1E076EB}">
      <dgm:prSet/>
      <dgm:spPr/>
      <dgm:t>
        <a:bodyPr/>
        <a:lstStyle/>
        <a:p>
          <a:endParaRPr lang="en-PK"/>
        </a:p>
      </dgm:t>
    </dgm:pt>
    <dgm:pt modelId="{B12ED5F2-670B-4EAE-9190-BB47DFD7A096}" type="sibTrans" cxnId="{842400C2-8B13-4994-ADAD-1681F1E076EB}">
      <dgm:prSet/>
      <dgm:spPr/>
      <dgm:t>
        <a:bodyPr/>
        <a:lstStyle/>
        <a:p>
          <a:endParaRPr lang="en-PK"/>
        </a:p>
      </dgm:t>
    </dgm:pt>
    <dgm:pt modelId="{A3778B68-F2A1-4F26-8C5F-40E23CA57760}" type="pres">
      <dgm:prSet presAssocID="{EA89625B-4670-44FD-83C8-5312ECB845BD}" presName="linear" presStyleCnt="0">
        <dgm:presLayoutVars>
          <dgm:animLvl val="lvl"/>
          <dgm:resizeHandles val="exact"/>
        </dgm:presLayoutVars>
      </dgm:prSet>
      <dgm:spPr/>
    </dgm:pt>
    <dgm:pt modelId="{08AE8CBF-799B-4BA5-9C3F-24B2908AEEDA}" type="pres">
      <dgm:prSet presAssocID="{FE7D31B5-FD0E-4150-A873-BE4C498FCE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7B3D67-0816-46B8-B18D-3E17E7522E74}" type="pres">
      <dgm:prSet presAssocID="{51AF13CB-1F17-4D3C-9501-80AC791D6747}" presName="spacer" presStyleCnt="0"/>
      <dgm:spPr/>
    </dgm:pt>
    <dgm:pt modelId="{30530990-321C-44EB-84CF-56CB48A4A2C3}" type="pres">
      <dgm:prSet presAssocID="{EFEB9C55-72DF-4E26-8462-5463B5F841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186885-2C2B-49B6-AE49-FC991655F436}" type="pres">
      <dgm:prSet presAssocID="{B4B6AC10-C73A-4EEE-A847-BD858A55B9B9}" presName="spacer" presStyleCnt="0"/>
      <dgm:spPr/>
    </dgm:pt>
    <dgm:pt modelId="{6B875D3D-EDC3-4513-A83A-624BDEB387B0}" type="pres">
      <dgm:prSet presAssocID="{2C6A3CDE-9809-4E02-B4C5-B5E338E85E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CE282B-9E21-4B12-A8A3-AB4067EAD7C7}" srcId="{EA89625B-4670-44FD-83C8-5312ECB845BD}" destId="{FE7D31B5-FD0E-4150-A873-BE4C498FCE84}" srcOrd="0" destOrd="0" parTransId="{EF16250A-69F1-4854-BA75-DE310D3D4F64}" sibTransId="{51AF13CB-1F17-4D3C-9501-80AC791D6747}"/>
    <dgm:cxn modelId="{80337E34-280B-49BC-9CF4-A1D46C6F1F9F}" type="presOf" srcId="{EFEB9C55-72DF-4E26-8462-5463B5F841B0}" destId="{30530990-321C-44EB-84CF-56CB48A4A2C3}" srcOrd="0" destOrd="0" presId="urn:microsoft.com/office/officeart/2005/8/layout/vList2"/>
    <dgm:cxn modelId="{2A461658-38F8-40C3-A66A-A9245649214A}" type="presOf" srcId="{EA89625B-4670-44FD-83C8-5312ECB845BD}" destId="{A3778B68-F2A1-4F26-8C5F-40E23CA57760}" srcOrd="0" destOrd="0" presId="urn:microsoft.com/office/officeart/2005/8/layout/vList2"/>
    <dgm:cxn modelId="{5363797C-FCC0-4C2F-92CD-3FE1AED78948}" type="presOf" srcId="{FE7D31B5-FD0E-4150-A873-BE4C498FCE84}" destId="{08AE8CBF-799B-4BA5-9C3F-24B2908AEEDA}" srcOrd="0" destOrd="0" presId="urn:microsoft.com/office/officeart/2005/8/layout/vList2"/>
    <dgm:cxn modelId="{826A6384-7ABA-41A1-B63D-2B090F9C95A8}" type="presOf" srcId="{2C6A3CDE-9809-4E02-B4C5-B5E338E85E70}" destId="{6B875D3D-EDC3-4513-A83A-624BDEB387B0}" srcOrd="0" destOrd="0" presId="urn:microsoft.com/office/officeart/2005/8/layout/vList2"/>
    <dgm:cxn modelId="{FE8320BA-F262-4EE4-8FE8-120B0891022A}" srcId="{EA89625B-4670-44FD-83C8-5312ECB845BD}" destId="{EFEB9C55-72DF-4E26-8462-5463B5F841B0}" srcOrd="1" destOrd="0" parTransId="{D10C28C0-F57B-427A-A9AB-FE66A0EF2DA2}" sibTransId="{B4B6AC10-C73A-4EEE-A847-BD858A55B9B9}"/>
    <dgm:cxn modelId="{842400C2-8B13-4994-ADAD-1681F1E076EB}" srcId="{EA89625B-4670-44FD-83C8-5312ECB845BD}" destId="{2C6A3CDE-9809-4E02-B4C5-B5E338E85E70}" srcOrd="2" destOrd="0" parTransId="{7A97D58F-1997-4727-9A76-4F1241D91469}" sibTransId="{B12ED5F2-670B-4EAE-9190-BB47DFD7A096}"/>
    <dgm:cxn modelId="{20199E0E-DDDE-4760-84C3-519D18A8B930}" type="presParOf" srcId="{A3778B68-F2A1-4F26-8C5F-40E23CA57760}" destId="{08AE8CBF-799B-4BA5-9C3F-24B2908AEEDA}" srcOrd="0" destOrd="0" presId="urn:microsoft.com/office/officeart/2005/8/layout/vList2"/>
    <dgm:cxn modelId="{251B472C-D8F7-4705-838B-DDFF142B89A7}" type="presParOf" srcId="{A3778B68-F2A1-4F26-8C5F-40E23CA57760}" destId="{427B3D67-0816-46B8-B18D-3E17E7522E74}" srcOrd="1" destOrd="0" presId="urn:microsoft.com/office/officeart/2005/8/layout/vList2"/>
    <dgm:cxn modelId="{4C0E64AB-33CD-42DC-8CC3-BA816DD5275E}" type="presParOf" srcId="{A3778B68-F2A1-4F26-8C5F-40E23CA57760}" destId="{30530990-321C-44EB-84CF-56CB48A4A2C3}" srcOrd="2" destOrd="0" presId="urn:microsoft.com/office/officeart/2005/8/layout/vList2"/>
    <dgm:cxn modelId="{4E85A780-6940-4046-9E29-75273F53BD9F}" type="presParOf" srcId="{A3778B68-F2A1-4F26-8C5F-40E23CA57760}" destId="{B8186885-2C2B-49B6-AE49-FC991655F436}" srcOrd="3" destOrd="0" presId="urn:microsoft.com/office/officeart/2005/8/layout/vList2"/>
    <dgm:cxn modelId="{248AD5C0-20CF-488A-BCD2-325D74586B18}" type="presParOf" srcId="{A3778B68-F2A1-4F26-8C5F-40E23CA57760}" destId="{6B875D3D-EDC3-4513-A83A-624BDEB387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5D854D1-5F85-432D-B50F-0CA784E981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D9C6E1E2-69F8-4EF8-BAC6-2BD1A8A68630}">
      <dgm:prSet/>
      <dgm:spPr/>
      <dgm:t>
        <a:bodyPr/>
        <a:lstStyle/>
        <a:p>
          <a:r>
            <a:rPr lang="en-US"/>
            <a:t>Use simple fonts, colours and graphs</a:t>
          </a:r>
          <a:endParaRPr lang="en-PK"/>
        </a:p>
      </dgm:t>
    </dgm:pt>
    <dgm:pt modelId="{E5841FE9-DA2D-4A54-AB0B-4554A622AF26}" type="parTrans" cxnId="{EFCE9E40-0239-41CA-B004-7257A621F8D9}">
      <dgm:prSet/>
      <dgm:spPr/>
      <dgm:t>
        <a:bodyPr/>
        <a:lstStyle/>
        <a:p>
          <a:endParaRPr lang="en-PK"/>
        </a:p>
      </dgm:t>
    </dgm:pt>
    <dgm:pt modelId="{5A4D816A-BC83-4CA3-A58A-018BD4BFD83F}" type="sibTrans" cxnId="{EFCE9E40-0239-41CA-B004-7257A621F8D9}">
      <dgm:prSet/>
      <dgm:spPr/>
      <dgm:t>
        <a:bodyPr/>
        <a:lstStyle/>
        <a:p>
          <a:endParaRPr lang="en-PK"/>
        </a:p>
      </dgm:t>
    </dgm:pt>
    <dgm:pt modelId="{138A42D6-AC4F-45B2-868D-D62D55E98101}">
      <dgm:prSet/>
      <dgm:spPr/>
      <dgm:t>
        <a:bodyPr/>
        <a:lstStyle/>
        <a:p>
          <a:r>
            <a:rPr lang="en-US"/>
            <a:t>Use images and clipart.</a:t>
          </a:r>
          <a:endParaRPr lang="en-PK"/>
        </a:p>
      </dgm:t>
    </dgm:pt>
    <dgm:pt modelId="{64BB9D44-D3BD-4081-AE94-1DF9CF56E272}" type="parTrans" cxnId="{8AF95443-FB23-4D43-8F43-484D2AA503CB}">
      <dgm:prSet/>
      <dgm:spPr/>
      <dgm:t>
        <a:bodyPr/>
        <a:lstStyle/>
        <a:p>
          <a:endParaRPr lang="en-PK"/>
        </a:p>
      </dgm:t>
    </dgm:pt>
    <dgm:pt modelId="{0B089EF7-4AFC-4F68-9EF7-6DF7009227C9}" type="sibTrans" cxnId="{8AF95443-FB23-4D43-8F43-484D2AA503CB}">
      <dgm:prSet/>
      <dgm:spPr/>
      <dgm:t>
        <a:bodyPr/>
        <a:lstStyle/>
        <a:p>
          <a:endParaRPr lang="en-PK"/>
        </a:p>
      </dgm:t>
    </dgm:pt>
    <dgm:pt modelId="{9CCB8E53-65DD-4C19-AF1A-4F55705CEAC4}">
      <dgm:prSet/>
      <dgm:spPr/>
      <dgm:t>
        <a:bodyPr/>
        <a:lstStyle/>
        <a:p>
          <a:r>
            <a:rPr lang="en-US"/>
            <a:t>3 to 7 bullets per slide.</a:t>
          </a:r>
          <a:endParaRPr lang="en-PK"/>
        </a:p>
      </dgm:t>
    </dgm:pt>
    <dgm:pt modelId="{8AB354D4-B40B-4A4C-94BB-C452C049FC4A}" type="parTrans" cxnId="{74598795-76E6-40D1-8131-062E1A41A955}">
      <dgm:prSet/>
      <dgm:spPr/>
      <dgm:t>
        <a:bodyPr/>
        <a:lstStyle/>
        <a:p>
          <a:endParaRPr lang="en-PK"/>
        </a:p>
      </dgm:t>
    </dgm:pt>
    <dgm:pt modelId="{81754285-C4BD-4FB0-A847-E4D4F8A29AF4}" type="sibTrans" cxnId="{74598795-76E6-40D1-8131-062E1A41A955}">
      <dgm:prSet/>
      <dgm:spPr/>
      <dgm:t>
        <a:bodyPr/>
        <a:lstStyle/>
        <a:p>
          <a:endParaRPr lang="en-PK"/>
        </a:p>
      </dgm:t>
    </dgm:pt>
    <dgm:pt modelId="{C0F72464-1627-4939-A478-86BE3F873E92}">
      <dgm:prSet/>
      <dgm:spPr/>
      <dgm:t>
        <a:bodyPr/>
        <a:lstStyle/>
        <a:p>
          <a:r>
            <a:rPr lang="en-US"/>
            <a:t>Don’t overcrowd your slide, it will not look professional</a:t>
          </a:r>
          <a:endParaRPr lang="en-PK"/>
        </a:p>
      </dgm:t>
    </dgm:pt>
    <dgm:pt modelId="{E97F781B-80AE-4488-8BE2-F33554E2164A}" type="parTrans" cxnId="{7EF21C92-5529-47D4-8DE5-D46F733FE6B9}">
      <dgm:prSet/>
      <dgm:spPr/>
      <dgm:t>
        <a:bodyPr/>
        <a:lstStyle/>
        <a:p>
          <a:endParaRPr lang="en-PK"/>
        </a:p>
      </dgm:t>
    </dgm:pt>
    <dgm:pt modelId="{444956B3-02E2-419F-8F98-E359B06F465E}" type="sibTrans" cxnId="{7EF21C92-5529-47D4-8DE5-D46F733FE6B9}">
      <dgm:prSet/>
      <dgm:spPr/>
      <dgm:t>
        <a:bodyPr/>
        <a:lstStyle/>
        <a:p>
          <a:endParaRPr lang="en-PK"/>
        </a:p>
      </dgm:t>
    </dgm:pt>
    <dgm:pt modelId="{F9132950-D479-4EDE-ACB4-24939332746F}">
      <dgm:prSet/>
      <dgm:spPr/>
      <dgm:t>
        <a:bodyPr/>
        <a:lstStyle/>
        <a:p>
          <a:r>
            <a:rPr lang="en-US"/>
            <a:t>New or different visual aids wake people up.</a:t>
          </a:r>
          <a:endParaRPr lang="en-PK"/>
        </a:p>
      </dgm:t>
    </dgm:pt>
    <dgm:pt modelId="{56A8F5A2-FDD7-49F9-936D-E3BDFD31C16A}" type="parTrans" cxnId="{7E23396E-5FA4-4D8C-99D7-1D269143C89F}">
      <dgm:prSet/>
      <dgm:spPr/>
      <dgm:t>
        <a:bodyPr/>
        <a:lstStyle/>
        <a:p>
          <a:endParaRPr lang="en-PK"/>
        </a:p>
      </dgm:t>
    </dgm:pt>
    <dgm:pt modelId="{EC0389E3-80FF-40A9-85C6-EBFD520BA9F4}" type="sibTrans" cxnId="{7E23396E-5FA4-4D8C-99D7-1D269143C89F}">
      <dgm:prSet/>
      <dgm:spPr/>
      <dgm:t>
        <a:bodyPr/>
        <a:lstStyle/>
        <a:p>
          <a:endParaRPr lang="en-PK"/>
        </a:p>
      </dgm:t>
    </dgm:pt>
    <dgm:pt modelId="{3F5CD98B-93CF-4F64-A53E-3C5CA354F170}" type="pres">
      <dgm:prSet presAssocID="{05D854D1-5F85-432D-B50F-0CA784E98135}" presName="linear" presStyleCnt="0">
        <dgm:presLayoutVars>
          <dgm:animLvl val="lvl"/>
          <dgm:resizeHandles val="exact"/>
        </dgm:presLayoutVars>
      </dgm:prSet>
      <dgm:spPr/>
    </dgm:pt>
    <dgm:pt modelId="{B68A0A16-759B-46D5-9CF3-DFF3921A5A3E}" type="pres">
      <dgm:prSet presAssocID="{D9C6E1E2-69F8-4EF8-BAC6-2BD1A8A6863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06DEF62-A5AE-48D3-BD4C-54FE6F740A0D}" type="pres">
      <dgm:prSet presAssocID="{5A4D816A-BC83-4CA3-A58A-018BD4BFD83F}" presName="spacer" presStyleCnt="0"/>
      <dgm:spPr/>
    </dgm:pt>
    <dgm:pt modelId="{31BF9C00-1A7C-4FC4-9294-4FCAC6028DF6}" type="pres">
      <dgm:prSet presAssocID="{138A42D6-AC4F-45B2-868D-D62D55E9810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995CB32-25A5-47D6-8ED8-6E4DCA71C640}" type="pres">
      <dgm:prSet presAssocID="{0B089EF7-4AFC-4F68-9EF7-6DF7009227C9}" presName="spacer" presStyleCnt="0"/>
      <dgm:spPr/>
    </dgm:pt>
    <dgm:pt modelId="{DC7E4BC7-9029-49F8-86B3-D91B44679E8F}" type="pres">
      <dgm:prSet presAssocID="{9CCB8E53-65DD-4C19-AF1A-4F55705CEAC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3FBE05D-3EBC-4FD3-8661-A23A9C50D75A}" type="pres">
      <dgm:prSet presAssocID="{81754285-C4BD-4FB0-A847-E4D4F8A29AF4}" presName="spacer" presStyleCnt="0"/>
      <dgm:spPr/>
    </dgm:pt>
    <dgm:pt modelId="{AD17BE38-B961-4B02-95FE-747181E631DB}" type="pres">
      <dgm:prSet presAssocID="{C0F72464-1627-4939-A478-86BE3F873E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EF0DC1-C93A-4624-8122-EF375D1529D2}" type="pres">
      <dgm:prSet presAssocID="{444956B3-02E2-419F-8F98-E359B06F465E}" presName="spacer" presStyleCnt="0"/>
      <dgm:spPr/>
    </dgm:pt>
    <dgm:pt modelId="{D47969AD-5686-49B6-9734-DE1B5E03B7B5}" type="pres">
      <dgm:prSet presAssocID="{F9132950-D479-4EDE-ACB4-24939332746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068B29-5EB3-4271-BB02-3AF60BDECD7B}" type="presOf" srcId="{D9C6E1E2-69F8-4EF8-BAC6-2BD1A8A68630}" destId="{B68A0A16-759B-46D5-9CF3-DFF3921A5A3E}" srcOrd="0" destOrd="0" presId="urn:microsoft.com/office/officeart/2005/8/layout/vList2"/>
    <dgm:cxn modelId="{32263A39-53E0-4666-A2FC-4ADE5490EA88}" type="presOf" srcId="{138A42D6-AC4F-45B2-868D-D62D55E98101}" destId="{31BF9C00-1A7C-4FC4-9294-4FCAC6028DF6}" srcOrd="0" destOrd="0" presId="urn:microsoft.com/office/officeart/2005/8/layout/vList2"/>
    <dgm:cxn modelId="{EFCE9E40-0239-41CA-B004-7257A621F8D9}" srcId="{05D854D1-5F85-432D-B50F-0CA784E98135}" destId="{D9C6E1E2-69F8-4EF8-BAC6-2BD1A8A68630}" srcOrd="0" destOrd="0" parTransId="{E5841FE9-DA2D-4A54-AB0B-4554A622AF26}" sibTransId="{5A4D816A-BC83-4CA3-A58A-018BD4BFD83F}"/>
    <dgm:cxn modelId="{8AF95443-FB23-4D43-8F43-484D2AA503CB}" srcId="{05D854D1-5F85-432D-B50F-0CA784E98135}" destId="{138A42D6-AC4F-45B2-868D-D62D55E98101}" srcOrd="1" destOrd="0" parTransId="{64BB9D44-D3BD-4081-AE94-1DF9CF56E272}" sibTransId="{0B089EF7-4AFC-4F68-9EF7-6DF7009227C9}"/>
    <dgm:cxn modelId="{7E23396E-5FA4-4D8C-99D7-1D269143C89F}" srcId="{05D854D1-5F85-432D-B50F-0CA784E98135}" destId="{F9132950-D479-4EDE-ACB4-24939332746F}" srcOrd="4" destOrd="0" parTransId="{56A8F5A2-FDD7-49F9-936D-E3BDFD31C16A}" sibTransId="{EC0389E3-80FF-40A9-85C6-EBFD520BA9F4}"/>
    <dgm:cxn modelId="{4A7CCB53-1104-4C89-86A8-7EFD4F374797}" type="presOf" srcId="{9CCB8E53-65DD-4C19-AF1A-4F55705CEAC4}" destId="{DC7E4BC7-9029-49F8-86B3-D91B44679E8F}" srcOrd="0" destOrd="0" presId="urn:microsoft.com/office/officeart/2005/8/layout/vList2"/>
    <dgm:cxn modelId="{EDA0778D-DA82-4D77-A189-3D068F4790FD}" type="presOf" srcId="{C0F72464-1627-4939-A478-86BE3F873E92}" destId="{AD17BE38-B961-4B02-95FE-747181E631DB}" srcOrd="0" destOrd="0" presId="urn:microsoft.com/office/officeart/2005/8/layout/vList2"/>
    <dgm:cxn modelId="{851A258F-DF07-454B-A85D-3203C4A1ADB5}" type="presOf" srcId="{05D854D1-5F85-432D-B50F-0CA784E98135}" destId="{3F5CD98B-93CF-4F64-A53E-3C5CA354F170}" srcOrd="0" destOrd="0" presId="urn:microsoft.com/office/officeart/2005/8/layout/vList2"/>
    <dgm:cxn modelId="{0739648F-2AC7-40FC-ABD2-2E54ADFF7A80}" type="presOf" srcId="{F9132950-D479-4EDE-ACB4-24939332746F}" destId="{D47969AD-5686-49B6-9734-DE1B5E03B7B5}" srcOrd="0" destOrd="0" presId="urn:microsoft.com/office/officeart/2005/8/layout/vList2"/>
    <dgm:cxn modelId="{7EF21C92-5529-47D4-8DE5-D46F733FE6B9}" srcId="{05D854D1-5F85-432D-B50F-0CA784E98135}" destId="{C0F72464-1627-4939-A478-86BE3F873E92}" srcOrd="3" destOrd="0" parTransId="{E97F781B-80AE-4488-8BE2-F33554E2164A}" sibTransId="{444956B3-02E2-419F-8F98-E359B06F465E}"/>
    <dgm:cxn modelId="{74598795-76E6-40D1-8131-062E1A41A955}" srcId="{05D854D1-5F85-432D-B50F-0CA784E98135}" destId="{9CCB8E53-65DD-4C19-AF1A-4F55705CEAC4}" srcOrd="2" destOrd="0" parTransId="{8AB354D4-B40B-4A4C-94BB-C452C049FC4A}" sibTransId="{81754285-C4BD-4FB0-A847-E4D4F8A29AF4}"/>
    <dgm:cxn modelId="{BE3D9788-5FDC-4F5F-83BC-1B877D991E4B}" type="presParOf" srcId="{3F5CD98B-93CF-4F64-A53E-3C5CA354F170}" destId="{B68A0A16-759B-46D5-9CF3-DFF3921A5A3E}" srcOrd="0" destOrd="0" presId="urn:microsoft.com/office/officeart/2005/8/layout/vList2"/>
    <dgm:cxn modelId="{B216B12F-2D38-4D3B-80D2-5A362E41E5A9}" type="presParOf" srcId="{3F5CD98B-93CF-4F64-A53E-3C5CA354F170}" destId="{A06DEF62-A5AE-48D3-BD4C-54FE6F740A0D}" srcOrd="1" destOrd="0" presId="urn:microsoft.com/office/officeart/2005/8/layout/vList2"/>
    <dgm:cxn modelId="{9F49CA85-134B-491D-BD30-73C094E7A091}" type="presParOf" srcId="{3F5CD98B-93CF-4F64-A53E-3C5CA354F170}" destId="{31BF9C00-1A7C-4FC4-9294-4FCAC6028DF6}" srcOrd="2" destOrd="0" presId="urn:microsoft.com/office/officeart/2005/8/layout/vList2"/>
    <dgm:cxn modelId="{5FCA2CE0-67EB-4F4D-99A7-8FB3915113AF}" type="presParOf" srcId="{3F5CD98B-93CF-4F64-A53E-3C5CA354F170}" destId="{C995CB32-25A5-47D6-8ED8-6E4DCA71C640}" srcOrd="3" destOrd="0" presId="urn:microsoft.com/office/officeart/2005/8/layout/vList2"/>
    <dgm:cxn modelId="{92C98A3E-B9A1-4649-A205-B19944D39B91}" type="presParOf" srcId="{3F5CD98B-93CF-4F64-A53E-3C5CA354F170}" destId="{DC7E4BC7-9029-49F8-86B3-D91B44679E8F}" srcOrd="4" destOrd="0" presId="urn:microsoft.com/office/officeart/2005/8/layout/vList2"/>
    <dgm:cxn modelId="{5265076C-CA33-4038-BA83-A453DA935EB6}" type="presParOf" srcId="{3F5CD98B-93CF-4F64-A53E-3C5CA354F170}" destId="{53FBE05D-3EBC-4FD3-8661-A23A9C50D75A}" srcOrd="5" destOrd="0" presId="urn:microsoft.com/office/officeart/2005/8/layout/vList2"/>
    <dgm:cxn modelId="{EFD6D037-5DC7-40AC-98B7-74E0DA1D79AE}" type="presParOf" srcId="{3F5CD98B-93CF-4F64-A53E-3C5CA354F170}" destId="{AD17BE38-B961-4B02-95FE-747181E631DB}" srcOrd="6" destOrd="0" presId="urn:microsoft.com/office/officeart/2005/8/layout/vList2"/>
    <dgm:cxn modelId="{E121440C-D2A4-46F5-BCDF-D0A268D8107C}" type="presParOf" srcId="{3F5CD98B-93CF-4F64-A53E-3C5CA354F170}" destId="{28EF0DC1-C93A-4624-8122-EF375D1529D2}" srcOrd="7" destOrd="0" presId="urn:microsoft.com/office/officeart/2005/8/layout/vList2"/>
    <dgm:cxn modelId="{4BFA05A0-7A47-4B5B-8A57-5A0668083CFC}" type="presParOf" srcId="{3F5CD98B-93CF-4F64-A53E-3C5CA354F170}" destId="{D47969AD-5686-49B6-9734-DE1B5E03B7B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823C36F-A5FB-432B-B7F2-8B7C40C30CE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CC7008D6-FF41-4B83-B0F0-4FB619FC46B1}">
      <dgm:prSet/>
      <dgm:spPr/>
      <dgm:t>
        <a:bodyPr/>
        <a:lstStyle/>
        <a:p>
          <a:r>
            <a:rPr lang="en-US" dirty="0"/>
            <a:t>Louder and clearer than your normal pitch.</a:t>
          </a:r>
          <a:endParaRPr lang="en-PK" dirty="0"/>
        </a:p>
      </dgm:t>
    </dgm:pt>
    <dgm:pt modelId="{9084AC1F-DF77-48D2-8188-B1DAB51211CE}" type="parTrans" cxnId="{F2FAA03E-1FC2-4DEC-A93A-CE60665F1A61}">
      <dgm:prSet/>
      <dgm:spPr/>
      <dgm:t>
        <a:bodyPr/>
        <a:lstStyle/>
        <a:p>
          <a:endParaRPr lang="en-PK"/>
        </a:p>
      </dgm:t>
    </dgm:pt>
    <dgm:pt modelId="{AE72AAA1-1D2A-42BA-A36E-B99E6EC3015B}" type="sibTrans" cxnId="{F2FAA03E-1FC2-4DEC-A93A-CE60665F1A61}">
      <dgm:prSet/>
      <dgm:spPr/>
      <dgm:t>
        <a:bodyPr/>
        <a:lstStyle/>
        <a:p>
          <a:endParaRPr lang="en-PK"/>
        </a:p>
      </dgm:t>
    </dgm:pt>
    <dgm:pt modelId="{78DAAB35-DE34-45B9-B3FB-9C80D6878B87}">
      <dgm:prSet/>
      <dgm:spPr/>
      <dgm:t>
        <a:bodyPr/>
        <a:lstStyle/>
        <a:p>
          <a:r>
            <a:rPr lang="en-US"/>
            <a:t>Vary pitch and volume.</a:t>
          </a:r>
          <a:endParaRPr lang="en-PK"/>
        </a:p>
      </dgm:t>
    </dgm:pt>
    <dgm:pt modelId="{B460B665-55C9-40F7-8419-F4231297DF8C}" type="parTrans" cxnId="{58F740F7-9AB9-4715-8F3E-7D39F63AA65D}">
      <dgm:prSet/>
      <dgm:spPr/>
      <dgm:t>
        <a:bodyPr/>
        <a:lstStyle/>
        <a:p>
          <a:endParaRPr lang="en-PK"/>
        </a:p>
      </dgm:t>
    </dgm:pt>
    <dgm:pt modelId="{5186AE60-EC66-484E-890D-04F01DA9C3AA}" type="sibTrans" cxnId="{58F740F7-9AB9-4715-8F3E-7D39F63AA65D}">
      <dgm:prSet/>
      <dgm:spPr/>
      <dgm:t>
        <a:bodyPr/>
        <a:lstStyle/>
        <a:p>
          <a:endParaRPr lang="en-PK"/>
        </a:p>
      </dgm:t>
    </dgm:pt>
    <dgm:pt modelId="{53D685A2-8A0F-4798-8ACE-FFD080B0384E}">
      <dgm:prSet/>
      <dgm:spPr/>
      <dgm:t>
        <a:bodyPr/>
        <a:lstStyle/>
        <a:p>
          <a:r>
            <a:rPr lang="en-US"/>
            <a:t>Over emphasis</a:t>
          </a:r>
          <a:endParaRPr lang="en-PK"/>
        </a:p>
      </dgm:t>
    </dgm:pt>
    <dgm:pt modelId="{644A88AB-BC64-4521-A55F-7A470748C5B6}" type="parTrans" cxnId="{5BB2FD6A-8F72-4B57-A17E-CC47AB964C05}">
      <dgm:prSet/>
      <dgm:spPr/>
      <dgm:t>
        <a:bodyPr/>
        <a:lstStyle/>
        <a:p>
          <a:endParaRPr lang="en-PK"/>
        </a:p>
      </dgm:t>
    </dgm:pt>
    <dgm:pt modelId="{A13A9944-6776-4996-AEB5-538D0ADC18F3}" type="sibTrans" cxnId="{5BB2FD6A-8F72-4B57-A17E-CC47AB964C05}">
      <dgm:prSet/>
      <dgm:spPr/>
      <dgm:t>
        <a:bodyPr/>
        <a:lstStyle/>
        <a:p>
          <a:endParaRPr lang="en-PK"/>
        </a:p>
      </dgm:t>
    </dgm:pt>
    <dgm:pt modelId="{EDA52C82-B95A-47AC-B036-2A3594D26700}" type="pres">
      <dgm:prSet presAssocID="{1823C36F-A5FB-432B-B7F2-8B7C40C30CE4}" presName="CompostProcess" presStyleCnt="0">
        <dgm:presLayoutVars>
          <dgm:dir/>
          <dgm:resizeHandles val="exact"/>
        </dgm:presLayoutVars>
      </dgm:prSet>
      <dgm:spPr/>
    </dgm:pt>
    <dgm:pt modelId="{D8E86C29-418E-45A7-84FC-659613EC16DF}" type="pres">
      <dgm:prSet presAssocID="{1823C36F-A5FB-432B-B7F2-8B7C40C30CE4}" presName="arrow" presStyleLbl="bgShp" presStyleIdx="0" presStyleCnt="1"/>
      <dgm:spPr/>
    </dgm:pt>
    <dgm:pt modelId="{21EF7B4F-879C-4B92-B1E6-D4DA3DA58AD1}" type="pres">
      <dgm:prSet presAssocID="{1823C36F-A5FB-432B-B7F2-8B7C40C30CE4}" presName="linearProcess" presStyleCnt="0"/>
      <dgm:spPr/>
    </dgm:pt>
    <dgm:pt modelId="{6BA34E6F-16FC-46F9-B2B9-80660ADE0EA7}" type="pres">
      <dgm:prSet presAssocID="{CC7008D6-FF41-4B83-B0F0-4FB619FC46B1}" presName="textNode" presStyleLbl="node1" presStyleIdx="0" presStyleCnt="3">
        <dgm:presLayoutVars>
          <dgm:bulletEnabled val="1"/>
        </dgm:presLayoutVars>
      </dgm:prSet>
      <dgm:spPr/>
    </dgm:pt>
    <dgm:pt modelId="{2C0D0C7F-B64F-410F-BB5A-4ACC446C52FD}" type="pres">
      <dgm:prSet presAssocID="{AE72AAA1-1D2A-42BA-A36E-B99E6EC3015B}" presName="sibTrans" presStyleCnt="0"/>
      <dgm:spPr/>
    </dgm:pt>
    <dgm:pt modelId="{AA96B49A-31D6-4E14-B259-F5A4C3CF3EA9}" type="pres">
      <dgm:prSet presAssocID="{78DAAB35-DE34-45B9-B3FB-9C80D6878B87}" presName="textNode" presStyleLbl="node1" presStyleIdx="1" presStyleCnt="3">
        <dgm:presLayoutVars>
          <dgm:bulletEnabled val="1"/>
        </dgm:presLayoutVars>
      </dgm:prSet>
      <dgm:spPr/>
    </dgm:pt>
    <dgm:pt modelId="{F6201F57-DB44-4891-B495-689E7BB0EEDC}" type="pres">
      <dgm:prSet presAssocID="{5186AE60-EC66-484E-890D-04F01DA9C3AA}" presName="sibTrans" presStyleCnt="0"/>
      <dgm:spPr/>
    </dgm:pt>
    <dgm:pt modelId="{4F70024E-9543-4EC4-94AE-BA3DDC41F248}" type="pres">
      <dgm:prSet presAssocID="{53D685A2-8A0F-4798-8ACE-FFD080B0384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2C31012-2E56-4E2B-BE34-D3AB326090AA}" type="presOf" srcId="{78DAAB35-DE34-45B9-B3FB-9C80D6878B87}" destId="{AA96B49A-31D6-4E14-B259-F5A4C3CF3EA9}" srcOrd="0" destOrd="0" presId="urn:microsoft.com/office/officeart/2005/8/layout/hProcess9"/>
    <dgm:cxn modelId="{F2FAA03E-1FC2-4DEC-A93A-CE60665F1A61}" srcId="{1823C36F-A5FB-432B-B7F2-8B7C40C30CE4}" destId="{CC7008D6-FF41-4B83-B0F0-4FB619FC46B1}" srcOrd="0" destOrd="0" parTransId="{9084AC1F-DF77-48D2-8188-B1DAB51211CE}" sibTransId="{AE72AAA1-1D2A-42BA-A36E-B99E6EC3015B}"/>
    <dgm:cxn modelId="{5BB2FD6A-8F72-4B57-A17E-CC47AB964C05}" srcId="{1823C36F-A5FB-432B-B7F2-8B7C40C30CE4}" destId="{53D685A2-8A0F-4798-8ACE-FFD080B0384E}" srcOrd="2" destOrd="0" parTransId="{644A88AB-BC64-4521-A55F-7A470748C5B6}" sibTransId="{A13A9944-6776-4996-AEB5-538D0ADC18F3}"/>
    <dgm:cxn modelId="{201E9D4F-9841-41FC-8DD9-137A109C7E59}" type="presOf" srcId="{CC7008D6-FF41-4B83-B0F0-4FB619FC46B1}" destId="{6BA34E6F-16FC-46F9-B2B9-80660ADE0EA7}" srcOrd="0" destOrd="0" presId="urn:microsoft.com/office/officeart/2005/8/layout/hProcess9"/>
    <dgm:cxn modelId="{3C7A89D5-E644-45C3-91EE-C318C91411A8}" type="presOf" srcId="{1823C36F-A5FB-432B-B7F2-8B7C40C30CE4}" destId="{EDA52C82-B95A-47AC-B036-2A3594D26700}" srcOrd="0" destOrd="0" presId="urn:microsoft.com/office/officeart/2005/8/layout/hProcess9"/>
    <dgm:cxn modelId="{9A167FE8-D6A1-4521-80F5-A953189FA255}" type="presOf" srcId="{53D685A2-8A0F-4798-8ACE-FFD080B0384E}" destId="{4F70024E-9543-4EC4-94AE-BA3DDC41F248}" srcOrd="0" destOrd="0" presId="urn:microsoft.com/office/officeart/2005/8/layout/hProcess9"/>
    <dgm:cxn modelId="{58F740F7-9AB9-4715-8F3E-7D39F63AA65D}" srcId="{1823C36F-A5FB-432B-B7F2-8B7C40C30CE4}" destId="{78DAAB35-DE34-45B9-B3FB-9C80D6878B87}" srcOrd="1" destOrd="0" parTransId="{B460B665-55C9-40F7-8419-F4231297DF8C}" sibTransId="{5186AE60-EC66-484E-890D-04F01DA9C3AA}"/>
    <dgm:cxn modelId="{B1CAB2FA-5F23-4114-BE98-84E940896D13}" type="presParOf" srcId="{EDA52C82-B95A-47AC-B036-2A3594D26700}" destId="{D8E86C29-418E-45A7-84FC-659613EC16DF}" srcOrd="0" destOrd="0" presId="urn:microsoft.com/office/officeart/2005/8/layout/hProcess9"/>
    <dgm:cxn modelId="{E483DF80-1590-4C20-8EA2-E2A86AFEADFD}" type="presParOf" srcId="{EDA52C82-B95A-47AC-B036-2A3594D26700}" destId="{21EF7B4F-879C-4B92-B1E6-D4DA3DA58AD1}" srcOrd="1" destOrd="0" presId="urn:microsoft.com/office/officeart/2005/8/layout/hProcess9"/>
    <dgm:cxn modelId="{143B786E-8114-4160-A3D3-58DA724D9965}" type="presParOf" srcId="{21EF7B4F-879C-4B92-B1E6-D4DA3DA58AD1}" destId="{6BA34E6F-16FC-46F9-B2B9-80660ADE0EA7}" srcOrd="0" destOrd="0" presId="urn:microsoft.com/office/officeart/2005/8/layout/hProcess9"/>
    <dgm:cxn modelId="{F394E665-D55E-475B-8847-185BC308B0F1}" type="presParOf" srcId="{21EF7B4F-879C-4B92-B1E6-D4DA3DA58AD1}" destId="{2C0D0C7F-B64F-410F-BB5A-4ACC446C52FD}" srcOrd="1" destOrd="0" presId="urn:microsoft.com/office/officeart/2005/8/layout/hProcess9"/>
    <dgm:cxn modelId="{1CA23A5B-F5DF-4A5D-AE09-3AE9E3376CF5}" type="presParOf" srcId="{21EF7B4F-879C-4B92-B1E6-D4DA3DA58AD1}" destId="{AA96B49A-31D6-4E14-B259-F5A4C3CF3EA9}" srcOrd="2" destOrd="0" presId="urn:microsoft.com/office/officeart/2005/8/layout/hProcess9"/>
    <dgm:cxn modelId="{7FEC110F-0AB0-427D-908A-A27C1023B8F4}" type="presParOf" srcId="{21EF7B4F-879C-4B92-B1E6-D4DA3DA58AD1}" destId="{F6201F57-DB44-4891-B495-689E7BB0EEDC}" srcOrd="3" destOrd="0" presId="urn:microsoft.com/office/officeart/2005/8/layout/hProcess9"/>
    <dgm:cxn modelId="{5DD5EF82-BF3A-4E5C-B72B-4A4090237CD6}" type="presParOf" srcId="{21EF7B4F-879C-4B92-B1E6-D4DA3DA58AD1}" destId="{4F70024E-9543-4EC4-94AE-BA3DDC41F24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6743276-AE1F-4BD0-ACBC-12BC45117E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B650240-44DB-4FF6-A354-1D6ABDB6AD37}">
      <dgm:prSet/>
      <dgm:spPr/>
      <dgm:t>
        <a:bodyPr/>
        <a:lstStyle/>
        <a:p>
          <a:r>
            <a:rPr lang="en-US" b="1" dirty="0"/>
            <a:t>             Appearance</a:t>
          </a:r>
          <a:endParaRPr lang="en-PK" dirty="0"/>
        </a:p>
      </dgm:t>
    </dgm:pt>
    <dgm:pt modelId="{39B025E3-2FED-4B57-BF87-319157599BF0}" type="parTrans" cxnId="{329D9038-8854-466B-A357-67AC90DA3CE3}">
      <dgm:prSet/>
      <dgm:spPr/>
      <dgm:t>
        <a:bodyPr/>
        <a:lstStyle/>
        <a:p>
          <a:endParaRPr lang="en-PK"/>
        </a:p>
      </dgm:t>
    </dgm:pt>
    <dgm:pt modelId="{A250BF9A-EE8A-477E-9DEA-E3078B77B8F0}" type="sibTrans" cxnId="{329D9038-8854-466B-A357-67AC90DA3CE3}">
      <dgm:prSet/>
      <dgm:spPr/>
      <dgm:t>
        <a:bodyPr/>
        <a:lstStyle/>
        <a:p>
          <a:endParaRPr lang="en-PK"/>
        </a:p>
      </dgm:t>
    </dgm:pt>
    <dgm:pt modelId="{8C528990-BCF2-47E1-A574-98E25A63D1C2}" type="pres">
      <dgm:prSet presAssocID="{16743276-AE1F-4BD0-ACBC-12BC45117EDD}" presName="linear" presStyleCnt="0">
        <dgm:presLayoutVars>
          <dgm:animLvl val="lvl"/>
          <dgm:resizeHandles val="exact"/>
        </dgm:presLayoutVars>
      </dgm:prSet>
      <dgm:spPr/>
    </dgm:pt>
    <dgm:pt modelId="{4AADCA02-D3E2-4BE7-BAF4-23008431EC82}" type="pres">
      <dgm:prSet presAssocID="{0B650240-44DB-4FF6-A354-1D6ABDB6AD3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29D9038-8854-466B-A357-67AC90DA3CE3}" srcId="{16743276-AE1F-4BD0-ACBC-12BC45117EDD}" destId="{0B650240-44DB-4FF6-A354-1D6ABDB6AD37}" srcOrd="0" destOrd="0" parTransId="{39B025E3-2FED-4B57-BF87-319157599BF0}" sibTransId="{A250BF9A-EE8A-477E-9DEA-E3078B77B8F0}"/>
    <dgm:cxn modelId="{A0479A92-B0A1-4667-9E7D-D16C093EA812}" type="presOf" srcId="{16743276-AE1F-4BD0-ACBC-12BC45117EDD}" destId="{8C528990-BCF2-47E1-A574-98E25A63D1C2}" srcOrd="0" destOrd="0" presId="urn:microsoft.com/office/officeart/2005/8/layout/vList2"/>
    <dgm:cxn modelId="{BDD966FE-F903-4C4F-B9E5-7187B3D595FA}" type="presOf" srcId="{0B650240-44DB-4FF6-A354-1D6ABDB6AD37}" destId="{4AADCA02-D3E2-4BE7-BAF4-23008431EC82}" srcOrd="0" destOrd="0" presId="urn:microsoft.com/office/officeart/2005/8/layout/vList2"/>
    <dgm:cxn modelId="{4A69E0E1-A873-4C83-A424-1C32B41778BB}" type="presParOf" srcId="{8C528990-BCF2-47E1-A574-98E25A63D1C2}" destId="{4AADCA02-D3E2-4BE7-BAF4-23008431EC8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0CA5882-23DD-4061-AC65-D2CC372EA6F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027BD4F3-9314-41A4-AA12-521852FDDDD3}">
      <dgm:prSet/>
      <dgm:spPr/>
      <dgm:t>
        <a:bodyPr/>
        <a:lstStyle/>
        <a:p>
          <a:r>
            <a:rPr lang="en-US"/>
            <a:t>Dark colours read as businesslike</a:t>
          </a:r>
          <a:endParaRPr lang="en-PK"/>
        </a:p>
      </dgm:t>
    </dgm:pt>
    <dgm:pt modelId="{7E7C2523-CD26-4162-9407-346A21E9CD18}" type="parTrans" cxnId="{666F9064-3440-4E3E-BE72-1C18B884F4CF}">
      <dgm:prSet/>
      <dgm:spPr/>
      <dgm:t>
        <a:bodyPr/>
        <a:lstStyle/>
        <a:p>
          <a:endParaRPr lang="en-PK"/>
        </a:p>
      </dgm:t>
    </dgm:pt>
    <dgm:pt modelId="{D3545F46-2D89-4597-A0C0-93C4654F3B08}" type="sibTrans" cxnId="{666F9064-3440-4E3E-BE72-1C18B884F4CF}">
      <dgm:prSet/>
      <dgm:spPr/>
      <dgm:t>
        <a:bodyPr/>
        <a:lstStyle/>
        <a:p>
          <a:endParaRPr lang="en-PK"/>
        </a:p>
      </dgm:t>
    </dgm:pt>
    <dgm:pt modelId="{A922A4E4-7AE1-43BE-A5C4-174BFEACDB59}">
      <dgm:prSet/>
      <dgm:spPr/>
      <dgm:t>
        <a:bodyPr/>
        <a:lstStyle/>
        <a:p>
          <a:r>
            <a:rPr lang="en-US"/>
            <a:t>Wear comfortable shoes to weight your feet evenly.</a:t>
          </a:r>
          <a:endParaRPr lang="en-PK"/>
        </a:p>
      </dgm:t>
    </dgm:pt>
    <dgm:pt modelId="{1AB91C3B-F92D-4260-BE24-EB59BE55D963}" type="parTrans" cxnId="{EF87059F-FDEC-4F3B-8D42-7111D9B86A9F}">
      <dgm:prSet/>
      <dgm:spPr/>
      <dgm:t>
        <a:bodyPr/>
        <a:lstStyle/>
        <a:p>
          <a:endParaRPr lang="en-PK"/>
        </a:p>
      </dgm:t>
    </dgm:pt>
    <dgm:pt modelId="{546BD337-1779-47A0-AD50-43C70C5B4D40}" type="sibTrans" cxnId="{EF87059F-FDEC-4F3B-8D42-7111D9B86A9F}">
      <dgm:prSet/>
      <dgm:spPr/>
      <dgm:t>
        <a:bodyPr/>
        <a:lstStyle/>
        <a:p>
          <a:endParaRPr lang="en-PK"/>
        </a:p>
      </dgm:t>
    </dgm:pt>
    <dgm:pt modelId="{65D166E6-780A-40A9-AE68-0CDED89377EE}">
      <dgm:prSet/>
      <dgm:spPr/>
      <dgm:t>
        <a:bodyPr/>
        <a:lstStyle/>
        <a:p>
          <a:r>
            <a:rPr lang="en-US"/>
            <a:t>Allow yourself to move a bit.</a:t>
          </a:r>
          <a:endParaRPr lang="en-PK"/>
        </a:p>
      </dgm:t>
    </dgm:pt>
    <dgm:pt modelId="{EA800EF3-1FA7-4BF5-9C94-70E2FEAE489E}" type="parTrans" cxnId="{29648004-140A-43E5-A780-4D4E0875FA20}">
      <dgm:prSet/>
      <dgm:spPr/>
      <dgm:t>
        <a:bodyPr/>
        <a:lstStyle/>
        <a:p>
          <a:endParaRPr lang="en-PK"/>
        </a:p>
      </dgm:t>
    </dgm:pt>
    <dgm:pt modelId="{C9FB6940-6DA6-4091-AC99-9A97F66D04CE}" type="sibTrans" cxnId="{29648004-140A-43E5-A780-4D4E0875FA20}">
      <dgm:prSet/>
      <dgm:spPr/>
      <dgm:t>
        <a:bodyPr/>
        <a:lstStyle/>
        <a:p>
          <a:endParaRPr lang="en-PK"/>
        </a:p>
      </dgm:t>
    </dgm:pt>
    <dgm:pt modelId="{261CDFD5-5623-4AE1-81D4-445899ED5A77}">
      <dgm:prSet/>
      <dgm:spPr/>
      <dgm:t>
        <a:bodyPr/>
        <a:lstStyle/>
        <a:p>
          <a:r>
            <a:rPr lang="en-US"/>
            <a:t>Look confident.</a:t>
          </a:r>
          <a:endParaRPr lang="en-PK"/>
        </a:p>
      </dgm:t>
    </dgm:pt>
    <dgm:pt modelId="{591DF9B9-EEC8-4DBC-91C3-9AB34B81FA18}" type="parTrans" cxnId="{31E3B970-760D-4F74-B82E-2C1E396920AD}">
      <dgm:prSet/>
      <dgm:spPr/>
      <dgm:t>
        <a:bodyPr/>
        <a:lstStyle/>
        <a:p>
          <a:endParaRPr lang="en-PK"/>
        </a:p>
      </dgm:t>
    </dgm:pt>
    <dgm:pt modelId="{4EA0A16C-9F6F-458D-AC46-91E6C9EB3EC2}" type="sibTrans" cxnId="{31E3B970-760D-4F74-B82E-2C1E396920AD}">
      <dgm:prSet/>
      <dgm:spPr/>
      <dgm:t>
        <a:bodyPr/>
        <a:lstStyle/>
        <a:p>
          <a:endParaRPr lang="en-PK"/>
        </a:p>
      </dgm:t>
    </dgm:pt>
    <dgm:pt modelId="{F5C77B1B-39DB-48B8-A98B-B836C2A1B1AC}" type="pres">
      <dgm:prSet presAssocID="{D0CA5882-23DD-4061-AC65-D2CC372EA6FC}" presName="matrix" presStyleCnt="0">
        <dgm:presLayoutVars>
          <dgm:chMax val="1"/>
          <dgm:dir/>
          <dgm:resizeHandles val="exact"/>
        </dgm:presLayoutVars>
      </dgm:prSet>
      <dgm:spPr/>
    </dgm:pt>
    <dgm:pt modelId="{FE946025-0607-4918-AB83-C9013ED0FE91}" type="pres">
      <dgm:prSet presAssocID="{D0CA5882-23DD-4061-AC65-D2CC372EA6FC}" presName="diamond" presStyleLbl="bgShp" presStyleIdx="0" presStyleCnt="1"/>
      <dgm:spPr/>
    </dgm:pt>
    <dgm:pt modelId="{487C3DB8-3823-4CC7-8752-2904FF419270}" type="pres">
      <dgm:prSet presAssocID="{D0CA5882-23DD-4061-AC65-D2CC372EA6F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EDDB35A-2569-446C-B156-B937345DC180}" type="pres">
      <dgm:prSet presAssocID="{D0CA5882-23DD-4061-AC65-D2CC372EA6F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6ACF418-7295-4572-8B30-C8DC823DF14B}" type="pres">
      <dgm:prSet presAssocID="{D0CA5882-23DD-4061-AC65-D2CC372EA6F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52E1D8-4971-4E71-8D18-2F220864AAF7}" type="pres">
      <dgm:prSet presAssocID="{D0CA5882-23DD-4061-AC65-D2CC372EA6F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648004-140A-43E5-A780-4D4E0875FA20}" srcId="{D0CA5882-23DD-4061-AC65-D2CC372EA6FC}" destId="{65D166E6-780A-40A9-AE68-0CDED89377EE}" srcOrd="2" destOrd="0" parTransId="{EA800EF3-1FA7-4BF5-9C94-70E2FEAE489E}" sibTransId="{C9FB6940-6DA6-4091-AC99-9A97F66D04CE}"/>
    <dgm:cxn modelId="{E10BCB1D-99C5-4DF9-AEEF-034F42BA789E}" type="presOf" srcId="{261CDFD5-5623-4AE1-81D4-445899ED5A77}" destId="{F252E1D8-4971-4E71-8D18-2F220864AAF7}" srcOrd="0" destOrd="0" presId="urn:microsoft.com/office/officeart/2005/8/layout/matrix3"/>
    <dgm:cxn modelId="{FCA5B22C-0979-41F5-A73F-17EF209D8A28}" type="presOf" srcId="{027BD4F3-9314-41A4-AA12-521852FDDDD3}" destId="{487C3DB8-3823-4CC7-8752-2904FF419270}" srcOrd="0" destOrd="0" presId="urn:microsoft.com/office/officeart/2005/8/layout/matrix3"/>
    <dgm:cxn modelId="{666F9064-3440-4E3E-BE72-1C18B884F4CF}" srcId="{D0CA5882-23DD-4061-AC65-D2CC372EA6FC}" destId="{027BD4F3-9314-41A4-AA12-521852FDDDD3}" srcOrd="0" destOrd="0" parTransId="{7E7C2523-CD26-4162-9407-346A21E9CD18}" sibTransId="{D3545F46-2D89-4597-A0C0-93C4654F3B08}"/>
    <dgm:cxn modelId="{31E3B970-760D-4F74-B82E-2C1E396920AD}" srcId="{D0CA5882-23DD-4061-AC65-D2CC372EA6FC}" destId="{261CDFD5-5623-4AE1-81D4-445899ED5A77}" srcOrd="3" destOrd="0" parTransId="{591DF9B9-EEC8-4DBC-91C3-9AB34B81FA18}" sibTransId="{4EA0A16C-9F6F-458D-AC46-91E6C9EB3EC2}"/>
    <dgm:cxn modelId="{6FA5CF74-B0FB-40EB-9C3E-81407616FF66}" type="presOf" srcId="{A922A4E4-7AE1-43BE-A5C4-174BFEACDB59}" destId="{0EDDB35A-2569-446C-B156-B937345DC180}" srcOrd="0" destOrd="0" presId="urn:microsoft.com/office/officeart/2005/8/layout/matrix3"/>
    <dgm:cxn modelId="{EF87059F-FDEC-4F3B-8D42-7111D9B86A9F}" srcId="{D0CA5882-23DD-4061-AC65-D2CC372EA6FC}" destId="{A922A4E4-7AE1-43BE-A5C4-174BFEACDB59}" srcOrd="1" destOrd="0" parTransId="{1AB91C3B-F92D-4260-BE24-EB59BE55D963}" sibTransId="{546BD337-1779-47A0-AD50-43C70C5B4D40}"/>
    <dgm:cxn modelId="{24CCE9D5-4BA5-4FD1-BFAC-A296012E1F65}" type="presOf" srcId="{D0CA5882-23DD-4061-AC65-D2CC372EA6FC}" destId="{F5C77B1B-39DB-48B8-A98B-B836C2A1B1AC}" srcOrd="0" destOrd="0" presId="urn:microsoft.com/office/officeart/2005/8/layout/matrix3"/>
    <dgm:cxn modelId="{FF2B98FF-5863-413B-B268-89957A237FC4}" type="presOf" srcId="{65D166E6-780A-40A9-AE68-0CDED89377EE}" destId="{B6ACF418-7295-4572-8B30-C8DC823DF14B}" srcOrd="0" destOrd="0" presId="urn:microsoft.com/office/officeart/2005/8/layout/matrix3"/>
    <dgm:cxn modelId="{C03F6EAC-2231-459D-9B6C-E78155E003A9}" type="presParOf" srcId="{F5C77B1B-39DB-48B8-A98B-B836C2A1B1AC}" destId="{FE946025-0607-4918-AB83-C9013ED0FE91}" srcOrd="0" destOrd="0" presId="urn:microsoft.com/office/officeart/2005/8/layout/matrix3"/>
    <dgm:cxn modelId="{F7F9C805-9113-4E01-963C-22A9373EA4D3}" type="presParOf" srcId="{F5C77B1B-39DB-48B8-A98B-B836C2A1B1AC}" destId="{487C3DB8-3823-4CC7-8752-2904FF419270}" srcOrd="1" destOrd="0" presId="urn:microsoft.com/office/officeart/2005/8/layout/matrix3"/>
    <dgm:cxn modelId="{6ABAF8E4-F2D7-4ECA-9569-4CE54251D015}" type="presParOf" srcId="{F5C77B1B-39DB-48B8-A98B-B836C2A1B1AC}" destId="{0EDDB35A-2569-446C-B156-B937345DC180}" srcOrd="2" destOrd="0" presId="urn:microsoft.com/office/officeart/2005/8/layout/matrix3"/>
    <dgm:cxn modelId="{F8FA260E-99C1-4149-9F9C-C8CB96960378}" type="presParOf" srcId="{F5C77B1B-39DB-48B8-A98B-B836C2A1B1AC}" destId="{B6ACF418-7295-4572-8B30-C8DC823DF14B}" srcOrd="3" destOrd="0" presId="urn:microsoft.com/office/officeart/2005/8/layout/matrix3"/>
    <dgm:cxn modelId="{7315E074-0069-4CEC-A86E-F5ED9971C449}" type="presParOf" srcId="{F5C77B1B-39DB-48B8-A98B-B836C2A1B1AC}" destId="{F252E1D8-4971-4E71-8D18-2F220864AAF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A80EEED-40F3-45B1-A28C-2F5B08BA39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269F78A9-3D1F-4F2C-AF80-F8D9841B0AF4}">
      <dgm:prSet/>
      <dgm:spPr/>
      <dgm:t>
        <a:bodyPr/>
        <a:lstStyle/>
        <a:p>
          <a:r>
            <a:rPr lang="en-US" dirty="0"/>
            <a:t>                 Style</a:t>
          </a:r>
          <a:endParaRPr lang="en-PK" dirty="0"/>
        </a:p>
      </dgm:t>
    </dgm:pt>
    <dgm:pt modelId="{F7C50DAC-6177-431E-A23F-768D98D17292}" type="parTrans" cxnId="{75A1F25F-BBF2-4A3B-AA27-E61234B61A1A}">
      <dgm:prSet/>
      <dgm:spPr/>
      <dgm:t>
        <a:bodyPr/>
        <a:lstStyle/>
        <a:p>
          <a:endParaRPr lang="en-PK"/>
        </a:p>
      </dgm:t>
    </dgm:pt>
    <dgm:pt modelId="{14364A30-F4F1-4A80-9B26-F6EFCEA75C85}" type="sibTrans" cxnId="{75A1F25F-BBF2-4A3B-AA27-E61234B61A1A}">
      <dgm:prSet/>
      <dgm:spPr/>
      <dgm:t>
        <a:bodyPr/>
        <a:lstStyle/>
        <a:p>
          <a:endParaRPr lang="en-PK"/>
        </a:p>
      </dgm:t>
    </dgm:pt>
    <dgm:pt modelId="{5E9CE966-8D65-49C1-9B44-A2EA672AD9BE}" type="pres">
      <dgm:prSet presAssocID="{AA80EEED-40F3-45B1-A28C-2F5B08BA39F4}" presName="linear" presStyleCnt="0">
        <dgm:presLayoutVars>
          <dgm:animLvl val="lvl"/>
          <dgm:resizeHandles val="exact"/>
        </dgm:presLayoutVars>
      </dgm:prSet>
      <dgm:spPr/>
    </dgm:pt>
    <dgm:pt modelId="{031E3875-ADB8-49DA-A754-C3A747A67E16}" type="pres">
      <dgm:prSet presAssocID="{269F78A9-3D1F-4F2C-AF80-F8D9841B0AF4}" presName="parentText" presStyleLbl="node1" presStyleIdx="0" presStyleCnt="1" custLinFactNeighborX="-7971" custLinFactNeighborY="10635">
        <dgm:presLayoutVars>
          <dgm:chMax val="0"/>
          <dgm:bulletEnabled val="1"/>
        </dgm:presLayoutVars>
      </dgm:prSet>
      <dgm:spPr/>
    </dgm:pt>
  </dgm:ptLst>
  <dgm:cxnLst>
    <dgm:cxn modelId="{75A1F25F-BBF2-4A3B-AA27-E61234B61A1A}" srcId="{AA80EEED-40F3-45B1-A28C-2F5B08BA39F4}" destId="{269F78A9-3D1F-4F2C-AF80-F8D9841B0AF4}" srcOrd="0" destOrd="0" parTransId="{F7C50DAC-6177-431E-A23F-768D98D17292}" sibTransId="{14364A30-F4F1-4A80-9B26-F6EFCEA75C85}"/>
    <dgm:cxn modelId="{7DAC13AA-691D-4619-9250-34AE2500D723}" type="presOf" srcId="{269F78A9-3D1F-4F2C-AF80-F8D9841B0AF4}" destId="{031E3875-ADB8-49DA-A754-C3A747A67E16}" srcOrd="0" destOrd="0" presId="urn:microsoft.com/office/officeart/2005/8/layout/vList2"/>
    <dgm:cxn modelId="{09011FB5-40C6-49BC-90EB-1B44196A44A3}" type="presOf" srcId="{AA80EEED-40F3-45B1-A28C-2F5B08BA39F4}" destId="{5E9CE966-8D65-49C1-9B44-A2EA672AD9BE}" srcOrd="0" destOrd="0" presId="urn:microsoft.com/office/officeart/2005/8/layout/vList2"/>
    <dgm:cxn modelId="{1914257C-97DD-47C4-8D56-D0645A6F0DBE}" type="presParOf" srcId="{5E9CE966-8D65-49C1-9B44-A2EA672AD9BE}" destId="{031E3875-ADB8-49DA-A754-C3A747A67E1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B3FFC94-0548-4213-B3FC-2E0AE0A7E45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3B76A587-9F22-4D89-800C-0FA759EB1B04}">
      <dgm:prSet/>
      <dgm:spPr/>
      <dgm:t>
        <a:bodyPr/>
        <a:lstStyle/>
        <a:p>
          <a:r>
            <a:rPr lang="en-US"/>
            <a:t>You already have a style don’t copy others. </a:t>
          </a:r>
          <a:endParaRPr lang="en-PK"/>
        </a:p>
      </dgm:t>
    </dgm:pt>
    <dgm:pt modelId="{21D3DB2E-8476-4450-8F9B-6DAADBD3C825}" type="parTrans" cxnId="{7E82EB54-58A2-479D-874A-1DB7BA017274}">
      <dgm:prSet/>
      <dgm:spPr/>
      <dgm:t>
        <a:bodyPr/>
        <a:lstStyle/>
        <a:p>
          <a:endParaRPr lang="en-PK"/>
        </a:p>
      </dgm:t>
    </dgm:pt>
    <dgm:pt modelId="{F6C230AF-5E1F-469A-9B85-B2C6487B6EE6}" type="sibTrans" cxnId="{7E82EB54-58A2-479D-874A-1DB7BA017274}">
      <dgm:prSet/>
      <dgm:spPr/>
      <dgm:t>
        <a:bodyPr/>
        <a:lstStyle/>
        <a:p>
          <a:endParaRPr lang="en-PK"/>
        </a:p>
      </dgm:t>
    </dgm:pt>
    <dgm:pt modelId="{411036E0-9326-45E1-B88A-EA42F118EAC5}">
      <dgm:prSet/>
      <dgm:spPr/>
      <dgm:t>
        <a:bodyPr/>
        <a:lstStyle/>
        <a:p>
          <a:r>
            <a:rPr lang="en-US"/>
            <a:t>Use words and sentences you use in normal days</a:t>
          </a:r>
          <a:endParaRPr lang="en-PK"/>
        </a:p>
      </dgm:t>
    </dgm:pt>
    <dgm:pt modelId="{6CD6FD9F-0C3D-465B-B203-0A5B5CB84421}" type="parTrans" cxnId="{55750A19-2842-437F-A961-B8B3567415C5}">
      <dgm:prSet/>
      <dgm:spPr/>
      <dgm:t>
        <a:bodyPr/>
        <a:lstStyle/>
        <a:p>
          <a:endParaRPr lang="en-PK"/>
        </a:p>
      </dgm:t>
    </dgm:pt>
    <dgm:pt modelId="{2445E80F-C3E6-4553-8C50-8DACABF8CCAF}" type="sibTrans" cxnId="{55750A19-2842-437F-A961-B8B3567415C5}">
      <dgm:prSet/>
      <dgm:spPr/>
      <dgm:t>
        <a:bodyPr/>
        <a:lstStyle/>
        <a:p>
          <a:endParaRPr lang="en-PK"/>
        </a:p>
      </dgm:t>
    </dgm:pt>
    <dgm:pt modelId="{97B18373-3E4C-42BD-9CBE-B977CB441221}">
      <dgm:prSet/>
      <dgm:spPr/>
      <dgm:t>
        <a:bodyPr/>
        <a:lstStyle/>
        <a:p>
          <a:r>
            <a:rPr lang="en-US"/>
            <a:t>Be yourself.</a:t>
          </a:r>
          <a:endParaRPr lang="en-PK"/>
        </a:p>
      </dgm:t>
    </dgm:pt>
    <dgm:pt modelId="{4456B5EF-8086-45E4-B5BA-269137AEF2C6}" type="parTrans" cxnId="{F63D7660-72FF-4AA9-8978-9F46E9E272A8}">
      <dgm:prSet/>
      <dgm:spPr/>
      <dgm:t>
        <a:bodyPr/>
        <a:lstStyle/>
        <a:p>
          <a:endParaRPr lang="en-PK"/>
        </a:p>
      </dgm:t>
    </dgm:pt>
    <dgm:pt modelId="{9AD31CD2-7C75-4225-B5BE-FE2A85B5E51C}" type="sibTrans" cxnId="{F63D7660-72FF-4AA9-8978-9F46E9E272A8}">
      <dgm:prSet/>
      <dgm:spPr/>
      <dgm:t>
        <a:bodyPr/>
        <a:lstStyle/>
        <a:p>
          <a:endParaRPr lang="en-PK"/>
        </a:p>
      </dgm:t>
    </dgm:pt>
    <dgm:pt modelId="{E8250DEF-6B92-47E6-B740-AE2F6D40C5E5}" type="pres">
      <dgm:prSet presAssocID="{3B3FFC94-0548-4213-B3FC-2E0AE0A7E4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0F01DA-9675-4CF6-9D86-33341BAD870E}" type="pres">
      <dgm:prSet presAssocID="{3B76A587-9F22-4D89-800C-0FA759EB1B04}" presName="hierRoot1" presStyleCnt="0">
        <dgm:presLayoutVars>
          <dgm:hierBranch val="init"/>
        </dgm:presLayoutVars>
      </dgm:prSet>
      <dgm:spPr/>
    </dgm:pt>
    <dgm:pt modelId="{05188C07-2CC1-4068-ABC6-43FAA3FAC32C}" type="pres">
      <dgm:prSet presAssocID="{3B76A587-9F22-4D89-800C-0FA759EB1B04}" presName="rootComposite1" presStyleCnt="0"/>
      <dgm:spPr/>
    </dgm:pt>
    <dgm:pt modelId="{7373C3A0-B56B-483C-99CB-4A002BB7FAAA}" type="pres">
      <dgm:prSet presAssocID="{3B76A587-9F22-4D89-800C-0FA759EB1B04}" presName="rootText1" presStyleLbl="node0" presStyleIdx="0" presStyleCnt="3">
        <dgm:presLayoutVars>
          <dgm:chPref val="3"/>
        </dgm:presLayoutVars>
      </dgm:prSet>
      <dgm:spPr/>
    </dgm:pt>
    <dgm:pt modelId="{D2DAD099-DE66-4718-8B82-8492A8F6C583}" type="pres">
      <dgm:prSet presAssocID="{3B76A587-9F22-4D89-800C-0FA759EB1B04}" presName="rootConnector1" presStyleLbl="node1" presStyleIdx="0" presStyleCnt="0"/>
      <dgm:spPr/>
    </dgm:pt>
    <dgm:pt modelId="{DF2AE799-9CBC-4012-BF19-CA332162E36B}" type="pres">
      <dgm:prSet presAssocID="{3B76A587-9F22-4D89-800C-0FA759EB1B04}" presName="hierChild2" presStyleCnt="0"/>
      <dgm:spPr/>
    </dgm:pt>
    <dgm:pt modelId="{80F54970-743E-4025-A972-80E654E063CF}" type="pres">
      <dgm:prSet presAssocID="{3B76A587-9F22-4D89-800C-0FA759EB1B04}" presName="hierChild3" presStyleCnt="0"/>
      <dgm:spPr/>
    </dgm:pt>
    <dgm:pt modelId="{85E9B515-5B1D-4C85-94D8-70EE4733E7AC}" type="pres">
      <dgm:prSet presAssocID="{411036E0-9326-45E1-B88A-EA42F118EAC5}" presName="hierRoot1" presStyleCnt="0">
        <dgm:presLayoutVars>
          <dgm:hierBranch val="init"/>
        </dgm:presLayoutVars>
      </dgm:prSet>
      <dgm:spPr/>
    </dgm:pt>
    <dgm:pt modelId="{7190A745-BAC3-4CB4-A31A-75DED13981D5}" type="pres">
      <dgm:prSet presAssocID="{411036E0-9326-45E1-B88A-EA42F118EAC5}" presName="rootComposite1" presStyleCnt="0"/>
      <dgm:spPr/>
    </dgm:pt>
    <dgm:pt modelId="{9491B645-035C-47B5-BBBA-B7C02D4CDEBC}" type="pres">
      <dgm:prSet presAssocID="{411036E0-9326-45E1-B88A-EA42F118EAC5}" presName="rootText1" presStyleLbl="node0" presStyleIdx="1" presStyleCnt="3">
        <dgm:presLayoutVars>
          <dgm:chPref val="3"/>
        </dgm:presLayoutVars>
      </dgm:prSet>
      <dgm:spPr/>
    </dgm:pt>
    <dgm:pt modelId="{75DBD7C5-FD0A-4016-B1D0-A881A3851EA3}" type="pres">
      <dgm:prSet presAssocID="{411036E0-9326-45E1-B88A-EA42F118EAC5}" presName="rootConnector1" presStyleLbl="node1" presStyleIdx="0" presStyleCnt="0"/>
      <dgm:spPr/>
    </dgm:pt>
    <dgm:pt modelId="{64194A62-29A9-4DB5-AF5A-4FB571B33BDF}" type="pres">
      <dgm:prSet presAssocID="{411036E0-9326-45E1-B88A-EA42F118EAC5}" presName="hierChild2" presStyleCnt="0"/>
      <dgm:spPr/>
    </dgm:pt>
    <dgm:pt modelId="{28DC4F9E-1F04-4B63-B1B3-447AF9B920E5}" type="pres">
      <dgm:prSet presAssocID="{411036E0-9326-45E1-B88A-EA42F118EAC5}" presName="hierChild3" presStyleCnt="0"/>
      <dgm:spPr/>
    </dgm:pt>
    <dgm:pt modelId="{CE44EE4C-7495-44A5-8646-9B42DF897EF1}" type="pres">
      <dgm:prSet presAssocID="{97B18373-3E4C-42BD-9CBE-B977CB441221}" presName="hierRoot1" presStyleCnt="0">
        <dgm:presLayoutVars>
          <dgm:hierBranch val="init"/>
        </dgm:presLayoutVars>
      </dgm:prSet>
      <dgm:spPr/>
    </dgm:pt>
    <dgm:pt modelId="{2BAB3E83-F365-4013-83DD-FD33B6A68F47}" type="pres">
      <dgm:prSet presAssocID="{97B18373-3E4C-42BD-9CBE-B977CB441221}" presName="rootComposite1" presStyleCnt="0"/>
      <dgm:spPr/>
    </dgm:pt>
    <dgm:pt modelId="{F7DFDA5D-8135-47ED-B146-59C06F6E734C}" type="pres">
      <dgm:prSet presAssocID="{97B18373-3E4C-42BD-9CBE-B977CB441221}" presName="rootText1" presStyleLbl="node0" presStyleIdx="2" presStyleCnt="3">
        <dgm:presLayoutVars>
          <dgm:chPref val="3"/>
        </dgm:presLayoutVars>
      </dgm:prSet>
      <dgm:spPr/>
    </dgm:pt>
    <dgm:pt modelId="{FF09D136-7096-4559-B557-3F8A1CF3D9FC}" type="pres">
      <dgm:prSet presAssocID="{97B18373-3E4C-42BD-9CBE-B977CB441221}" presName="rootConnector1" presStyleLbl="node1" presStyleIdx="0" presStyleCnt="0"/>
      <dgm:spPr/>
    </dgm:pt>
    <dgm:pt modelId="{E85A18DA-1ED2-42E5-B7D4-6F354ACD5854}" type="pres">
      <dgm:prSet presAssocID="{97B18373-3E4C-42BD-9CBE-B977CB441221}" presName="hierChild2" presStyleCnt="0"/>
      <dgm:spPr/>
    </dgm:pt>
    <dgm:pt modelId="{BD277F2F-0F35-4484-9D36-5031EB0229C7}" type="pres">
      <dgm:prSet presAssocID="{97B18373-3E4C-42BD-9CBE-B977CB441221}" presName="hierChild3" presStyleCnt="0"/>
      <dgm:spPr/>
    </dgm:pt>
  </dgm:ptLst>
  <dgm:cxnLst>
    <dgm:cxn modelId="{3AA6CC00-6CC9-45DF-BD51-D931C654735E}" type="presOf" srcId="{3B76A587-9F22-4D89-800C-0FA759EB1B04}" destId="{D2DAD099-DE66-4718-8B82-8492A8F6C583}" srcOrd="1" destOrd="0" presId="urn:microsoft.com/office/officeart/2005/8/layout/orgChart1"/>
    <dgm:cxn modelId="{55750A19-2842-437F-A961-B8B3567415C5}" srcId="{3B3FFC94-0548-4213-B3FC-2E0AE0A7E458}" destId="{411036E0-9326-45E1-B88A-EA42F118EAC5}" srcOrd="1" destOrd="0" parTransId="{6CD6FD9F-0C3D-465B-B203-0A5B5CB84421}" sibTransId="{2445E80F-C3E6-4553-8C50-8DACABF8CCAF}"/>
    <dgm:cxn modelId="{A6479C22-A537-4630-B098-3F6BFF0C4C08}" type="presOf" srcId="{3B3FFC94-0548-4213-B3FC-2E0AE0A7E458}" destId="{E8250DEF-6B92-47E6-B740-AE2F6D40C5E5}" srcOrd="0" destOrd="0" presId="urn:microsoft.com/office/officeart/2005/8/layout/orgChart1"/>
    <dgm:cxn modelId="{AE77A42F-3871-4D7B-ADE8-64D3D3DEA6A6}" type="presOf" srcId="{3B76A587-9F22-4D89-800C-0FA759EB1B04}" destId="{7373C3A0-B56B-483C-99CB-4A002BB7FAAA}" srcOrd="0" destOrd="0" presId="urn:microsoft.com/office/officeart/2005/8/layout/orgChart1"/>
    <dgm:cxn modelId="{F63D7660-72FF-4AA9-8978-9F46E9E272A8}" srcId="{3B3FFC94-0548-4213-B3FC-2E0AE0A7E458}" destId="{97B18373-3E4C-42BD-9CBE-B977CB441221}" srcOrd="2" destOrd="0" parTransId="{4456B5EF-8086-45E4-B5BA-269137AEF2C6}" sibTransId="{9AD31CD2-7C75-4225-B5BE-FE2A85B5E51C}"/>
    <dgm:cxn modelId="{7E82EB54-58A2-479D-874A-1DB7BA017274}" srcId="{3B3FFC94-0548-4213-B3FC-2E0AE0A7E458}" destId="{3B76A587-9F22-4D89-800C-0FA759EB1B04}" srcOrd="0" destOrd="0" parTransId="{21D3DB2E-8476-4450-8F9B-6DAADBD3C825}" sibTransId="{F6C230AF-5E1F-469A-9B85-B2C6487B6EE6}"/>
    <dgm:cxn modelId="{01D26493-98AF-42EE-8ABF-046B8952DD86}" type="presOf" srcId="{411036E0-9326-45E1-B88A-EA42F118EAC5}" destId="{9491B645-035C-47B5-BBBA-B7C02D4CDEBC}" srcOrd="0" destOrd="0" presId="urn:microsoft.com/office/officeart/2005/8/layout/orgChart1"/>
    <dgm:cxn modelId="{533886A1-6DC6-45A2-9650-765BC71BD099}" type="presOf" srcId="{411036E0-9326-45E1-B88A-EA42F118EAC5}" destId="{75DBD7C5-FD0A-4016-B1D0-A881A3851EA3}" srcOrd="1" destOrd="0" presId="urn:microsoft.com/office/officeart/2005/8/layout/orgChart1"/>
    <dgm:cxn modelId="{D3C11FCE-0A2A-49D7-A635-D92DB48CB035}" type="presOf" srcId="{97B18373-3E4C-42BD-9CBE-B977CB441221}" destId="{F7DFDA5D-8135-47ED-B146-59C06F6E734C}" srcOrd="0" destOrd="0" presId="urn:microsoft.com/office/officeart/2005/8/layout/orgChart1"/>
    <dgm:cxn modelId="{D33FECD3-D420-49E5-93E1-7E3DC8D55F78}" type="presOf" srcId="{97B18373-3E4C-42BD-9CBE-B977CB441221}" destId="{FF09D136-7096-4559-B557-3F8A1CF3D9FC}" srcOrd="1" destOrd="0" presId="urn:microsoft.com/office/officeart/2005/8/layout/orgChart1"/>
    <dgm:cxn modelId="{E11E194C-F2A8-42A3-A9B8-F38FC6EA9D17}" type="presParOf" srcId="{E8250DEF-6B92-47E6-B740-AE2F6D40C5E5}" destId="{270F01DA-9675-4CF6-9D86-33341BAD870E}" srcOrd="0" destOrd="0" presId="urn:microsoft.com/office/officeart/2005/8/layout/orgChart1"/>
    <dgm:cxn modelId="{0690BD19-B252-42C9-B5EF-56017FFDB1A3}" type="presParOf" srcId="{270F01DA-9675-4CF6-9D86-33341BAD870E}" destId="{05188C07-2CC1-4068-ABC6-43FAA3FAC32C}" srcOrd="0" destOrd="0" presId="urn:microsoft.com/office/officeart/2005/8/layout/orgChart1"/>
    <dgm:cxn modelId="{0D04A1FC-67F6-49C9-B635-27ABA689FD33}" type="presParOf" srcId="{05188C07-2CC1-4068-ABC6-43FAA3FAC32C}" destId="{7373C3A0-B56B-483C-99CB-4A002BB7FAAA}" srcOrd="0" destOrd="0" presId="urn:microsoft.com/office/officeart/2005/8/layout/orgChart1"/>
    <dgm:cxn modelId="{060E812D-B070-4806-A32B-B91B7BC87B98}" type="presParOf" srcId="{05188C07-2CC1-4068-ABC6-43FAA3FAC32C}" destId="{D2DAD099-DE66-4718-8B82-8492A8F6C583}" srcOrd="1" destOrd="0" presId="urn:microsoft.com/office/officeart/2005/8/layout/orgChart1"/>
    <dgm:cxn modelId="{05034C9C-03B8-401B-9443-1D43B8C99026}" type="presParOf" srcId="{270F01DA-9675-4CF6-9D86-33341BAD870E}" destId="{DF2AE799-9CBC-4012-BF19-CA332162E36B}" srcOrd="1" destOrd="0" presId="urn:microsoft.com/office/officeart/2005/8/layout/orgChart1"/>
    <dgm:cxn modelId="{FE4BE8C4-D4A9-45A2-B4A8-7C911F20F70E}" type="presParOf" srcId="{270F01DA-9675-4CF6-9D86-33341BAD870E}" destId="{80F54970-743E-4025-A972-80E654E063CF}" srcOrd="2" destOrd="0" presId="urn:microsoft.com/office/officeart/2005/8/layout/orgChart1"/>
    <dgm:cxn modelId="{DF9F6C4D-D598-4392-B02C-453F5DC29A56}" type="presParOf" srcId="{E8250DEF-6B92-47E6-B740-AE2F6D40C5E5}" destId="{85E9B515-5B1D-4C85-94D8-70EE4733E7AC}" srcOrd="1" destOrd="0" presId="urn:microsoft.com/office/officeart/2005/8/layout/orgChart1"/>
    <dgm:cxn modelId="{1EAFFC4D-BD8E-431F-B26D-3D2FA31BB404}" type="presParOf" srcId="{85E9B515-5B1D-4C85-94D8-70EE4733E7AC}" destId="{7190A745-BAC3-4CB4-A31A-75DED13981D5}" srcOrd="0" destOrd="0" presId="urn:microsoft.com/office/officeart/2005/8/layout/orgChart1"/>
    <dgm:cxn modelId="{1B089063-EEBF-4A91-B2BC-303AEB0C503B}" type="presParOf" srcId="{7190A745-BAC3-4CB4-A31A-75DED13981D5}" destId="{9491B645-035C-47B5-BBBA-B7C02D4CDEBC}" srcOrd="0" destOrd="0" presId="urn:microsoft.com/office/officeart/2005/8/layout/orgChart1"/>
    <dgm:cxn modelId="{F4BDA459-09B6-4E53-8053-B9E94C186A83}" type="presParOf" srcId="{7190A745-BAC3-4CB4-A31A-75DED13981D5}" destId="{75DBD7C5-FD0A-4016-B1D0-A881A3851EA3}" srcOrd="1" destOrd="0" presId="urn:microsoft.com/office/officeart/2005/8/layout/orgChart1"/>
    <dgm:cxn modelId="{9A09A605-F670-4664-9F91-D648FC73C24C}" type="presParOf" srcId="{85E9B515-5B1D-4C85-94D8-70EE4733E7AC}" destId="{64194A62-29A9-4DB5-AF5A-4FB571B33BDF}" srcOrd="1" destOrd="0" presId="urn:microsoft.com/office/officeart/2005/8/layout/orgChart1"/>
    <dgm:cxn modelId="{571C1F9E-2845-422C-BD56-AED067CEADD6}" type="presParOf" srcId="{85E9B515-5B1D-4C85-94D8-70EE4733E7AC}" destId="{28DC4F9E-1F04-4B63-B1B3-447AF9B920E5}" srcOrd="2" destOrd="0" presId="urn:microsoft.com/office/officeart/2005/8/layout/orgChart1"/>
    <dgm:cxn modelId="{4AB66876-7CCF-4E38-8DC6-B8DD0DB8E55D}" type="presParOf" srcId="{E8250DEF-6B92-47E6-B740-AE2F6D40C5E5}" destId="{CE44EE4C-7495-44A5-8646-9B42DF897EF1}" srcOrd="2" destOrd="0" presId="urn:microsoft.com/office/officeart/2005/8/layout/orgChart1"/>
    <dgm:cxn modelId="{C1A3B829-6334-4270-B86B-CA107FCFFE6A}" type="presParOf" srcId="{CE44EE4C-7495-44A5-8646-9B42DF897EF1}" destId="{2BAB3E83-F365-4013-83DD-FD33B6A68F47}" srcOrd="0" destOrd="0" presId="urn:microsoft.com/office/officeart/2005/8/layout/orgChart1"/>
    <dgm:cxn modelId="{6D429311-BC39-4D49-B721-88C4F3558CFF}" type="presParOf" srcId="{2BAB3E83-F365-4013-83DD-FD33B6A68F47}" destId="{F7DFDA5D-8135-47ED-B146-59C06F6E734C}" srcOrd="0" destOrd="0" presId="urn:microsoft.com/office/officeart/2005/8/layout/orgChart1"/>
    <dgm:cxn modelId="{D73E841A-FB8F-4A42-BDD9-621EC22995AA}" type="presParOf" srcId="{2BAB3E83-F365-4013-83DD-FD33B6A68F47}" destId="{FF09D136-7096-4559-B557-3F8A1CF3D9FC}" srcOrd="1" destOrd="0" presId="urn:microsoft.com/office/officeart/2005/8/layout/orgChart1"/>
    <dgm:cxn modelId="{1953BBA9-0CA4-4D9C-98E3-ED50CBD65CA7}" type="presParOf" srcId="{CE44EE4C-7495-44A5-8646-9B42DF897EF1}" destId="{E85A18DA-1ED2-42E5-B7D4-6F354ACD5854}" srcOrd="1" destOrd="0" presId="urn:microsoft.com/office/officeart/2005/8/layout/orgChart1"/>
    <dgm:cxn modelId="{8B9EFBB8-AE58-4FA8-8E88-C091ECC7D59B}" type="presParOf" srcId="{CE44EE4C-7495-44A5-8646-9B42DF897EF1}" destId="{BD277F2F-0F35-4484-9D36-5031EB0229C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7513532-7472-4F25-8C9C-0719E34FCF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EE4BE63D-3E92-4C2A-B8E5-CA041918FABA}">
      <dgm:prSet/>
      <dgm:spPr/>
      <dgm:t>
        <a:bodyPr/>
        <a:lstStyle/>
        <a:p>
          <a:r>
            <a:rPr lang="en-US"/>
            <a:t>How to handle questions</a:t>
          </a:r>
          <a:endParaRPr lang="en-PK"/>
        </a:p>
      </dgm:t>
    </dgm:pt>
    <dgm:pt modelId="{345FBAEE-6CE6-4821-8666-3313ABE20A5C}" type="parTrans" cxnId="{67680133-3401-4DD3-98CA-3BBBB218B108}">
      <dgm:prSet/>
      <dgm:spPr/>
      <dgm:t>
        <a:bodyPr/>
        <a:lstStyle/>
        <a:p>
          <a:endParaRPr lang="en-PK"/>
        </a:p>
      </dgm:t>
    </dgm:pt>
    <dgm:pt modelId="{BD22B98B-5776-4A47-891A-4ED70C2BDA96}" type="sibTrans" cxnId="{67680133-3401-4DD3-98CA-3BBBB218B108}">
      <dgm:prSet/>
      <dgm:spPr/>
      <dgm:t>
        <a:bodyPr/>
        <a:lstStyle/>
        <a:p>
          <a:endParaRPr lang="en-PK"/>
        </a:p>
      </dgm:t>
    </dgm:pt>
    <dgm:pt modelId="{BDE0EF1A-2C1E-42A5-BFE6-8DC5DB001DA3}" type="pres">
      <dgm:prSet presAssocID="{C7513532-7472-4F25-8C9C-0719E34FCF12}" presName="linear" presStyleCnt="0">
        <dgm:presLayoutVars>
          <dgm:animLvl val="lvl"/>
          <dgm:resizeHandles val="exact"/>
        </dgm:presLayoutVars>
      </dgm:prSet>
      <dgm:spPr/>
    </dgm:pt>
    <dgm:pt modelId="{5D17F5AB-6E78-45B9-ACE9-4B2C45B06466}" type="pres">
      <dgm:prSet presAssocID="{EE4BE63D-3E92-4C2A-B8E5-CA041918FAB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7680133-3401-4DD3-98CA-3BBBB218B108}" srcId="{C7513532-7472-4F25-8C9C-0719E34FCF12}" destId="{EE4BE63D-3E92-4C2A-B8E5-CA041918FABA}" srcOrd="0" destOrd="0" parTransId="{345FBAEE-6CE6-4821-8666-3313ABE20A5C}" sibTransId="{BD22B98B-5776-4A47-891A-4ED70C2BDA96}"/>
    <dgm:cxn modelId="{A496257E-64A2-4F90-94B3-48153B3D80EF}" type="presOf" srcId="{C7513532-7472-4F25-8C9C-0719E34FCF12}" destId="{BDE0EF1A-2C1E-42A5-BFE6-8DC5DB001DA3}" srcOrd="0" destOrd="0" presId="urn:microsoft.com/office/officeart/2005/8/layout/vList2"/>
    <dgm:cxn modelId="{8CE2BD8F-50FF-400E-8F3F-EDDF8EFA9C7E}" type="presOf" srcId="{EE4BE63D-3E92-4C2A-B8E5-CA041918FABA}" destId="{5D17F5AB-6E78-45B9-ACE9-4B2C45B06466}" srcOrd="0" destOrd="0" presId="urn:microsoft.com/office/officeart/2005/8/layout/vList2"/>
    <dgm:cxn modelId="{139657B2-E28F-4A22-A741-351FB6AA8F9C}" type="presParOf" srcId="{BDE0EF1A-2C1E-42A5-BFE6-8DC5DB001DA3}" destId="{5D17F5AB-6E78-45B9-ACE9-4B2C45B0646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A05C6E4-5748-4D7C-9B45-0D4FBA202F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AD9E6417-F398-4BC8-9AA5-BFF8B02CD82D}">
      <dgm:prSet/>
      <dgm:spPr/>
      <dgm:t>
        <a:bodyPr/>
        <a:lstStyle/>
        <a:p>
          <a:r>
            <a:rPr lang="en-US"/>
            <a:t>Anticipate questions in advance</a:t>
          </a:r>
          <a:endParaRPr lang="en-PK"/>
        </a:p>
      </dgm:t>
    </dgm:pt>
    <dgm:pt modelId="{626EFD0D-A990-46C6-AF12-4B12E2E07A3D}" type="parTrans" cxnId="{63C9CB49-6354-42CF-AEA2-1C85C52AB062}">
      <dgm:prSet/>
      <dgm:spPr/>
      <dgm:t>
        <a:bodyPr/>
        <a:lstStyle/>
        <a:p>
          <a:endParaRPr lang="en-PK"/>
        </a:p>
      </dgm:t>
    </dgm:pt>
    <dgm:pt modelId="{553CC5BB-9CD8-4D2D-890A-BF47C69F8681}" type="sibTrans" cxnId="{63C9CB49-6354-42CF-AEA2-1C85C52AB062}">
      <dgm:prSet/>
      <dgm:spPr/>
      <dgm:t>
        <a:bodyPr/>
        <a:lstStyle/>
        <a:p>
          <a:endParaRPr lang="en-PK"/>
        </a:p>
      </dgm:t>
    </dgm:pt>
    <dgm:pt modelId="{5D72C407-D52F-4D55-A2B1-9A49DB448D32}">
      <dgm:prSet/>
      <dgm:spPr/>
      <dgm:t>
        <a:bodyPr/>
        <a:lstStyle/>
        <a:p>
          <a:r>
            <a:rPr lang="en-US"/>
            <a:t>Make an eye contact with the questioner</a:t>
          </a:r>
          <a:endParaRPr lang="en-PK"/>
        </a:p>
      </dgm:t>
    </dgm:pt>
    <dgm:pt modelId="{321E3201-EE2B-4DBE-B1E7-BE2023FC1CBA}" type="parTrans" cxnId="{53CA5ACD-2C42-4465-A865-637382F406EB}">
      <dgm:prSet/>
      <dgm:spPr/>
      <dgm:t>
        <a:bodyPr/>
        <a:lstStyle/>
        <a:p>
          <a:endParaRPr lang="en-PK"/>
        </a:p>
      </dgm:t>
    </dgm:pt>
    <dgm:pt modelId="{EBF4BA55-03A0-4FED-9559-A95EFECC90CD}" type="sibTrans" cxnId="{53CA5ACD-2C42-4465-A865-637382F406EB}">
      <dgm:prSet/>
      <dgm:spPr/>
      <dgm:t>
        <a:bodyPr/>
        <a:lstStyle/>
        <a:p>
          <a:endParaRPr lang="en-PK"/>
        </a:p>
      </dgm:t>
    </dgm:pt>
    <dgm:pt modelId="{5A31C58C-ED55-4D59-AFFD-EE46DE309481}">
      <dgm:prSet/>
      <dgm:spPr/>
      <dgm:t>
        <a:bodyPr/>
        <a:lstStyle/>
        <a:p>
          <a:r>
            <a:rPr lang="en-US"/>
            <a:t>Take a brief pause before answering the question</a:t>
          </a:r>
          <a:endParaRPr lang="en-PK"/>
        </a:p>
      </dgm:t>
    </dgm:pt>
    <dgm:pt modelId="{538F2A27-350A-40B4-A5B8-23C17853A31F}" type="parTrans" cxnId="{C20E51ED-15CC-44D0-83EF-721CAEBE1A9B}">
      <dgm:prSet/>
      <dgm:spPr/>
      <dgm:t>
        <a:bodyPr/>
        <a:lstStyle/>
        <a:p>
          <a:endParaRPr lang="en-PK"/>
        </a:p>
      </dgm:t>
    </dgm:pt>
    <dgm:pt modelId="{6E93D883-98BF-481A-B2C1-9D7A3B817E22}" type="sibTrans" cxnId="{C20E51ED-15CC-44D0-83EF-721CAEBE1A9B}">
      <dgm:prSet/>
      <dgm:spPr/>
      <dgm:t>
        <a:bodyPr/>
        <a:lstStyle/>
        <a:p>
          <a:endParaRPr lang="en-PK"/>
        </a:p>
      </dgm:t>
    </dgm:pt>
    <dgm:pt modelId="{620606CA-8A42-4619-A471-4D63320359F0}">
      <dgm:prSet/>
      <dgm:spPr/>
      <dgm:t>
        <a:bodyPr/>
        <a:lstStyle/>
        <a:p>
          <a:r>
            <a:rPr lang="en-US"/>
            <a:t>Be sure you understand the question</a:t>
          </a:r>
          <a:endParaRPr lang="en-PK"/>
        </a:p>
      </dgm:t>
    </dgm:pt>
    <dgm:pt modelId="{71E90DCB-CCC3-48B0-A421-29598606E35E}" type="parTrans" cxnId="{AD45974E-93EC-403D-895B-B0B5AE51B00A}">
      <dgm:prSet/>
      <dgm:spPr/>
      <dgm:t>
        <a:bodyPr/>
        <a:lstStyle/>
        <a:p>
          <a:endParaRPr lang="en-PK"/>
        </a:p>
      </dgm:t>
    </dgm:pt>
    <dgm:pt modelId="{7781FBF5-ED54-45CE-9A77-FB7C50EBAB31}" type="sibTrans" cxnId="{AD45974E-93EC-403D-895B-B0B5AE51B00A}">
      <dgm:prSet/>
      <dgm:spPr/>
      <dgm:t>
        <a:bodyPr/>
        <a:lstStyle/>
        <a:p>
          <a:endParaRPr lang="en-PK"/>
        </a:p>
      </dgm:t>
    </dgm:pt>
    <dgm:pt modelId="{CECBA6EF-9DC8-4EA1-86ED-8FB64D798936}">
      <dgm:prSet/>
      <dgm:spPr/>
      <dgm:t>
        <a:bodyPr/>
        <a:lstStyle/>
        <a:p>
          <a:r>
            <a:rPr lang="en-US"/>
            <a:t>Acknowledge the value of question asked</a:t>
          </a:r>
          <a:endParaRPr lang="en-PK"/>
        </a:p>
      </dgm:t>
    </dgm:pt>
    <dgm:pt modelId="{100F53F4-D530-405B-8822-CFC2E806B9A6}" type="parTrans" cxnId="{F3E1A61A-1C49-4ECD-A8AA-CDFBC71DAF6E}">
      <dgm:prSet/>
      <dgm:spPr/>
      <dgm:t>
        <a:bodyPr/>
        <a:lstStyle/>
        <a:p>
          <a:endParaRPr lang="en-PK"/>
        </a:p>
      </dgm:t>
    </dgm:pt>
    <dgm:pt modelId="{26989CCB-6DC1-47BE-B57E-9CA6C9B1A5C3}" type="sibTrans" cxnId="{F3E1A61A-1C49-4ECD-A8AA-CDFBC71DAF6E}">
      <dgm:prSet/>
      <dgm:spPr/>
      <dgm:t>
        <a:bodyPr/>
        <a:lstStyle/>
        <a:p>
          <a:endParaRPr lang="en-PK"/>
        </a:p>
      </dgm:t>
    </dgm:pt>
    <dgm:pt modelId="{BCBA562A-B91F-40D6-9F4C-8413E83CD62F}">
      <dgm:prSet/>
      <dgm:spPr/>
      <dgm:t>
        <a:bodyPr/>
        <a:lstStyle/>
        <a:p>
          <a:r>
            <a:rPr lang="en-US"/>
            <a:t>Keep your cool</a:t>
          </a:r>
          <a:endParaRPr lang="en-PK"/>
        </a:p>
      </dgm:t>
    </dgm:pt>
    <dgm:pt modelId="{7B11A548-7A2E-4453-AD14-9328692BA419}" type="parTrans" cxnId="{99D27324-3CB7-4FC1-8C6E-0931344037E1}">
      <dgm:prSet/>
      <dgm:spPr/>
      <dgm:t>
        <a:bodyPr/>
        <a:lstStyle/>
        <a:p>
          <a:endParaRPr lang="en-PK"/>
        </a:p>
      </dgm:t>
    </dgm:pt>
    <dgm:pt modelId="{2BE8C35B-8AE5-49A7-8AF2-F73354ADF526}" type="sibTrans" cxnId="{99D27324-3CB7-4FC1-8C6E-0931344037E1}">
      <dgm:prSet/>
      <dgm:spPr/>
      <dgm:t>
        <a:bodyPr/>
        <a:lstStyle/>
        <a:p>
          <a:endParaRPr lang="en-PK"/>
        </a:p>
      </dgm:t>
    </dgm:pt>
    <dgm:pt modelId="{D3F98E78-4EEE-4B8B-A37C-691EC9540FDB}">
      <dgm:prSet/>
      <dgm:spPr/>
      <dgm:t>
        <a:bodyPr/>
        <a:lstStyle/>
        <a:p>
          <a:r>
            <a:rPr lang="en-US"/>
            <a:t>Be honest</a:t>
          </a:r>
          <a:endParaRPr lang="en-PK"/>
        </a:p>
      </dgm:t>
    </dgm:pt>
    <dgm:pt modelId="{1E57BCF9-B900-4330-83A1-56D7A22AB18C}" type="parTrans" cxnId="{9FA830BB-8DBC-4430-B1F5-C7F331A1E8A1}">
      <dgm:prSet/>
      <dgm:spPr/>
      <dgm:t>
        <a:bodyPr/>
        <a:lstStyle/>
        <a:p>
          <a:endParaRPr lang="en-PK"/>
        </a:p>
      </dgm:t>
    </dgm:pt>
    <dgm:pt modelId="{E31851D2-9EF7-4D5A-A636-F6AA0C00DE1F}" type="sibTrans" cxnId="{9FA830BB-8DBC-4430-B1F5-C7F331A1E8A1}">
      <dgm:prSet/>
      <dgm:spPr/>
      <dgm:t>
        <a:bodyPr/>
        <a:lstStyle/>
        <a:p>
          <a:endParaRPr lang="en-PK"/>
        </a:p>
      </dgm:t>
    </dgm:pt>
    <dgm:pt modelId="{E04CA863-737B-4029-B033-DE034AD092B1}">
      <dgm:prSet/>
      <dgm:spPr/>
      <dgm:t>
        <a:bodyPr/>
        <a:lstStyle/>
        <a:p>
          <a:r>
            <a:rPr lang="en-US"/>
            <a:t>Answer a long question in sections</a:t>
          </a:r>
          <a:endParaRPr lang="en-PK"/>
        </a:p>
      </dgm:t>
    </dgm:pt>
    <dgm:pt modelId="{A9E3E9E3-9D4F-432D-A430-8E13FB2EBB67}" type="parTrans" cxnId="{3D3C0FBC-FBC7-4E60-BDC8-7C52463A3D89}">
      <dgm:prSet/>
      <dgm:spPr/>
      <dgm:t>
        <a:bodyPr/>
        <a:lstStyle/>
        <a:p>
          <a:endParaRPr lang="en-PK"/>
        </a:p>
      </dgm:t>
    </dgm:pt>
    <dgm:pt modelId="{56B2BF53-2EFC-4283-822E-F4743DFEEA09}" type="sibTrans" cxnId="{3D3C0FBC-FBC7-4E60-BDC8-7C52463A3D89}">
      <dgm:prSet/>
      <dgm:spPr/>
      <dgm:t>
        <a:bodyPr/>
        <a:lstStyle/>
        <a:p>
          <a:endParaRPr lang="en-PK"/>
        </a:p>
      </dgm:t>
    </dgm:pt>
    <dgm:pt modelId="{30317E04-79C3-451B-9289-1D6FC3D09B13}" type="pres">
      <dgm:prSet presAssocID="{8A05C6E4-5748-4D7C-9B45-0D4FBA202F6C}" presName="linear" presStyleCnt="0">
        <dgm:presLayoutVars>
          <dgm:animLvl val="lvl"/>
          <dgm:resizeHandles val="exact"/>
        </dgm:presLayoutVars>
      </dgm:prSet>
      <dgm:spPr/>
    </dgm:pt>
    <dgm:pt modelId="{F8C08F1A-FF3E-43D4-B51F-FFCDF52FFE9F}" type="pres">
      <dgm:prSet presAssocID="{AD9E6417-F398-4BC8-9AA5-BFF8B02CD82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FD7103F-BE6F-4945-B900-DEAF65335C98}" type="pres">
      <dgm:prSet presAssocID="{553CC5BB-9CD8-4D2D-890A-BF47C69F8681}" presName="spacer" presStyleCnt="0"/>
      <dgm:spPr/>
    </dgm:pt>
    <dgm:pt modelId="{D602BC01-C042-4D0D-89F2-C29AA1E21F8F}" type="pres">
      <dgm:prSet presAssocID="{5D72C407-D52F-4D55-A2B1-9A49DB448D3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8EB25694-E3B2-4FA3-91A3-355A411B10D8}" type="pres">
      <dgm:prSet presAssocID="{EBF4BA55-03A0-4FED-9559-A95EFECC90CD}" presName="spacer" presStyleCnt="0"/>
      <dgm:spPr/>
    </dgm:pt>
    <dgm:pt modelId="{7987BEF2-44EC-46CA-BB51-9B2451813C3B}" type="pres">
      <dgm:prSet presAssocID="{5A31C58C-ED55-4D59-AFFD-EE46DE30948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01BEE04-D40A-4B81-BFFF-419EA25D256E}" type="pres">
      <dgm:prSet presAssocID="{6E93D883-98BF-481A-B2C1-9D7A3B817E22}" presName="spacer" presStyleCnt="0"/>
      <dgm:spPr/>
    </dgm:pt>
    <dgm:pt modelId="{EAD0840A-4568-442A-9681-733D60DAD1F7}" type="pres">
      <dgm:prSet presAssocID="{620606CA-8A42-4619-A471-4D63320359F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C80A585-BF32-4D17-98E2-34D91A069333}" type="pres">
      <dgm:prSet presAssocID="{7781FBF5-ED54-45CE-9A77-FB7C50EBAB31}" presName="spacer" presStyleCnt="0"/>
      <dgm:spPr/>
    </dgm:pt>
    <dgm:pt modelId="{9F4818A5-BF24-4B3B-B3F6-94363E631D8A}" type="pres">
      <dgm:prSet presAssocID="{CECBA6EF-9DC8-4EA1-86ED-8FB64D79893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4885CA1-9462-40E8-B2B8-E82689A03242}" type="pres">
      <dgm:prSet presAssocID="{26989CCB-6DC1-47BE-B57E-9CA6C9B1A5C3}" presName="spacer" presStyleCnt="0"/>
      <dgm:spPr/>
    </dgm:pt>
    <dgm:pt modelId="{184456BF-2131-46A3-BB89-136A986D44C2}" type="pres">
      <dgm:prSet presAssocID="{BCBA562A-B91F-40D6-9F4C-8413E83CD62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14AD8FD-C08E-4DE7-A2FC-23F2659EB55D}" type="pres">
      <dgm:prSet presAssocID="{2BE8C35B-8AE5-49A7-8AF2-F73354ADF526}" presName="spacer" presStyleCnt="0"/>
      <dgm:spPr/>
    </dgm:pt>
    <dgm:pt modelId="{4D2A7B5F-78CE-4A82-819F-A801FAC88199}" type="pres">
      <dgm:prSet presAssocID="{D3F98E78-4EEE-4B8B-A37C-691EC9540FD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9813452-C380-4E97-8153-AEB7625094DD}" type="pres">
      <dgm:prSet presAssocID="{E31851D2-9EF7-4D5A-A636-F6AA0C00DE1F}" presName="spacer" presStyleCnt="0"/>
      <dgm:spPr/>
    </dgm:pt>
    <dgm:pt modelId="{F8724236-093A-42F9-A652-2F22726719C6}" type="pres">
      <dgm:prSet presAssocID="{E04CA863-737B-4029-B033-DE034AD092B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3E1A61A-1C49-4ECD-A8AA-CDFBC71DAF6E}" srcId="{8A05C6E4-5748-4D7C-9B45-0D4FBA202F6C}" destId="{CECBA6EF-9DC8-4EA1-86ED-8FB64D798936}" srcOrd="4" destOrd="0" parTransId="{100F53F4-D530-405B-8822-CFC2E806B9A6}" sibTransId="{26989CCB-6DC1-47BE-B57E-9CA6C9B1A5C3}"/>
    <dgm:cxn modelId="{135B7420-F1B6-43BE-B960-6FC37048D57F}" type="presOf" srcId="{5D72C407-D52F-4D55-A2B1-9A49DB448D32}" destId="{D602BC01-C042-4D0D-89F2-C29AA1E21F8F}" srcOrd="0" destOrd="0" presId="urn:microsoft.com/office/officeart/2005/8/layout/vList2"/>
    <dgm:cxn modelId="{99D27324-3CB7-4FC1-8C6E-0931344037E1}" srcId="{8A05C6E4-5748-4D7C-9B45-0D4FBA202F6C}" destId="{BCBA562A-B91F-40D6-9F4C-8413E83CD62F}" srcOrd="5" destOrd="0" parTransId="{7B11A548-7A2E-4453-AD14-9328692BA419}" sibTransId="{2BE8C35B-8AE5-49A7-8AF2-F73354ADF526}"/>
    <dgm:cxn modelId="{3654CA3D-CC2F-41D4-A35F-5049101207F9}" type="presOf" srcId="{BCBA562A-B91F-40D6-9F4C-8413E83CD62F}" destId="{184456BF-2131-46A3-BB89-136A986D44C2}" srcOrd="0" destOrd="0" presId="urn:microsoft.com/office/officeart/2005/8/layout/vList2"/>
    <dgm:cxn modelId="{0E077A68-BE97-49EB-99B5-B3CED4BD39A3}" type="presOf" srcId="{AD9E6417-F398-4BC8-9AA5-BFF8B02CD82D}" destId="{F8C08F1A-FF3E-43D4-B51F-FFCDF52FFE9F}" srcOrd="0" destOrd="0" presId="urn:microsoft.com/office/officeart/2005/8/layout/vList2"/>
    <dgm:cxn modelId="{63C9CB49-6354-42CF-AEA2-1C85C52AB062}" srcId="{8A05C6E4-5748-4D7C-9B45-0D4FBA202F6C}" destId="{AD9E6417-F398-4BC8-9AA5-BFF8B02CD82D}" srcOrd="0" destOrd="0" parTransId="{626EFD0D-A990-46C6-AF12-4B12E2E07A3D}" sibTransId="{553CC5BB-9CD8-4D2D-890A-BF47C69F8681}"/>
    <dgm:cxn modelId="{AD45974E-93EC-403D-895B-B0B5AE51B00A}" srcId="{8A05C6E4-5748-4D7C-9B45-0D4FBA202F6C}" destId="{620606CA-8A42-4619-A471-4D63320359F0}" srcOrd="3" destOrd="0" parTransId="{71E90DCB-CCC3-48B0-A421-29598606E35E}" sibTransId="{7781FBF5-ED54-45CE-9A77-FB7C50EBAB31}"/>
    <dgm:cxn modelId="{C309267C-53BE-4C52-A2D1-8E3353DF6320}" type="presOf" srcId="{620606CA-8A42-4619-A471-4D63320359F0}" destId="{EAD0840A-4568-442A-9681-733D60DAD1F7}" srcOrd="0" destOrd="0" presId="urn:microsoft.com/office/officeart/2005/8/layout/vList2"/>
    <dgm:cxn modelId="{EFE3B2A8-96A0-4264-9B5C-0087E776B2F9}" type="presOf" srcId="{CECBA6EF-9DC8-4EA1-86ED-8FB64D798936}" destId="{9F4818A5-BF24-4B3B-B3F6-94363E631D8A}" srcOrd="0" destOrd="0" presId="urn:microsoft.com/office/officeart/2005/8/layout/vList2"/>
    <dgm:cxn modelId="{01BA8DB4-C3C9-4D02-9DAB-4A701F2F0CC0}" type="presOf" srcId="{8A05C6E4-5748-4D7C-9B45-0D4FBA202F6C}" destId="{30317E04-79C3-451B-9289-1D6FC3D09B13}" srcOrd="0" destOrd="0" presId="urn:microsoft.com/office/officeart/2005/8/layout/vList2"/>
    <dgm:cxn modelId="{9FA830BB-8DBC-4430-B1F5-C7F331A1E8A1}" srcId="{8A05C6E4-5748-4D7C-9B45-0D4FBA202F6C}" destId="{D3F98E78-4EEE-4B8B-A37C-691EC9540FDB}" srcOrd="6" destOrd="0" parTransId="{1E57BCF9-B900-4330-83A1-56D7A22AB18C}" sibTransId="{E31851D2-9EF7-4D5A-A636-F6AA0C00DE1F}"/>
    <dgm:cxn modelId="{3D3C0FBC-FBC7-4E60-BDC8-7C52463A3D89}" srcId="{8A05C6E4-5748-4D7C-9B45-0D4FBA202F6C}" destId="{E04CA863-737B-4029-B033-DE034AD092B1}" srcOrd="7" destOrd="0" parTransId="{A9E3E9E3-9D4F-432D-A430-8E13FB2EBB67}" sibTransId="{56B2BF53-2EFC-4283-822E-F4743DFEEA09}"/>
    <dgm:cxn modelId="{A0CC25CA-3D9D-47E8-9E57-B8B8A5F57B0F}" type="presOf" srcId="{E04CA863-737B-4029-B033-DE034AD092B1}" destId="{F8724236-093A-42F9-A652-2F22726719C6}" srcOrd="0" destOrd="0" presId="urn:microsoft.com/office/officeart/2005/8/layout/vList2"/>
    <dgm:cxn modelId="{53CA5ACD-2C42-4465-A865-637382F406EB}" srcId="{8A05C6E4-5748-4D7C-9B45-0D4FBA202F6C}" destId="{5D72C407-D52F-4D55-A2B1-9A49DB448D32}" srcOrd="1" destOrd="0" parTransId="{321E3201-EE2B-4DBE-B1E7-BE2023FC1CBA}" sibTransId="{EBF4BA55-03A0-4FED-9559-A95EFECC90CD}"/>
    <dgm:cxn modelId="{C20E51ED-15CC-44D0-83EF-721CAEBE1A9B}" srcId="{8A05C6E4-5748-4D7C-9B45-0D4FBA202F6C}" destId="{5A31C58C-ED55-4D59-AFFD-EE46DE309481}" srcOrd="2" destOrd="0" parTransId="{538F2A27-350A-40B4-A5B8-23C17853A31F}" sibTransId="{6E93D883-98BF-481A-B2C1-9D7A3B817E22}"/>
    <dgm:cxn modelId="{BE8DC3F2-02F9-4E94-BFE6-ADAF9735FB94}" type="presOf" srcId="{5A31C58C-ED55-4D59-AFFD-EE46DE309481}" destId="{7987BEF2-44EC-46CA-BB51-9B2451813C3B}" srcOrd="0" destOrd="0" presId="urn:microsoft.com/office/officeart/2005/8/layout/vList2"/>
    <dgm:cxn modelId="{B045A2F6-A6B9-484A-94B8-3035D840F3D7}" type="presOf" srcId="{D3F98E78-4EEE-4B8B-A37C-691EC9540FDB}" destId="{4D2A7B5F-78CE-4A82-819F-A801FAC88199}" srcOrd="0" destOrd="0" presId="urn:microsoft.com/office/officeart/2005/8/layout/vList2"/>
    <dgm:cxn modelId="{2382DD53-38AB-481A-B268-63E97A4F229A}" type="presParOf" srcId="{30317E04-79C3-451B-9289-1D6FC3D09B13}" destId="{F8C08F1A-FF3E-43D4-B51F-FFCDF52FFE9F}" srcOrd="0" destOrd="0" presId="urn:microsoft.com/office/officeart/2005/8/layout/vList2"/>
    <dgm:cxn modelId="{A5E2CAE6-00F3-4291-8FBA-E1B0E9C959C1}" type="presParOf" srcId="{30317E04-79C3-451B-9289-1D6FC3D09B13}" destId="{CFD7103F-BE6F-4945-B900-DEAF65335C98}" srcOrd="1" destOrd="0" presId="urn:microsoft.com/office/officeart/2005/8/layout/vList2"/>
    <dgm:cxn modelId="{385C54C0-65F7-4C82-BC36-F4FED4168141}" type="presParOf" srcId="{30317E04-79C3-451B-9289-1D6FC3D09B13}" destId="{D602BC01-C042-4D0D-89F2-C29AA1E21F8F}" srcOrd="2" destOrd="0" presId="urn:microsoft.com/office/officeart/2005/8/layout/vList2"/>
    <dgm:cxn modelId="{56776E0B-98D4-4D4D-89E5-EECE23412A04}" type="presParOf" srcId="{30317E04-79C3-451B-9289-1D6FC3D09B13}" destId="{8EB25694-E3B2-4FA3-91A3-355A411B10D8}" srcOrd="3" destOrd="0" presId="urn:microsoft.com/office/officeart/2005/8/layout/vList2"/>
    <dgm:cxn modelId="{245F3268-805D-47E6-90E6-D4B18DC2C666}" type="presParOf" srcId="{30317E04-79C3-451B-9289-1D6FC3D09B13}" destId="{7987BEF2-44EC-46CA-BB51-9B2451813C3B}" srcOrd="4" destOrd="0" presId="urn:microsoft.com/office/officeart/2005/8/layout/vList2"/>
    <dgm:cxn modelId="{A486D698-6139-4929-830E-8F78D537AA8A}" type="presParOf" srcId="{30317E04-79C3-451B-9289-1D6FC3D09B13}" destId="{201BEE04-D40A-4B81-BFFF-419EA25D256E}" srcOrd="5" destOrd="0" presId="urn:microsoft.com/office/officeart/2005/8/layout/vList2"/>
    <dgm:cxn modelId="{AC20DEBF-3FCA-4FC6-AA55-02837A740C1D}" type="presParOf" srcId="{30317E04-79C3-451B-9289-1D6FC3D09B13}" destId="{EAD0840A-4568-442A-9681-733D60DAD1F7}" srcOrd="6" destOrd="0" presId="urn:microsoft.com/office/officeart/2005/8/layout/vList2"/>
    <dgm:cxn modelId="{66CCAA56-B8C6-4899-90D1-70B1F6D602E7}" type="presParOf" srcId="{30317E04-79C3-451B-9289-1D6FC3D09B13}" destId="{AC80A585-BF32-4D17-98E2-34D91A069333}" srcOrd="7" destOrd="0" presId="urn:microsoft.com/office/officeart/2005/8/layout/vList2"/>
    <dgm:cxn modelId="{378A30B9-F3BA-4D7A-8FE6-C955610ABCBD}" type="presParOf" srcId="{30317E04-79C3-451B-9289-1D6FC3D09B13}" destId="{9F4818A5-BF24-4B3B-B3F6-94363E631D8A}" srcOrd="8" destOrd="0" presId="urn:microsoft.com/office/officeart/2005/8/layout/vList2"/>
    <dgm:cxn modelId="{E4FD18CF-1070-4F5A-B7D9-9813CE80B3EB}" type="presParOf" srcId="{30317E04-79C3-451B-9289-1D6FC3D09B13}" destId="{A4885CA1-9462-40E8-B2B8-E82689A03242}" srcOrd="9" destOrd="0" presId="urn:microsoft.com/office/officeart/2005/8/layout/vList2"/>
    <dgm:cxn modelId="{10687F5D-C042-4A21-A2C5-6EAE9D8C1666}" type="presParOf" srcId="{30317E04-79C3-451B-9289-1D6FC3D09B13}" destId="{184456BF-2131-46A3-BB89-136A986D44C2}" srcOrd="10" destOrd="0" presId="urn:microsoft.com/office/officeart/2005/8/layout/vList2"/>
    <dgm:cxn modelId="{552F70BF-7F58-4A58-ADE6-C4379BF15986}" type="presParOf" srcId="{30317E04-79C3-451B-9289-1D6FC3D09B13}" destId="{F14AD8FD-C08E-4DE7-A2FC-23F2659EB55D}" srcOrd="11" destOrd="0" presId="urn:microsoft.com/office/officeart/2005/8/layout/vList2"/>
    <dgm:cxn modelId="{9C78D915-2DC9-4F9A-B2B2-3582B911CCE6}" type="presParOf" srcId="{30317E04-79C3-451B-9289-1D6FC3D09B13}" destId="{4D2A7B5F-78CE-4A82-819F-A801FAC88199}" srcOrd="12" destOrd="0" presId="urn:microsoft.com/office/officeart/2005/8/layout/vList2"/>
    <dgm:cxn modelId="{ED9F9AF4-61DF-41DE-B9F4-C455E91FD524}" type="presParOf" srcId="{30317E04-79C3-451B-9289-1D6FC3D09B13}" destId="{59813452-C380-4E97-8153-AEB7625094DD}" srcOrd="13" destOrd="0" presId="urn:microsoft.com/office/officeart/2005/8/layout/vList2"/>
    <dgm:cxn modelId="{A248FB4B-5B56-45EC-BDFA-32005A890F9D}" type="presParOf" srcId="{30317E04-79C3-451B-9289-1D6FC3D09B13}" destId="{F8724236-093A-42F9-A652-2F22726719C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9774127-93A3-46B7-99A1-57C77ED6E7D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8EFD909-2AFF-4B07-A2B8-FA82FD6A4437}">
      <dgm:prSet/>
      <dgm:spPr/>
      <dgm:t>
        <a:bodyPr/>
        <a:lstStyle/>
        <a:p>
          <a:r>
            <a:rPr lang="en-US" dirty="0"/>
            <a:t>Internet</a:t>
          </a:r>
          <a:endParaRPr lang="en-PK" dirty="0"/>
        </a:p>
      </dgm:t>
    </dgm:pt>
    <dgm:pt modelId="{02CCF941-417E-483F-8097-01C011E4822F}" type="parTrans" cxnId="{3DBC2966-C3A6-4903-BD18-033185919EB2}">
      <dgm:prSet/>
      <dgm:spPr/>
      <dgm:t>
        <a:bodyPr/>
        <a:lstStyle/>
        <a:p>
          <a:endParaRPr lang="en-PK"/>
        </a:p>
      </dgm:t>
    </dgm:pt>
    <dgm:pt modelId="{1ED973BA-C50F-4A1A-B701-B32E5A506DB7}" type="sibTrans" cxnId="{3DBC2966-C3A6-4903-BD18-033185919EB2}">
      <dgm:prSet/>
      <dgm:spPr/>
      <dgm:t>
        <a:bodyPr/>
        <a:lstStyle/>
        <a:p>
          <a:endParaRPr lang="en-PK"/>
        </a:p>
      </dgm:t>
    </dgm:pt>
    <dgm:pt modelId="{9CADF914-7B77-49D3-BE37-F8E6C0E5BAE9}">
      <dgm:prSet/>
      <dgm:spPr/>
      <dgm:t>
        <a:bodyPr/>
        <a:lstStyle/>
        <a:p>
          <a:r>
            <a:rPr lang="en-US"/>
            <a:t>Books on the relevant topics</a:t>
          </a:r>
          <a:endParaRPr lang="en-PK"/>
        </a:p>
      </dgm:t>
    </dgm:pt>
    <dgm:pt modelId="{70A25FB5-CF3F-4062-9105-D2E1BE088B90}" type="parTrans" cxnId="{52A9B046-640D-4CBA-BF30-3EE22ACDA5C4}">
      <dgm:prSet/>
      <dgm:spPr/>
      <dgm:t>
        <a:bodyPr/>
        <a:lstStyle/>
        <a:p>
          <a:endParaRPr lang="en-PK"/>
        </a:p>
      </dgm:t>
    </dgm:pt>
    <dgm:pt modelId="{E5460252-953B-497D-8381-0AC2F0485C91}" type="sibTrans" cxnId="{52A9B046-640D-4CBA-BF30-3EE22ACDA5C4}">
      <dgm:prSet/>
      <dgm:spPr/>
      <dgm:t>
        <a:bodyPr/>
        <a:lstStyle/>
        <a:p>
          <a:endParaRPr lang="en-PK"/>
        </a:p>
      </dgm:t>
    </dgm:pt>
    <dgm:pt modelId="{16B21D61-7090-40B9-A54C-4F0603D2C18C}">
      <dgm:prSet/>
      <dgm:spPr/>
      <dgm:t>
        <a:bodyPr/>
        <a:lstStyle/>
        <a:p>
          <a:r>
            <a:rPr lang="en-US" dirty="0"/>
            <a:t>Newspaper articles</a:t>
          </a:r>
          <a:endParaRPr lang="en-PK" dirty="0"/>
        </a:p>
      </dgm:t>
    </dgm:pt>
    <dgm:pt modelId="{D0B9E5E0-8550-4EE0-B334-E88472873A90}" type="parTrans" cxnId="{A548C217-590C-46B6-B1F1-D03F8404877C}">
      <dgm:prSet/>
      <dgm:spPr/>
      <dgm:t>
        <a:bodyPr/>
        <a:lstStyle/>
        <a:p>
          <a:endParaRPr lang="en-PK"/>
        </a:p>
      </dgm:t>
    </dgm:pt>
    <dgm:pt modelId="{2A6784A9-98B1-4A6B-8C63-159045045748}" type="sibTrans" cxnId="{A548C217-590C-46B6-B1F1-D03F8404877C}">
      <dgm:prSet/>
      <dgm:spPr/>
      <dgm:t>
        <a:bodyPr/>
        <a:lstStyle/>
        <a:p>
          <a:endParaRPr lang="en-PK"/>
        </a:p>
      </dgm:t>
    </dgm:pt>
    <dgm:pt modelId="{96AFF1CA-A70C-4F27-B87A-82A242E38760}">
      <dgm:prSet/>
      <dgm:spPr/>
      <dgm:t>
        <a:bodyPr/>
        <a:lstStyle/>
        <a:p>
          <a:r>
            <a:rPr lang="en-US" dirty="0"/>
            <a:t>Available PPTs on the relevant topics</a:t>
          </a:r>
          <a:endParaRPr lang="en-PK" dirty="0"/>
        </a:p>
      </dgm:t>
    </dgm:pt>
    <dgm:pt modelId="{214256DA-DFB3-4F10-A973-486E122E227B}" type="parTrans" cxnId="{914DE893-8126-4E36-8837-4A68FB66B01C}">
      <dgm:prSet/>
      <dgm:spPr/>
      <dgm:t>
        <a:bodyPr/>
        <a:lstStyle/>
        <a:p>
          <a:endParaRPr lang="en-PK"/>
        </a:p>
      </dgm:t>
    </dgm:pt>
    <dgm:pt modelId="{12317DCB-CCBE-45A0-A717-1D144555A35C}" type="sibTrans" cxnId="{914DE893-8126-4E36-8837-4A68FB66B01C}">
      <dgm:prSet/>
      <dgm:spPr/>
      <dgm:t>
        <a:bodyPr/>
        <a:lstStyle/>
        <a:p>
          <a:endParaRPr lang="en-PK"/>
        </a:p>
      </dgm:t>
    </dgm:pt>
    <dgm:pt modelId="{C379E839-CE02-4CD3-AB9D-570908E24598}">
      <dgm:prSet/>
      <dgm:spPr/>
      <dgm:t>
        <a:bodyPr/>
        <a:lstStyle/>
        <a:p>
          <a:r>
            <a:rPr lang="en-US" dirty="0"/>
            <a:t>Personal viewpoint</a:t>
          </a:r>
          <a:endParaRPr lang="en-PK" dirty="0"/>
        </a:p>
      </dgm:t>
    </dgm:pt>
    <dgm:pt modelId="{D56F0BBA-6C59-430B-A2EE-3BFA14043432}" type="parTrans" cxnId="{C4AC72EB-A4EC-426E-BBEE-58A80384AB8E}">
      <dgm:prSet/>
      <dgm:spPr/>
      <dgm:t>
        <a:bodyPr/>
        <a:lstStyle/>
        <a:p>
          <a:endParaRPr lang="en-PK"/>
        </a:p>
      </dgm:t>
    </dgm:pt>
    <dgm:pt modelId="{615C9DA8-C771-4FB1-BDD7-728672E0A4D3}" type="sibTrans" cxnId="{C4AC72EB-A4EC-426E-BBEE-58A80384AB8E}">
      <dgm:prSet/>
      <dgm:spPr/>
      <dgm:t>
        <a:bodyPr/>
        <a:lstStyle/>
        <a:p>
          <a:endParaRPr lang="en-PK"/>
        </a:p>
      </dgm:t>
    </dgm:pt>
    <dgm:pt modelId="{54D03F65-FFBC-4A7E-B13B-5D65A5B2F557}">
      <dgm:prSet/>
      <dgm:spPr/>
      <dgm:t>
        <a:bodyPr/>
        <a:lstStyle/>
        <a:p>
          <a:r>
            <a:rPr lang="en-US" dirty="0"/>
            <a:t>How to prepare content for Presentations</a:t>
          </a:r>
          <a:endParaRPr lang="en-PK" dirty="0"/>
        </a:p>
      </dgm:t>
    </dgm:pt>
    <dgm:pt modelId="{A8E518B4-70A0-47D8-9529-5B0D4946941B}" type="parTrans" cxnId="{085C1540-FA0B-4FA5-9BA5-1964791FD2C3}">
      <dgm:prSet/>
      <dgm:spPr/>
      <dgm:t>
        <a:bodyPr/>
        <a:lstStyle/>
        <a:p>
          <a:endParaRPr lang="en-PK"/>
        </a:p>
      </dgm:t>
    </dgm:pt>
    <dgm:pt modelId="{9AFCAE89-3580-4D92-8E22-C694C9108E74}" type="sibTrans" cxnId="{085C1540-FA0B-4FA5-9BA5-1964791FD2C3}">
      <dgm:prSet/>
      <dgm:spPr/>
      <dgm:t>
        <a:bodyPr/>
        <a:lstStyle/>
        <a:p>
          <a:endParaRPr lang="en-PK"/>
        </a:p>
      </dgm:t>
    </dgm:pt>
    <dgm:pt modelId="{B796E003-FECE-452D-A6B4-4A5DF0836EB6}" type="pres">
      <dgm:prSet presAssocID="{89774127-93A3-46B7-99A1-57C77ED6E7DE}" presName="Name0" presStyleCnt="0">
        <dgm:presLayoutVars>
          <dgm:dir/>
          <dgm:animLvl val="lvl"/>
          <dgm:resizeHandles val="exact"/>
        </dgm:presLayoutVars>
      </dgm:prSet>
      <dgm:spPr/>
    </dgm:pt>
    <dgm:pt modelId="{51BD4356-6ADE-4E43-B6D5-D87BC4EFB524}" type="pres">
      <dgm:prSet presAssocID="{54D03F65-FFBC-4A7E-B13B-5D65A5B2F557}" presName="linNode" presStyleCnt="0"/>
      <dgm:spPr/>
    </dgm:pt>
    <dgm:pt modelId="{930D4845-75DF-483D-9EF7-3BA0DB1DB204}" type="pres">
      <dgm:prSet presAssocID="{54D03F65-FFBC-4A7E-B13B-5D65A5B2F557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D440CE8-2E27-42EC-92E6-17C792E10CC3}" type="pres">
      <dgm:prSet presAssocID="{54D03F65-FFBC-4A7E-B13B-5D65A5B2F557}" presName="descendantText" presStyleLbl="alignAccFollowNode1" presStyleIdx="0" presStyleCnt="1" custLinFactNeighborX="1315" custLinFactNeighborY="-1464">
        <dgm:presLayoutVars>
          <dgm:bulletEnabled val="1"/>
        </dgm:presLayoutVars>
      </dgm:prSet>
      <dgm:spPr/>
    </dgm:pt>
  </dgm:ptLst>
  <dgm:cxnLst>
    <dgm:cxn modelId="{A548C217-590C-46B6-B1F1-D03F8404877C}" srcId="{54D03F65-FFBC-4A7E-B13B-5D65A5B2F557}" destId="{16B21D61-7090-40B9-A54C-4F0603D2C18C}" srcOrd="2" destOrd="0" parTransId="{D0B9E5E0-8550-4EE0-B334-E88472873A90}" sibTransId="{2A6784A9-98B1-4A6B-8C63-159045045748}"/>
    <dgm:cxn modelId="{085C1540-FA0B-4FA5-9BA5-1964791FD2C3}" srcId="{89774127-93A3-46B7-99A1-57C77ED6E7DE}" destId="{54D03F65-FFBC-4A7E-B13B-5D65A5B2F557}" srcOrd="0" destOrd="0" parTransId="{A8E518B4-70A0-47D8-9529-5B0D4946941B}" sibTransId="{9AFCAE89-3580-4D92-8E22-C694C9108E74}"/>
    <dgm:cxn modelId="{3DBC2966-C3A6-4903-BD18-033185919EB2}" srcId="{54D03F65-FFBC-4A7E-B13B-5D65A5B2F557}" destId="{08EFD909-2AFF-4B07-A2B8-FA82FD6A4437}" srcOrd="0" destOrd="0" parTransId="{02CCF941-417E-483F-8097-01C011E4822F}" sibTransId="{1ED973BA-C50F-4A1A-B701-B32E5A506DB7}"/>
    <dgm:cxn modelId="{52A9B046-640D-4CBA-BF30-3EE22ACDA5C4}" srcId="{54D03F65-FFBC-4A7E-B13B-5D65A5B2F557}" destId="{9CADF914-7B77-49D3-BE37-F8E6C0E5BAE9}" srcOrd="1" destOrd="0" parTransId="{70A25FB5-CF3F-4062-9105-D2E1BE088B90}" sibTransId="{E5460252-953B-497D-8381-0AC2F0485C91}"/>
    <dgm:cxn modelId="{B8F4EB87-809A-4A17-9043-3B83BDBEDB0C}" type="presOf" srcId="{96AFF1CA-A70C-4F27-B87A-82A242E38760}" destId="{2D440CE8-2E27-42EC-92E6-17C792E10CC3}" srcOrd="0" destOrd="3" presId="urn:microsoft.com/office/officeart/2005/8/layout/vList5"/>
    <dgm:cxn modelId="{C7DE948D-B193-4A21-81AD-7C56509063AA}" type="presOf" srcId="{89774127-93A3-46B7-99A1-57C77ED6E7DE}" destId="{B796E003-FECE-452D-A6B4-4A5DF0836EB6}" srcOrd="0" destOrd="0" presId="urn:microsoft.com/office/officeart/2005/8/layout/vList5"/>
    <dgm:cxn modelId="{914DE893-8126-4E36-8837-4A68FB66B01C}" srcId="{54D03F65-FFBC-4A7E-B13B-5D65A5B2F557}" destId="{96AFF1CA-A70C-4F27-B87A-82A242E38760}" srcOrd="3" destOrd="0" parTransId="{214256DA-DFB3-4F10-A973-486E122E227B}" sibTransId="{12317DCB-CCBE-45A0-A717-1D144555A35C}"/>
    <dgm:cxn modelId="{80B25CA6-B06C-4256-BE6A-2AAB395BFA80}" type="presOf" srcId="{9CADF914-7B77-49D3-BE37-F8E6C0E5BAE9}" destId="{2D440CE8-2E27-42EC-92E6-17C792E10CC3}" srcOrd="0" destOrd="1" presId="urn:microsoft.com/office/officeart/2005/8/layout/vList5"/>
    <dgm:cxn modelId="{B87616B4-14CD-4283-A355-170DB6A8E873}" type="presOf" srcId="{C379E839-CE02-4CD3-AB9D-570908E24598}" destId="{2D440CE8-2E27-42EC-92E6-17C792E10CC3}" srcOrd="0" destOrd="4" presId="urn:microsoft.com/office/officeart/2005/8/layout/vList5"/>
    <dgm:cxn modelId="{950CC1B8-5CF2-4BF8-BD29-57D2ABEB9D42}" type="presOf" srcId="{08EFD909-2AFF-4B07-A2B8-FA82FD6A4437}" destId="{2D440CE8-2E27-42EC-92E6-17C792E10CC3}" srcOrd="0" destOrd="0" presId="urn:microsoft.com/office/officeart/2005/8/layout/vList5"/>
    <dgm:cxn modelId="{A74837BD-22F4-40AC-A155-3E2817930264}" type="presOf" srcId="{16B21D61-7090-40B9-A54C-4F0603D2C18C}" destId="{2D440CE8-2E27-42EC-92E6-17C792E10CC3}" srcOrd="0" destOrd="2" presId="urn:microsoft.com/office/officeart/2005/8/layout/vList5"/>
    <dgm:cxn modelId="{C4AC72EB-A4EC-426E-BBEE-58A80384AB8E}" srcId="{54D03F65-FFBC-4A7E-B13B-5D65A5B2F557}" destId="{C379E839-CE02-4CD3-AB9D-570908E24598}" srcOrd="4" destOrd="0" parTransId="{D56F0BBA-6C59-430B-A2EE-3BFA14043432}" sibTransId="{615C9DA8-C771-4FB1-BDD7-728672E0A4D3}"/>
    <dgm:cxn modelId="{77970FFE-9E4A-486A-8FE4-219704B1BC53}" type="presOf" srcId="{54D03F65-FFBC-4A7E-B13B-5D65A5B2F557}" destId="{930D4845-75DF-483D-9EF7-3BA0DB1DB204}" srcOrd="0" destOrd="0" presId="urn:microsoft.com/office/officeart/2005/8/layout/vList5"/>
    <dgm:cxn modelId="{C9B9794C-8648-41AD-ABDD-E408F294B970}" type="presParOf" srcId="{B796E003-FECE-452D-A6B4-4A5DF0836EB6}" destId="{51BD4356-6ADE-4E43-B6D5-D87BC4EFB524}" srcOrd="0" destOrd="0" presId="urn:microsoft.com/office/officeart/2005/8/layout/vList5"/>
    <dgm:cxn modelId="{734C2385-637B-452C-8925-665FB8FD2C32}" type="presParOf" srcId="{51BD4356-6ADE-4E43-B6D5-D87BC4EFB524}" destId="{930D4845-75DF-483D-9EF7-3BA0DB1DB204}" srcOrd="0" destOrd="0" presId="urn:microsoft.com/office/officeart/2005/8/layout/vList5"/>
    <dgm:cxn modelId="{10EEB093-3103-43ED-8044-032F52226410}" type="presParOf" srcId="{51BD4356-6ADE-4E43-B6D5-D87BC4EFB524}" destId="{2D440CE8-2E27-42EC-92E6-17C792E10C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64AAF22-9CFC-45C9-8A0E-1A0072ED4B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BDFA4EE6-B871-4D5B-9CA1-2FBDD927C5B9}">
      <dgm:prSet/>
      <dgm:spPr/>
      <dgm:t>
        <a:bodyPr/>
        <a:lstStyle/>
        <a:p>
          <a:r>
            <a:rPr lang="en-US" dirty="0"/>
            <a:t>                  Step 3</a:t>
          </a:r>
        </a:p>
      </dgm:t>
    </dgm:pt>
    <dgm:pt modelId="{233BA7A5-ADD7-4E61-84C1-3D3DBAB28C06}" type="sibTrans" cxnId="{6B3849F4-687F-422B-82AA-A81F4B6C38FB}">
      <dgm:prSet/>
      <dgm:spPr/>
      <dgm:t>
        <a:bodyPr/>
        <a:lstStyle/>
        <a:p>
          <a:endParaRPr lang="en-PK"/>
        </a:p>
      </dgm:t>
    </dgm:pt>
    <dgm:pt modelId="{70FC6D2A-6B92-40A2-9CDE-024503F877AA}" type="parTrans" cxnId="{6B3849F4-687F-422B-82AA-A81F4B6C38FB}">
      <dgm:prSet/>
      <dgm:spPr/>
      <dgm:t>
        <a:bodyPr/>
        <a:lstStyle/>
        <a:p>
          <a:endParaRPr lang="en-PK"/>
        </a:p>
      </dgm:t>
    </dgm:pt>
    <dgm:pt modelId="{DDF08822-77CF-4E9D-B55B-B7F9DCD704A8}" type="pres">
      <dgm:prSet presAssocID="{A64AAF22-9CFC-45C9-8A0E-1A0072ED4BEE}" presName="linear" presStyleCnt="0">
        <dgm:presLayoutVars>
          <dgm:animLvl val="lvl"/>
          <dgm:resizeHandles val="exact"/>
        </dgm:presLayoutVars>
      </dgm:prSet>
      <dgm:spPr/>
    </dgm:pt>
    <dgm:pt modelId="{91439DB0-7339-40A9-867B-E23B44F4B40E}" type="pres">
      <dgm:prSet presAssocID="{BDFA4EE6-B871-4D5B-9CA1-2FBDD927C5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506161A-0E78-48A7-8E16-D38E12C2FD05}" type="presOf" srcId="{A64AAF22-9CFC-45C9-8A0E-1A0072ED4BEE}" destId="{DDF08822-77CF-4E9D-B55B-B7F9DCD704A8}" srcOrd="0" destOrd="0" presId="urn:microsoft.com/office/officeart/2005/8/layout/vList2"/>
    <dgm:cxn modelId="{47905066-E357-4D8F-BABF-749210C9497E}" type="presOf" srcId="{BDFA4EE6-B871-4D5B-9CA1-2FBDD927C5B9}" destId="{91439DB0-7339-40A9-867B-E23B44F4B40E}" srcOrd="0" destOrd="0" presId="urn:microsoft.com/office/officeart/2005/8/layout/vList2"/>
    <dgm:cxn modelId="{6B3849F4-687F-422B-82AA-A81F4B6C38FB}" srcId="{A64AAF22-9CFC-45C9-8A0E-1A0072ED4BEE}" destId="{BDFA4EE6-B871-4D5B-9CA1-2FBDD927C5B9}" srcOrd="0" destOrd="0" parTransId="{70FC6D2A-6B92-40A2-9CDE-024503F877AA}" sibTransId="{233BA7A5-ADD7-4E61-84C1-3D3DBAB28C06}"/>
    <dgm:cxn modelId="{8F9BCE4E-07E7-47B7-B76C-C7229F80BCDC}" type="presParOf" srcId="{DDF08822-77CF-4E9D-B55B-B7F9DCD704A8}" destId="{91439DB0-7339-40A9-867B-E23B44F4B4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3A24908-2BF4-488B-94AF-9C95BEF971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43A429CB-9736-4C95-AB46-D8FF74F2DBD5}">
      <dgm:prSet/>
      <dgm:spPr/>
      <dgm:t>
        <a:bodyPr/>
        <a:lstStyle/>
        <a:p>
          <a:r>
            <a:rPr lang="en-US" dirty="0"/>
            <a:t>Rehearse all points you have prepared</a:t>
          </a:r>
          <a:endParaRPr lang="en-PK" dirty="0"/>
        </a:p>
      </dgm:t>
    </dgm:pt>
    <dgm:pt modelId="{7B71DD58-E0B1-431E-86EC-6E72A8DB85E7}" type="parTrans" cxnId="{7A9F297E-7AB4-4B12-BB7E-0884307DFA67}">
      <dgm:prSet/>
      <dgm:spPr/>
      <dgm:t>
        <a:bodyPr/>
        <a:lstStyle/>
        <a:p>
          <a:endParaRPr lang="en-PK"/>
        </a:p>
      </dgm:t>
    </dgm:pt>
    <dgm:pt modelId="{D6822F1D-FFB0-4410-BCA7-A5CFE7ED94FF}" type="sibTrans" cxnId="{7A9F297E-7AB4-4B12-BB7E-0884307DFA67}">
      <dgm:prSet/>
      <dgm:spPr/>
      <dgm:t>
        <a:bodyPr/>
        <a:lstStyle/>
        <a:p>
          <a:endParaRPr lang="en-PK"/>
        </a:p>
      </dgm:t>
    </dgm:pt>
    <dgm:pt modelId="{726BF6A9-0857-4FB6-ACAA-1B3761BAB4FE}">
      <dgm:prSet/>
      <dgm:spPr/>
      <dgm:t>
        <a:bodyPr/>
        <a:lstStyle/>
        <a:p>
          <a:r>
            <a:rPr lang="en-US"/>
            <a:t>Rehearse with visual aids and handouts</a:t>
          </a:r>
          <a:endParaRPr lang="en-PK"/>
        </a:p>
      </dgm:t>
    </dgm:pt>
    <dgm:pt modelId="{4EFC4A5A-C0DD-4B0C-B7F5-8CE750B0DCC0}" type="parTrans" cxnId="{237A6C3E-1003-4E4C-8DCE-6F052CB91CCF}">
      <dgm:prSet/>
      <dgm:spPr/>
      <dgm:t>
        <a:bodyPr/>
        <a:lstStyle/>
        <a:p>
          <a:endParaRPr lang="en-PK"/>
        </a:p>
      </dgm:t>
    </dgm:pt>
    <dgm:pt modelId="{6D5BC7ED-16DB-4980-9E0D-E34E58F7DAD8}" type="sibTrans" cxnId="{237A6C3E-1003-4E4C-8DCE-6F052CB91CCF}">
      <dgm:prSet/>
      <dgm:spPr/>
      <dgm:t>
        <a:bodyPr/>
        <a:lstStyle/>
        <a:p>
          <a:endParaRPr lang="en-PK"/>
        </a:p>
      </dgm:t>
    </dgm:pt>
    <dgm:pt modelId="{245CF657-9323-4BEB-B8B1-60773BF790FE}">
      <dgm:prSet/>
      <dgm:spPr/>
      <dgm:t>
        <a:bodyPr/>
        <a:lstStyle/>
        <a:p>
          <a:r>
            <a:rPr lang="en-US" dirty="0"/>
            <a:t>Practice again and again to manage time</a:t>
          </a:r>
          <a:endParaRPr lang="en-PK" dirty="0"/>
        </a:p>
      </dgm:t>
    </dgm:pt>
    <dgm:pt modelId="{595D7A26-8C48-42A6-A8B7-15CD26E7554A}" type="parTrans" cxnId="{72FE853B-6501-4E70-B124-689D76439814}">
      <dgm:prSet/>
      <dgm:spPr/>
      <dgm:t>
        <a:bodyPr/>
        <a:lstStyle/>
        <a:p>
          <a:endParaRPr lang="en-PK"/>
        </a:p>
      </dgm:t>
    </dgm:pt>
    <dgm:pt modelId="{6FA03861-36C8-4851-AC07-FBD852CC92CC}" type="sibTrans" cxnId="{72FE853B-6501-4E70-B124-689D76439814}">
      <dgm:prSet/>
      <dgm:spPr/>
      <dgm:t>
        <a:bodyPr/>
        <a:lstStyle/>
        <a:p>
          <a:endParaRPr lang="en-PK"/>
        </a:p>
      </dgm:t>
    </dgm:pt>
    <dgm:pt modelId="{7D6A9078-4E8B-4F26-8E36-A2A8DA36F1F3}">
      <dgm:prSet/>
      <dgm:spPr/>
      <dgm:t>
        <a:bodyPr/>
        <a:lstStyle/>
        <a:p>
          <a:r>
            <a:rPr lang="en-US"/>
            <a:t>Rehearse in front of a mirror or a friend.</a:t>
          </a:r>
          <a:endParaRPr lang="en-PK"/>
        </a:p>
      </dgm:t>
    </dgm:pt>
    <dgm:pt modelId="{9877407D-36D3-4B25-ABBD-5DEE260D591A}" type="parTrans" cxnId="{1A57AFD2-A1D5-4467-8FCD-D2C29FB8C820}">
      <dgm:prSet/>
      <dgm:spPr/>
      <dgm:t>
        <a:bodyPr/>
        <a:lstStyle/>
        <a:p>
          <a:endParaRPr lang="en-PK"/>
        </a:p>
      </dgm:t>
    </dgm:pt>
    <dgm:pt modelId="{5D0547CB-F446-47A8-A703-408DA9C0A91C}" type="sibTrans" cxnId="{1A57AFD2-A1D5-4467-8FCD-D2C29FB8C820}">
      <dgm:prSet/>
      <dgm:spPr/>
      <dgm:t>
        <a:bodyPr/>
        <a:lstStyle/>
        <a:p>
          <a:endParaRPr lang="en-PK"/>
        </a:p>
      </dgm:t>
    </dgm:pt>
    <dgm:pt modelId="{E08E3323-63F9-4A5F-BADA-9489073EA1EB}" type="pres">
      <dgm:prSet presAssocID="{33A24908-2BF4-488B-94AF-9C95BEF97162}" presName="linear" presStyleCnt="0">
        <dgm:presLayoutVars>
          <dgm:animLvl val="lvl"/>
          <dgm:resizeHandles val="exact"/>
        </dgm:presLayoutVars>
      </dgm:prSet>
      <dgm:spPr/>
    </dgm:pt>
    <dgm:pt modelId="{CD70C298-ACB2-4823-AA6C-B81DDB81C0C4}" type="pres">
      <dgm:prSet presAssocID="{43A429CB-9736-4C95-AB46-D8FF74F2DBD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85237D-84C5-44F7-99BB-C5F90DAA74E6}" type="pres">
      <dgm:prSet presAssocID="{D6822F1D-FFB0-4410-BCA7-A5CFE7ED94FF}" presName="spacer" presStyleCnt="0"/>
      <dgm:spPr/>
    </dgm:pt>
    <dgm:pt modelId="{DCD9C8A5-15A5-4C15-B601-7B85AE34B599}" type="pres">
      <dgm:prSet presAssocID="{726BF6A9-0857-4FB6-ACAA-1B3761BAB4F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03B5B8-28B6-421F-85E1-1AAE0F2C9B02}" type="pres">
      <dgm:prSet presAssocID="{6D5BC7ED-16DB-4980-9E0D-E34E58F7DAD8}" presName="spacer" presStyleCnt="0"/>
      <dgm:spPr/>
    </dgm:pt>
    <dgm:pt modelId="{A1F4E105-69B8-4227-BE7C-CDB681113EA7}" type="pres">
      <dgm:prSet presAssocID="{245CF657-9323-4BEB-B8B1-60773BF790FE}" presName="parentText" presStyleLbl="node1" presStyleIdx="2" presStyleCnt="4" custLinFactNeighborX="154" custLinFactNeighborY="-14018">
        <dgm:presLayoutVars>
          <dgm:chMax val="0"/>
          <dgm:bulletEnabled val="1"/>
        </dgm:presLayoutVars>
      </dgm:prSet>
      <dgm:spPr/>
    </dgm:pt>
    <dgm:pt modelId="{6CBCD0B2-99FA-40B8-8C35-CE9E29C23267}" type="pres">
      <dgm:prSet presAssocID="{6FA03861-36C8-4851-AC07-FBD852CC92CC}" presName="spacer" presStyleCnt="0"/>
      <dgm:spPr/>
    </dgm:pt>
    <dgm:pt modelId="{4ED1D52F-2EBF-4523-A19A-01C43F85809A}" type="pres">
      <dgm:prSet presAssocID="{7D6A9078-4E8B-4F26-8E36-A2A8DA36F1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24600B-3C77-4748-A5B9-3BD88839FA82}" type="presOf" srcId="{33A24908-2BF4-488B-94AF-9C95BEF97162}" destId="{E08E3323-63F9-4A5F-BADA-9489073EA1EB}" srcOrd="0" destOrd="0" presId="urn:microsoft.com/office/officeart/2005/8/layout/vList2"/>
    <dgm:cxn modelId="{72FE853B-6501-4E70-B124-689D76439814}" srcId="{33A24908-2BF4-488B-94AF-9C95BEF97162}" destId="{245CF657-9323-4BEB-B8B1-60773BF790FE}" srcOrd="2" destOrd="0" parTransId="{595D7A26-8C48-42A6-A8B7-15CD26E7554A}" sibTransId="{6FA03861-36C8-4851-AC07-FBD852CC92CC}"/>
    <dgm:cxn modelId="{237A6C3E-1003-4E4C-8DCE-6F052CB91CCF}" srcId="{33A24908-2BF4-488B-94AF-9C95BEF97162}" destId="{726BF6A9-0857-4FB6-ACAA-1B3761BAB4FE}" srcOrd="1" destOrd="0" parTransId="{4EFC4A5A-C0DD-4B0C-B7F5-8CE750B0DCC0}" sibTransId="{6D5BC7ED-16DB-4980-9E0D-E34E58F7DAD8}"/>
    <dgm:cxn modelId="{0418776D-121E-41CD-93B7-F87F763DF515}" type="presOf" srcId="{245CF657-9323-4BEB-B8B1-60773BF790FE}" destId="{A1F4E105-69B8-4227-BE7C-CDB681113EA7}" srcOrd="0" destOrd="0" presId="urn:microsoft.com/office/officeart/2005/8/layout/vList2"/>
    <dgm:cxn modelId="{86FAF970-3948-4F3F-883E-7F074E07CFAA}" type="presOf" srcId="{726BF6A9-0857-4FB6-ACAA-1B3761BAB4FE}" destId="{DCD9C8A5-15A5-4C15-B601-7B85AE34B599}" srcOrd="0" destOrd="0" presId="urn:microsoft.com/office/officeart/2005/8/layout/vList2"/>
    <dgm:cxn modelId="{7A9F297E-7AB4-4B12-BB7E-0884307DFA67}" srcId="{33A24908-2BF4-488B-94AF-9C95BEF97162}" destId="{43A429CB-9736-4C95-AB46-D8FF74F2DBD5}" srcOrd="0" destOrd="0" parTransId="{7B71DD58-E0B1-431E-86EC-6E72A8DB85E7}" sibTransId="{D6822F1D-FFB0-4410-BCA7-A5CFE7ED94FF}"/>
    <dgm:cxn modelId="{CF7B4D85-09ED-4DEB-8C05-88FED51D3D82}" type="presOf" srcId="{7D6A9078-4E8B-4F26-8E36-A2A8DA36F1F3}" destId="{4ED1D52F-2EBF-4523-A19A-01C43F85809A}" srcOrd="0" destOrd="0" presId="urn:microsoft.com/office/officeart/2005/8/layout/vList2"/>
    <dgm:cxn modelId="{1A57AFD2-A1D5-4467-8FCD-D2C29FB8C820}" srcId="{33A24908-2BF4-488B-94AF-9C95BEF97162}" destId="{7D6A9078-4E8B-4F26-8E36-A2A8DA36F1F3}" srcOrd="3" destOrd="0" parTransId="{9877407D-36D3-4B25-ABBD-5DEE260D591A}" sibTransId="{5D0547CB-F446-47A8-A703-408DA9C0A91C}"/>
    <dgm:cxn modelId="{6B4893E3-B7F7-436D-97C8-A44518034F5C}" type="presOf" srcId="{43A429CB-9736-4C95-AB46-D8FF74F2DBD5}" destId="{CD70C298-ACB2-4823-AA6C-B81DDB81C0C4}" srcOrd="0" destOrd="0" presId="urn:microsoft.com/office/officeart/2005/8/layout/vList2"/>
    <dgm:cxn modelId="{CAC159AF-11F9-4B32-ACE7-327D59B7F75D}" type="presParOf" srcId="{E08E3323-63F9-4A5F-BADA-9489073EA1EB}" destId="{CD70C298-ACB2-4823-AA6C-B81DDB81C0C4}" srcOrd="0" destOrd="0" presId="urn:microsoft.com/office/officeart/2005/8/layout/vList2"/>
    <dgm:cxn modelId="{0E4080DE-58BA-4C54-BEA9-FB528726B658}" type="presParOf" srcId="{E08E3323-63F9-4A5F-BADA-9489073EA1EB}" destId="{8D85237D-84C5-44F7-99BB-C5F90DAA74E6}" srcOrd="1" destOrd="0" presId="urn:microsoft.com/office/officeart/2005/8/layout/vList2"/>
    <dgm:cxn modelId="{26A405FD-4BB1-4BC4-A174-AC473884CF32}" type="presParOf" srcId="{E08E3323-63F9-4A5F-BADA-9489073EA1EB}" destId="{DCD9C8A5-15A5-4C15-B601-7B85AE34B599}" srcOrd="2" destOrd="0" presId="urn:microsoft.com/office/officeart/2005/8/layout/vList2"/>
    <dgm:cxn modelId="{9E73AD80-ECA2-41E9-BB89-96C6D09E6B8B}" type="presParOf" srcId="{E08E3323-63F9-4A5F-BADA-9489073EA1EB}" destId="{9403B5B8-28B6-421F-85E1-1AAE0F2C9B02}" srcOrd="3" destOrd="0" presId="urn:microsoft.com/office/officeart/2005/8/layout/vList2"/>
    <dgm:cxn modelId="{8EDD3942-4D20-4851-96DB-EFDA69C460D2}" type="presParOf" srcId="{E08E3323-63F9-4A5F-BADA-9489073EA1EB}" destId="{A1F4E105-69B8-4227-BE7C-CDB681113EA7}" srcOrd="4" destOrd="0" presId="urn:microsoft.com/office/officeart/2005/8/layout/vList2"/>
    <dgm:cxn modelId="{644EB64D-F4BF-43CA-B3BE-56F90819A319}" type="presParOf" srcId="{E08E3323-63F9-4A5F-BADA-9489073EA1EB}" destId="{6CBCD0B2-99FA-40B8-8C35-CE9E29C23267}" srcOrd="5" destOrd="0" presId="urn:microsoft.com/office/officeart/2005/8/layout/vList2"/>
    <dgm:cxn modelId="{B8CA22C4-AEDA-4248-87AA-A4CB40612F1F}" type="presParOf" srcId="{E08E3323-63F9-4A5F-BADA-9489073EA1EB}" destId="{4ED1D52F-2EBF-4523-A19A-01C43F8580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31386F6-4785-4727-B49E-CDB31AD1EF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A9D5526D-4E0D-409F-861E-25EF65B515E2}">
      <dgm:prSet/>
      <dgm:spPr/>
      <dgm:t>
        <a:bodyPr/>
        <a:lstStyle/>
        <a:p>
          <a:r>
            <a:rPr lang="en-US" dirty="0"/>
            <a:t>                   Step 4</a:t>
          </a:r>
          <a:endParaRPr lang="en-PK" dirty="0"/>
        </a:p>
      </dgm:t>
    </dgm:pt>
    <dgm:pt modelId="{7AAEB4FC-DC45-4EAC-AF51-3BABAFF06676}" type="parTrans" cxnId="{2EF085E1-5E8B-462C-8EC0-6AC0DF792917}">
      <dgm:prSet/>
      <dgm:spPr/>
      <dgm:t>
        <a:bodyPr/>
        <a:lstStyle/>
        <a:p>
          <a:endParaRPr lang="en-PK"/>
        </a:p>
      </dgm:t>
    </dgm:pt>
    <dgm:pt modelId="{B316D5CA-6BA7-4D5D-B109-785BB05C82C3}" type="sibTrans" cxnId="{2EF085E1-5E8B-462C-8EC0-6AC0DF792917}">
      <dgm:prSet/>
      <dgm:spPr/>
      <dgm:t>
        <a:bodyPr/>
        <a:lstStyle/>
        <a:p>
          <a:endParaRPr lang="en-PK"/>
        </a:p>
      </dgm:t>
    </dgm:pt>
    <dgm:pt modelId="{E59DDE92-91B2-4BAC-99A7-D07C2DCC223F}" type="pres">
      <dgm:prSet presAssocID="{331386F6-4785-4727-B49E-CDB31AD1EF2A}" presName="linear" presStyleCnt="0">
        <dgm:presLayoutVars>
          <dgm:animLvl val="lvl"/>
          <dgm:resizeHandles val="exact"/>
        </dgm:presLayoutVars>
      </dgm:prSet>
      <dgm:spPr/>
    </dgm:pt>
    <dgm:pt modelId="{2FB59550-ACA2-42A4-9FFF-5A0B459B5A4C}" type="pres">
      <dgm:prSet presAssocID="{A9D5526D-4E0D-409F-861E-25EF65B515E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9C68913-DF4A-48FF-B0C1-73A85AC856B2}" type="presOf" srcId="{331386F6-4785-4727-B49E-CDB31AD1EF2A}" destId="{E59DDE92-91B2-4BAC-99A7-D07C2DCC223F}" srcOrd="0" destOrd="0" presId="urn:microsoft.com/office/officeart/2005/8/layout/vList2"/>
    <dgm:cxn modelId="{8BBE8621-5D2C-443B-B591-CB9312B7454B}" type="presOf" srcId="{A9D5526D-4E0D-409F-861E-25EF65B515E2}" destId="{2FB59550-ACA2-42A4-9FFF-5A0B459B5A4C}" srcOrd="0" destOrd="0" presId="urn:microsoft.com/office/officeart/2005/8/layout/vList2"/>
    <dgm:cxn modelId="{2EF085E1-5E8B-462C-8EC0-6AC0DF792917}" srcId="{331386F6-4785-4727-B49E-CDB31AD1EF2A}" destId="{A9D5526D-4E0D-409F-861E-25EF65B515E2}" srcOrd="0" destOrd="0" parTransId="{7AAEB4FC-DC45-4EAC-AF51-3BABAFF06676}" sibTransId="{B316D5CA-6BA7-4D5D-B109-785BB05C82C3}"/>
    <dgm:cxn modelId="{EF51F62E-8780-4B0C-816D-E8CE4EB754CF}" type="presParOf" srcId="{E59DDE92-91B2-4BAC-99A7-D07C2DCC223F}" destId="{2FB59550-ACA2-42A4-9FFF-5A0B459B5A4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F53FB96-1305-4449-8AEB-E86386A258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9217B5E2-D321-4B1B-BD43-069877402390}">
      <dgm:prSet custT="1"/>
      <dgm:spPr/>
      <dgm:t>
        <a:bodyPr/>
        <a:lstStyle/>
        <a:p>
          <a:endParaRPr lang="en-US" sz="4800" dirty="0"/>
        </a:p>
        <a:p>
          <a:r>
            <a:rPr lang="en-US" sz="4800" dirty="0"/>
            <a:t>                    Present </a:t>
          </a:r>
          <a:br>
            <a:rPr lang="en-US" sz="4800" dirty="0"/>
          </a:br>
          <a:endParaRPr lang="en-PK" sz="4800" dirty="0"/>
        </a:p>
      </dgm:t>
    </dgm:pt>
    <dgm:pt modelId="{19F41A45-838D-4EA4-8B3C-CA517372AA97}" type="parTrans" cxnId="{1F7B955B-B3F2-40A9-BCEE-367A4E8129C8}">
      <dgm:prSet/>
      <dgm:spPr/>
      <dgm:t>
        <a:bodyPr/>
        <a:lstStyle/>
        <a:p>
          <a:endParaRPr lang="en-PK"/>
        </a:p>
      </dgm:t>
    </dgm:pt>
    <dgm:pt modelId="{E641DFD9-DA1B-41BE-A89D-C59A7371722A}" type="sibTrans" cxnId="{1F7B955B-B3F2-40A9-BCEE-367A4E8129C8}">
      <dgm:prSet/>
      <dgm:spPr/>
      <dgm:t>
        <a:bodyPr/>
        <a:lstStyle/>
        <a:p>
          <a:endParaRPr lang="en-PK"/>
        </a:p>
      </dgm:t>
    </dgm:pt>
    <dgm:pt modelId="{F1CED679-4F3A-43C2-91D8-676601E09B59}" type="pres">
      <dgm:prSet presAssocID="{AF53FB96-1305-4449-8AEB-E86386A258AA}" presName="linear" presStyleCnt="0">
        <dgm:presLayoutVars>
          <dgm:animLvl val="lvl"/>
          <dgm:resizeHandles val="exact"/>
        </dgm:presLayoutVars>
      </dgm:prSet>
      <dgm:spPr/>
    </dgm:pt>
    <dgm:pt modelId="{C63268BB-91A6-4893-B01B-07CEDF91DFC6}" type="pres">
      <dgm:prSet presAssocID="{9217B5E2-D321-4B1B-BD43-06987740239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F7B955B-B3F2-40A9-BCEE-367A4E8129C8}" srcId="{AF53FB96-1305-4449-8AEB-E86386A258AA}" destId="{9217B5E2-D321-4B1B-BD43-069877402390}" srcOrd="0" destOrd="0" parTransId="{19F41A45-838D-4EA4-8B3C-CA517372AA97}" sibTransId="{E641DFD9-DA1B-41BE-A89D-C59A7371722A}"/>
    <dgm:cxn modelId="{7F96B365-BCE3-4E8D-AAB2-0F5480587C11}" type="presOf" srcId="{9217B5E2-D321-4B1B-BD43-069877402390}" destId="{C63268BB-91A6-4893-B01B-07CEDF91DFC6}" srcOrd="0" destOrd="0" presId="urn:microsoft.com/office/officeart/2005/8/layout/vList2"/>
    <dgm:cxn modelId="{65D64193-8FB7-40F4-BFDD-04B6C3D56874}" type="presOf" srcId="{AF53FB96-1305-4449-8AEB-E86386A258AA}" destId="{F1CED679-4F3A-43C2-91D8-676601E09B59}" srcOrd="0" destOrd="0" presId="urn:microsoft.com/office/officeart/2005/8/layout/vList2"/>
    <dgm:cxn modelId="{14D80A51-7045-451A-BFEF-8329E9A7305C}" type="presParOf" srcId="{F1CED679-4F3A-43C2-91D8-676601E09B59}" destId="{C63268BB-91A6-4893-B01B-07CEDF91DFC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7DDE784-DE78-4D96-B768-6D67C9172B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04AB9DCA-E6B3-4059-B155-5817B33FBDE7}">
      <dgm:prSet/>
      <dgm:spPr/>
      <dgm:t>
        <a:bodyPr/>
        <a:lstStyle/>
        <a:p>
          <a:r>
            <a:rPr lang="en-US"/>
            <a:t>Make a strong start</a:t>
          </a:r>
          <a:endParaRPr lang="en-PK"/>
        </a:p>
      </dgm:t>
    </dgm:pt>
    <dgm:pt modelId="{063E1F87-9365-4D79-9B8C-7E7447C673A1}" type="parTrans" cxnId="{2C05FBD1-27B4-458F-8E63-DAF984F6ECD1}">
      <dgm:prSet/>
      <dgm:spPr/>
      <dgm:t>
        <a:bodyPr/>
        <a:lstStyle/>
        <a:p>
          <a:endParaRPr lang="en-PK"/>
        </a:p>
      </dgm:t>
    </dgm:pt>
    <dgm:pt modelId="{12A9F52F-9558-44EF-BB32-1539DAD98250}" type="sibTrans" cxnId="{2C05FBD1-27B4-458F-8E63-DAF984F6ECD1}">
      <dgm:prSet/>
      <dgm:spPr/>
      <dgm:t>
        <a:bodyPr/>
        <a:lstStyle/>
        <a:p>
          <a:endParaRPr lang="en-PK"/>
        </a:p>
      </dgm:t>
    </dgm:pt>
    <dgm:pt modelId="{B2C5A838-2CD5-49C2-BD45-DD4A67C61E67}">
      <dgm:prSet/>
      <dgm:spPr/>
      <dgm:t>
        <a:bodyPr/>
        <a:lstStyle/>
        <a:p>
          <a:r>
            <a:rPr lang="en-US"/>
            <a:t>Engage the audience in first 2-3 minutes</a:t>
          </a:r>
          <a:endParaRPr lang="en-PK"/>
        </a:p>
      </dgm:t>
    </dgm:pt>
    <dgm:pt modelId="{045BB59D-54F6-49B4-A1C7-91D66F2DF309}" type="parTrans" cxnId="{2FD04D20-2E59-42BF-82A9-D238817EB249}">
      <dgm:prSet/>
      <dgm:spPr/>
      <dgm:t>
        <a:bodyPr/>
        <a:lstStyle/>
        <a:p>
          <a:endParaRPr lang="en-PK"/>
        </a:p>
      </dgm:t>
    </dgm:pt>
    <dgm:pt modelId="{C4131471-E871-44E3-A849-A44495D706D3}" type="sibTrans" cxnId="{2FD04D20-2E59-42BF-82A9-D238817EB249}">
      <dgm:prSet/>
      <dgm:spPr/>
      <dgm:t>
        <a:bodyPr/>
        <a:lstStyle/>
        <a:p>
          <a:endParaRPr lang="en-PK"/>
        </a:p>
      </dgm:t>
    </dgm:pt>
    <dgm:pt modelId="{C86168F2-6008-4DFB-A7FD-9742158E2D2C}">
      <dgm:prSet/>
      <dgm:spPr/>
      <dgm:t>
        <a:bodyPr/>
        <a:lstStyle/>
        <a:p>
          <a:r>
            <a:rPr lang="en-US"/>
            <a:t>Show your passion through your movements and gestures</a:t>
          </a:r>
          <a:endParaRPr lang="en-PK"/>
        </a:p>
      </dgm:t>
    </dgm:pt>
    <dgm:pt modelId="{7B9AEB48-F0F0-4DA0-A1BD-4930129CAAED}" type="parTrans" cxnId="{53EB1B3F-99EE-45D3-867F-2B43026BAF52}">
      <dgm:prSet/>
      <dgm:spPr/>
      <dgm:t>
        <a:bodyPr/>
        <a:lstStyle/>
        <a:p>
          <a:endParaRPr lang="en-PK"/>
        </a:p>
      </dgm:t>
    </dgm:pt>
    <dgm:pt modelId="{2D5A0088-DAD7-437A-AC79-92BAE65A830F}" type="sibTrans" cxnId="{53EB1B3F-99EE-45D3-867F-2B43026BAF52}">
      <dgm:prSet/>
      <dgm:spPr/>
      <dgm:t>
        <a:bodyPr/>
        <a:lstStyle/>
        <a:p>
          <a:endParaRPr lang="en-PK"/>
        </a:p>
      </dgm:t>
    </dgm:pt>
    <dgm:pt modelId="{55E5149A-CB62-41D4-9023-6F4B90C9DDB2}">
      <dgm:prSet/>
      <dgm:spPr/>
      <dgm:t>
        <a:bodyPr/>
        <a:lstStyle/>
        <a:p>
          <a:r>
            <a:rPr lang="en-US"/>
            <a:t>Make an eye contact</a:t>
          </a:r>
          <a:endParaRPr lang="en-PK"/>
        </a:p>
      </dgm:t>
    </dgm:pt>
    <dgm:pt modelId="{A2E61052-0308-4984-B090-A7F1BEB9CB9F}" type="parTrans" cxnId="{286A0991-ED7E-4311-B52C-626890A75330}">
      <dgm:prSet/>
      <dgm:spPr/>
      <dgm:t>
        <a:bodyPr/>
        <a:lstStyle/>
        <a:p>
          <a:endParaRPr lang="en-PK"/>
        </a:p>
      </dgm:t>
    </dgm:pt>
    <dgm:pt modelId="{010C13F7-452D-4B48-9298-BD15559E4683}" type="sibTrans" cxnId="{286A0991-ED7E-4311-B52C-626890A75330}">
      <dgm:prSet/>
      <dgm:spPr/>
      <dgm:t>
        <a:bodyPr/>
        <a:lstStyle/>
        <a:p>
          <a:endParaRPr lang="en-PK"/>
        </a:p>
      </dgm:t>
    </dgm:pt>
    <dgm:pt modelId="{654C8D8D-476E-479E-88E5-6B5E1C346153}">
      <dgm:prSet/>
      <dgm:spPr/>
      <dgm:t>
        <a:bodyPr/>
        <a:lstStyle/>
        <a:p>
          <a:r>
            <a:rPr lang="en-US"/>
            <a:t>Don’t forget to smile unless the topic is very grim.</a:t>
          </a:r>
          <a:endParaRPr lang="en-PK"/>
        </a:p>
      </dgm:t>
    </dgm:pt>
    <dgm:pt modelId="{86690788-EAA5-4185-990B-92DC5BDFF6EF}" type="parTrans" cxnId="{F0BA4929-6C4D-4CD3-AE71-F7992FD9F6C6}">
      <dgm:prSet/>
      <dgm:spPr/>
      <dgm:t>
        <a:bodyPr/>
        <a:lstStyle/>
        <a:p>
          <a:endParaRPr lang="en-PK"/>
        </a:p>
      </dgm:t>
    </dgm:pt>
    <dgm:pt modelId="{1B433FD3-FA54-4C26-93D1-21B1437B3581}" type="sibTrans" cxnId="{F0BA4929-6C4D-4CD3-AE71-F7992FD9F6C6}">
      <dgm:prSet/>
      <dgm:spPr/>
      <dgm:t>
        <a:bodyPr/>
        <a:lstStyle/>
        <a:p>
          <a:endParaRPr lang="en-PK"/>
        </a:p>
      </dgm:t>
    </dgm:pt>
    <dgm:pt modelId="{DCA24CCE-DE7B-4F99-81F5-32E4A665A779}" type="pres">
      <dgm:prSet presAssocID="{C7DDE784-DE78-4D96-B768-6D67C9172B5E}" presName="linear" presStyleCnt="0">
        <dgm:presLayoutVars>
          <dgm:animLvl val="lvl"/>
          <dgm:resizeHandles val="exact"/>
        </dgm:presLayoutVars>
      </dgm:prSet>
      <dgm:spPr/>
    </dgm:pt>
    <dgm:pt modelId="{6F6E9C89-32B0-46F0-B9B2-49A7A1FE42CD}" type="pres">
      <dgm:prSet presAssocID="{04AB9DCA-E6B3-4059-B155-5817B33FBDE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E93E62B-9430-4815-BDA6-F696245EC35D}" type="pres">
      <dgm:prSet presAssocID="{12A9F52F-9558-44EF-BB32-1539DAD98250}" presName="spacer" presStyleCnt="0"/>
      <dgm:spPr/>
    </dgm:pt>
    <dgm:pt modelId="{C9AB7466-1B52-4C44-9E3F-8A5C2DCE2764}" type="pres">
      <dgm:prSet presAssocID="{B2C5A838-2CD5-49C2-BD45-DD4A67C61E6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35D395B-4689-4392-9990-8FEF519C1ECA}" type="pres">
      <dgm:prSet presAssocID="{C4131471-E871-44E3-A849-A44495D706D3}" presName="spacer" presStyleCnt="0"/>
      <dgm:spPr/>
    </dgm:pt>
    <dgm:pt modelId="{291E3C37-6BD2-4C5A-B733-D82673991763}" type="pres">
      <dgm:prSet presAssocID="{C86168F2-6008-4DFB-A7FD-9742158E2D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A42308-8CB4-49F6-8204-40E45B4C0456}" type="pres">
      <dgm:prSet presAssocID="{2D5A0088-DAD7-437A-AC79-92BAE65A830F}" presName="spacer" presStyleCnt="0"/>
      <dgm:spPr/>
    </dgm:pt>
    <dgm:pt modelId="{37C5BBDE-755B-444C-8241-582543BA1594}" type="pres">
      <dgm:prSet presAssocID="{55E5149A-CB62-41D4-9023-6F4B90C9DDB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1A3DB92-5A0A-453A-ADF7-2EFC0EE4DBC8}" type="pres">
      <dgm:prSet presAssocID="{010C13F7-452D-4B48-9298-BD15559E4683}" presName="spacer" presStyleCnt="0"/>
      <dgm:spPr/>
    </dgm:pt>
    <dgm:pt modelId="{40B80F53-557A-4649-AAFC-EA39C397AB24}" type="pres">
      <dgm:prSet presAssocID="{654C8D8D-476E-479E-88E5-6B5E1C34615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4BBE500-9D02-4B9A-82E1-7061895FFB26}" type="presOf" srcId="{654C8D8D-476E-479E-88E5-6B5E1C346153}" destId="{40B80F53-557A-4649-AAFC-EA39C397AB24}" srcOrd="0" destOrd="0" presId="urn:microsoft.com/office/officeart/2005/8/layout/vList2"/>
    <dgm:cxn modelId="{5CC65414-564B-4E25-8C73-28180E9174E7}" type="presOf" srcId="{C7DDE784-DE78-4D96-B768-6D67C9172B5E}" destId="{DCA24CCE-DE7B-4F99-81F5-32E4A665A779}" srcOrd="0" destOrd="0" presId="urn:microsoft.com/office/officeart/2005/8/layout/vList2"/>
    <dgm:cxn modelId="{2FD04D20-2E59-42BF-82A9-D238817EB249}" srcId="{C7DDE784-DE78-4D96-B768-6D67C9172B5E}" destId="{B2C5A838-2CD5-49C2-BD45-DD4A67C61E67}" srcOrd="1" destOrd="0" parTransId="{045BB59D-54F6-49B4-A1C7-91D66F2DF309}" sibTransId="{C4131471-E871-44E3-A849-A44495D706D3}"/>
    <dgm:cxn modelId="{F0BA4929-6C4D-4CD3-AE71-F7992FD9F6C6}" srcId="{C7DDE784-DE78-4D96-B768-6D67C9172B5E}" destId="{654C8D8D-476E-479E-88E5-6B5E1C346153}" srcOrd="4" destOrd="0" parTransId="{86690788-EAA5-4185-990B-92DC5BDFF6EF}" sibTransId="{1B433FD3-FA54-4C26-93D1-21B1437B3581}"/>
    <dgm:cxn modelId="{53EB1B3F-99EE-45D3-867F-2B43026BAF52}" srcId="{C7DDE784-DE78-4D96-B768-6D67C9172B5E}" destId="{C86168F2-6008-4DFB-A7FD-9742158E2D2C}" srcOrd="2" destOrd="0" parTransId="{7B9AEB48-F0F0-4DA0-A1BD-4930129CAAED}" sibTransId="{2D5A0088-DAD7-437A-AC79-92BAE65A830F}"/>
    <dgm:cxn modelId="{B1030A48-9504-4071-A95A-9164D630A5DC}" type="presOf" srcId="{C86168F2-6008-4DFB-A7FD-9742158E2D2C}" destId="{291E3C37-6BD2-4C5A-B733-D82673991763}" srcOrd="0" destOrd="0" presId="urn:microsoft.com/office/officeart/2005/8/layout/vList2"/>
    <dgm:cxn modelId="{C918B848-DF87-4E03-9ADB-30DA44330C35}" type="presOf" srcId="{B2C5A838-2CD5-49C2-BD45-DD4A67C61E67}" destId="{C9AB7466-1B52-4C44-9E3F-8A5C2DCE2764}" srcOrd="0" destOrd="0" presId="urn:microsoft.com/office/officeart/2005/8/layout/vList2"/>
    <dgm:cxn modelId="{D850BA8B-AE2C-43A3-9CB9-A26DA0BE8F3D}" type="presOf" srcId="{04AB9DCA-E6B3-4059-B155-5817B33FBDE7}" destId="{6F6E9C89-32B0-46F0-B9B2-49A7A1FE42CD}" srcOrd="0" destOrd="0" presId="urn:microsoft.com/office/officeart/2005/8/layout/vList2"/>
    <dgm:cxn modelId="{286A0991-ED7E-4311-B52C-626890A75330}" srcId="{C7DDE784-DE78-4D96-B768-6D67C9172B5E}" destId="{55E5149A-CB62-41D4-9023-6F4B90C9DDB2}" srcOrd="3" destOrd="0" parTransId="{A2E61052-0308-4984-B090-A7F1BEB9CB9F}" sibTransId="{010C13F7-452D-4B48-9298-BD15559E4683}"/>
    <dgm:cxn modelId="{6BCE1BC5-293B-4AED-A528-341A262ABEC6}" type="presOf" srcId="{55E5149A-CB62-41D4-9023-6F4B90C9DDB2}" destId="{37C5BBDE-755B-444C-8241-582543BA1594}" srcOrd="0" destOrd="0" presId="urn:microsoft.com/office/officeart/2005/8/layout/vList2"/>
    <dgm:cxn modelId="{2C05FBD1-27B4-458F-8E63-DAF984F6ECD1}" srcId="{C7DDE784-DE78-4D96-B768-6D67C9172B5E}" destId="{04AB9DCA-E6B3-4059-B155-5817B33FBDE7}" srcOrd="0" destOrd="0" parTransId="{063E1F87-9365-4D79-9B8C-7E7447C673A1}" sibTransId="{12A9F52F-9558-44EF-BB32-1539DAD98250}"/>
    <dgm:cxn modelId="{5AE560E2-9F53-4017-A079-B5CD1E41E941}" type="presParOf" srcId="{DCA24CCE-DE7B-4F99-81F5-32E4A665A779}" destId="{6F6E9C89-32B0-46F0-B9B2-49A7A1FE42CD}" srcOrd="0" destOrd="0" presId="urn:microsoft.com/office/officeart/2005/8/layout/vList2"/>
    <dgm:cxn modelId="{1CF41EB0-536C-4FE7-BE46-8F5849AB3086}" type="presParOf" srcId="{DCA24CCE-DE7B-4F99-81F5-32E4A665A779}" destId="{1E93E62B-9430-4815-BDA6-F696245EC35D}" srcOrd="1" destOrd="0" presId="urn:microsoft.com/office/officeart/2005/8/layout/vList2"/>
    <dgm:cxn modelId="{F6C61C5A-7A6F-459B-8BB3-FAC4BCA49234}" type="presParOf" srcId="{DCA24CCE-DE7B-4F99-81F5-32E4A665A779}" destId="{C9AB7466-1B52-4C44-9E3F-8A5C2DCE2764}" srcOrd="2" destOrd="0" presId="urn:microsoft.com/office/officeart/2005/8/layout/vList2"/>
    <dgm:cxn modelId="{0FF89A9A-9184-40D6-9025-CD128952E1BC}" type="presParOf" srcId="{DCA24CCE-DE7B-4F99-81F5-32E4A665A779}" destId="{935D395B-4689-4392-9990-8FEF519C1ECA}" srcOrd="3" destOrd="0" presId="urn:microsoft.com/office/officeart/2005/8/layout/vList2"/>
    <dgm:cxn modelId="{860E6927-C1E8-4898-97D8-24F42DF0E314}" type="presParOf" srcId="{DCA24CCE-DE7B-4F99-81F5-32E4A665A779}" destId="{291E3C37-6BD2-4C5A-B733-D82673991763}" srcOrd="4" destOrd="0" presId="urn:microsoft.com/office/officeart/2005/8/layout/vList2"/>
    <dgm:cxn modelId="{DE6B7895-0558-44FC-BE60-05DFE4496820}" type="presParOf" srcId="{DCA24CCE-DE7B-4F99-81F5-32E4A665A779}" destId="{21A42308-8CB4-49F6-8204-40E45B4C0456}" srcOrd="5" destOrd="0" presId="urn:microsoft.com/office/officeart/2005/8/layout/vList2"/>
    <dgm:cxn modelId="{1E7F3B3D-8D0C-48D0-B6FC-257BDA017F48}" type="presParOf" srcId="{DCA24CCE-DE7B-4F99-81F5-32E4A665A779}" destId="{37C5BBDE-755B-444C-8241-582543BA1594}" srcOrd="6" destOrd="0" presId="urn:microsoft.com/office/officeart/2005/8/layout/vList2"/>
    <dgm:cxn modelId="{D47D6880-F2B2-4CF6-A9CE-09DCA561923D}" type="presParOf" srcId="{DCA24CCE-DE7B-4F99-81F5-32E4A665A779}" destId="{41A3DB92-5A0A-453A-ADF7-2EFC0EE4DBC8}" srcOrd="7" destOrd="0" presId="urn:microsoft.com/office/officeart/2005/8/layout/vList2"/>
    <dgm:cxn modelId="{FF9A6C77-7CCD-40CD-B706-81B3485C0C4E}" type="presParOf" srcId="{DCA24CCE-DE7B-4F99-81F5-32E4A665A779}" destId="{40B80F53-557A-4649-AAFC-EA39C397AB2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7398EC9-162F-4FCA-946C-130841BA83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359CA5C5-C64F-49F8-AC81-BB2D321471BC}">
      <dgm:prSet/>
      <dgm:spPr/>
      <dgm:t>
        <a:bodyPr/>
        <a:lstStyle/>
        <a:p>
          <a:r>
            <a:rPr lang="en-US" dirty="0"/>
            <a:t> Presentation Mistakes</a:t>
          </a:r>
          <a:endParaRPr lang="en-PK" dirty="0"/>
        </a:p>
      </dgm:t>
    </dgm:pt>
    <dgm:pt modelId="{135A079A-AE62-4C4F-A98C-F1299AEDD7B5}" type="parTrans" cxnId="{B4EF1586-265B-48C8-BDAD-5FBF6CA79CA7}">
      <dgm:prSet/>
      <dgm:spPr/>
      <dgm:t>
        <a:bodyPr/>
        <a:lstStyle/>
        <a:p>
          <a:endParaRPr lang="en-PK"/>
        </a:p>
      </dgm:t>
    </dgm:pt>
    <dgm:pt modelId="{9337ED6F-CB67-439C-AFEE-846E1FFEEE41}" type="sibTrans" cxnId="{B4EF1586-265B-48C8-BDAD-5FBF6CA79CA7}">
      <dgm:prSet/>
      <dgm:spPr/>
      <dgm:t>
        <a:bodyPr/>
        <a:lstStyle/>
        <a:p>
          <a:endParaRPr lang="en-PK"/>
        </a:p>
      </dgm:t>
    </dgm:pt>
    <dgm:pt modelId="{26948B54-6ACA-4828-8CF5-E606C75A391A}" type="pres">
      <dgm:prSet presAssocID="{D7398EC9-162F-4FCA-946C-130841BA83C2}" presName="linear" presStyleCnt="0">
        <dgm:presLayoutVars>
          <dgm:animLvl val="lvl"/>
          <dgm:resizeHandles val="exact"/>
        </dgm:presLayoutVars>
      </dgm:prSet>
      <dgm:spPr/>
    </dgm:pt>
    <dgm:pt modelId="{D8DBBB21-7E7C-4F11-AA08-7F08E9090E00}" type="pres">
      <dgm:prSet presAssocID="{359CA5C5-C64F-49F8-AC81-BB2D321471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12D9B65-2BF1-4829-AC5A-D5291233BB59}" type="presOf" srcId="{359CA5C5-C64F-49F8-AC81-BB2D321471BC}" destId="{D8DBBB21-7E7C-4F11-AA08-7F08E9090E00}" srcOrd="0" destOrd="0" presId="urn:microsoft.com/office/officeart/2005/8/layout/vList2"/>
    <dgm:cxn modelId="{40525373-308F-4FA5-8324-4A3C53AE8143}" type="presOf" srcId="{D7398EC9-162F-4FCA-946C-130841BA83C2}" destId="{26948B54-6ACA-4828-8CF5-E606C75A391A}" srcOrd="0" destOrd="0" presId="urn:microsoft.com/office/officeart/2005/8/layout/vList2"/>
    <dgm:cxn modelId="{B4EF1586-265B-48C8-BDAD-5FBF6CA79CA7}" srcId="{D7398EC9-162F-4FCA-946C-130841BA83C2}" destId="{359CA5C5-C64F-49F8-AC81-BB2D321471BC}" srcOrd="0" destOrd="0" parTransId="{135A079A-AE62-4C4F-A98C-F1299AEDD7B5}" sibTransId="{9337ED6F-CB67-439C-AFEE-846E1FFEEE41}"/>
    <dgm:cxn modelId="{D9CE2246-03B7-431B-80A1-30CF9D2FCEB4}" type="presParOf" srcId="{26948B54-6ACA-4828-8CF5-E606C75A391A}" destId="{D8DBBB21-7E7C-4F11-AA08-7F08E9090E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1BF1095-EFA3-4630-A294-16E7F8984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EFB4C218-F5E6-454D-9988-ACC005148C2B}">
      <dgm:prSet/>
      <dgm:spPr/>
      <dgm:t>
        <a:bodyPr/>
        <a:lstStyle/>
        <a:p>
          <a:r>
            <a:rPr lang="en-US" dirty="0"/>
            <a:t>Too much information</a:t>
          </a:r>
          <a:endParaRPr lang="en-PK" dirty="0"/>
        </a:p>
      </dgm:t>
    </dgm:pt>
    <dgm:pt modelId="{C9310AB4-7698-41E3-B192-5587F2EBF8B5}" type="parTrans" cxnId="{75C90C8B-842F-474B-A6A7-9CFD83747645}">
      <dgm:prSet/>
      <dgm:spPr/>
      <dgm:t>
        <a:bodyPr/>
        <a:lstStyle/>
        <a:p>
          <a:endParaRPr lang="en-PK"/>
        </a:p>
      </dgm:t>
    </dgm:pt>
    <dgm:pt modelId="{9D04E3EE-F235-437C-9551-3BCFF87164C2}" type="sibTrans" cxnId="{75C90C8B-842F-474B-A6A7-9CFD83747645}">
      <dgm:prSet/>
      <dgm:spPr/>
      <dgm:t>
        <a:bodyPr/>
        <a:lstStyle/>
        <a:p>
          <a:endParaRPr lang="en-PK"/>
        </a:p>
      </dgm:t>
    </dgm:pt>
    <dgm:pt modelId="{92AB2E94-38D7-4CFC-A094-1C6AF9759A77}">
      <dgm:prSet/>
      <dgm:spPr/>
      <dgm:t>
        <a:bodyPr/>
        <a:lstStyle/>
        <a:p>
          <a:r>
            <a:rPr lang="en-US" dirty="0"/>
            <a:t>Use of acronyms, abbreviations &amp; jargons</a:t>
          </a:r>
          <a:endParaRPr lang="en-PK" dirty="0"/>
        </a:p>
      </dgm:t>
    </dgm:pt>
    <dgm:pt modelId="{71A40680-FE45-43F8-BAB3-2AC5F0DA2C14}" type="parTrans" cxnId="{B93D131E-A0B6-4030-9B9D-FE3ED392F528}">
      <dgm:prSet/>
      <dgm:spPr/>
      <dgm:t>
        <a:bodyPr/>
        <a:lstStyle/>
        <a:p>
          <a:endParaRPr lang="en-PK"/>
        </a:p>
      </dgm:t>
    </dgm:pt>
    <dgm:pt modelId="{570023EE-B735-4AB3-B9A9-313FAB1A2F77}" type="sibTrans" cxnId="{B93D131E-A0B6-4030-9B9D-FE3ED392F528}">
      <dgm:prSet/>
      <dgm:spPr/>
      <dgm:t>
        <a:bodyPr/>
        <a:lstStyle/>
        <a:p>
          <a:endParaRPr lang="en-PK"/>
        </a:p>
      </dgm:t>
    </dgm:pt>
    <dgm:pt modelId="{84D4C7FF-3A91-4C57-B83E-D8013D6F73C9}">
      <dgm:prSet/>
      <dgm:spPr/>
      <dgm:t>
        <a:bodyPr/>
        <a:lstStyle/>
        <a:p>
          <a:r>
            <a:rPr lang="en-US" dirty="0"/>
            <a:t>Monotone presentation style is soporific</a:t>
          </a:r>
          <a:endParaRPr lang="en-PK" dirty="0"/>
        </a:p>
      </dgm:t>
    </dgm:pt>
    <dgm:pt modelId="{67F2D6DB-F5CD-463E-BD4D-F664EB75043F}" type="parTrans" cxnId="{E0969F4C-7E37-4A35-A656-F9E2FCD15BD9}">
      <dgm:prSet/>
      <dgm:spPr/>
      <dgm:t>
        <a:bodyPr/>
        <a:lstStyle/>
        <a:p>
          <a:endParaRPr lang="en-PK"/>
        </a:p>
      </dgm:t>
    </dgm:pt>
    <dgm:pt modelId="{AF1CD223-3149-4966-8F9C-75A4E1898A25}" type="sibTrans" cxnId="{E0969F4C-7E37-4A35-A656-F9E2FCD15BD9}">
      <dgm:prSet/>
      <dgm:spPr/>
      <dgm:t>
        <a:bodyPr/>
        <a:lstStyle/>
        <a:p>
          <a:endParaRPr lang="en-PK"/>
        </a:p>
      </dgm:t>
    </dgm:pt>
    <dgm:pt modelId="{02D1E79A-F698-45EF-BFE5-02593BF82AE5}">
      <dgm:prSet/>
      <dgm:spPr/>
      <dgm:t>
        <a:bodyPr/>
        <a:lstStyle/>
        <a:p>
          <a:r>
            <a:rPr lang="en-US" dirty="0"/>
            <a:t>Ignoring the audience</a:t>
          </a:r>
          <a:endParaRPr lang="en-PK" dirty="0"/>
        </a:p>
      </dgm:t>
    </dgm:pt>
    <dgm:pt modelId="{29FCB216-9228-4322-A72B-91C8A556D116}" type="parTrans" cxnId="{F565F409-6ADE-4236-8B1B-393A7C45E971}">
      <dgm:prSet/>
      <dgm:spPr/>
      <dgm:t>
        <a:bodyPr/>
        <a:lstStyle/>
        <a:p>
          <a:endParaRPr lang="en-PK"/>
        </a:p>
      </dgm:t>
    </dgm:pt>
    <dgm:pt modelId="{973FAD46-1F0E-4610-943E-2F63FE88CE4B}" type="sibTrans" cxnId="{F565F409-6ADE-4236-8B1B-393A7C45E971}">
      <dgm:prSet/>
      <dgm:spPr/>
      <dgm:t>
        <a:bodyPr/>
        <a:lstStyle/>
        <a:p>
          <a:endParaRPr lang="en-PK"/>
        </a:p>
      </dgm:t>
    </dgm:pt>
    <dgm:pt modelId="{EBB17470-9737-492F-B1C5-903DDE7B1908}">
      <dgm:prSet/>
      <dgm:spPr/>
      <dgm:t>
        <a:bodyPr/>
        <a:lstStyle/>
        <a:p>
          <a:r>
            <a:rPr lang="en-US" dirty="0"/>
            <a:t>Call to action(conclusion)is confusing &amp;vague</a:t>
          </a:r>
          <a:endParaRPr lang="en-PK" dirty="0"/>
        </a:p>
      </dgm:t>
    </dgm:pt>
    <dgm:pt modelId="{95AA2EE6-F251-4881-A05E-07B4BF345405}" type="sibTrans" cxnId="{AF97FAC8-31E8-4EB7-8ABE-C116EED89089}">
      <dgm:prSet/>
      <dgm:spPr/>
      <dgm:t>
        <a:bodyPr/>
        <a:lstStyle/>
        <a:p>
          <a:endParaRPr lang="en-PK"/>
        </a:p>
      </dgm:t>
    </dgm:pt>
    <dgm:pt modelId="{D488A9D2-3BC0-411C-A4F4-4DF812F50A5E}" type="parTrans" cxnId="{AF97FAC8-31E8-4EB7-8ABE-C116EED89089}">
      <dgm:prSet/>
      <dgm:spPr/>
      <dgm:t>
        <a:bodyPr/>
        <a:lstStyle/>
        <a:p>
          <a:endParaRPr lang="en-PK"/>
        </a:p>
      </dgm:t>
    </dgm:pt>
    <dgm:pt modelId="{F940FC6A-4930-4357-B45B-2C85831BE4CF}">
      <dgm:prSet/>
      <dgm:spPr/>
      <dgm:t>
        <a:bodyPr/>
        <a:lstStyle/>
        <a:p>
          <a:r>
            <a:rPr lang="en-US" dirty="0"/>
            <a:t>Presenting irrelevant information</a:t>
          </a:r>
          <a:endParaRPr lang="en-PK" dirty="0"/>
        </a:p>
      </dgm:t>
    </dgm:pt>
    <dgm:pt modelId="{7C86DB9D-126C-4420-9B0A-A275185A708B}" type="sibTrans" cxnId="{D90B8100-251B-4BF1-ACB3-4B9EF7A86DA0}">
      <dgm:prSet/>
      <dgm:spPr/>
      <dgm:t>
        <a:bodyPr/>
        <a:lstStyle/>
        <a:p>
          <a:endParaRPr lang="en-PK"/>
        </a:p>
      </dgm:t>
    </dgm:pt>
    <dgm:pt modelId="{D6A8BB7A-FB38-4F85-A6B8-66B005D65544}" type="parTrans" cxnId="{D90B8100-251B-4BF1-ACB3-4B9EF7A86DA0}">
      <dgm:prSet/>
      <dgm:spPr/>
      <dgm:t>
        <a:bodyPr/>
        <a:lstStyle/>
        <a:p>
          <a:endParaRPr lang="en-PK"/>
        </a:p>
      </dgm:t>
    </dgm:pt>
    <dgm:pt modelId="{DEA40F09-6FA3-4FE1-A62D-E9CC5D21A79F}">
      <dgm:prSet/>
      <dgm:spPr/>
      <dgm:t>
        <a:bodyPr/>
        <a:lstStyle/>
        <a:p>
          <a:r>
            <a:rPr lang="en-US" dirty="0"/>
            <a:t>Lack of practice </a:t>
          </a:r>
          <a:endParaRPr lang="en-PK" dirty="0"/>
        </a:p>
      </dgm:t>
    </dgm:pt>
    <dgm:pt modelId="{45F15A5E-9266-4F22-904B-C34D5C1FCB9E}" type="sibTrans" cxnId="{27049F28-C902-49E4-86AB-8802F0CE392D}">
      <dgm:prSet/>
      <dgm:spPr/>
      <dgm:t>
        <a:bodyPr/>
        <a:lstStyle/>
        <a:p>
          <a:endParaRPr lang="en-PK"/>
        </a:p>
      </dgm:t>
    </dgm:pt>
    <dgm:pt modelId="{3925C4CA-5449-4FE9-88FA-28C4A6FA2D63}" type="parTrans" cxnId="{27049F28-C902-49E4-86AB-8802F0CE392D}">
      <dgm:prSet/>
      <dgm:spPr/>
      <dgm:t>
        <a:bodyPr/>
        <a:lstStyle/>
        <a:p>
          <a:endParaRPr lang="en-PK"/>
        </a:p>
      </dgm:t>
    </dgm:pt>
    <dgm:pt modelId="{39FF0E71-45FE-4A8B-A2B3-7739E3EF160F}" type="pres">
      <dgm:prSet presAssocID="{E1BF1095-EFA3-4630-A294-16E7F89845D6}" presName="linear" presStyleCnt="0">
        <dgm:presLayoutVars>
          <dgm:animLvl val="lvl"/>
          <dgm:resizeHandles val="exact"/>
        </dgm:presLayoutVars>
      </dgm:prSet>
      <dgm:spPr/>
    </dgm:pt>
    <dgm:pt modelId="{94021C5F-79A9-4633-8A24-F0300AD7DD39}" type="pres">
      <dgm:prSet presAssocID="{EFB4C218-F5E6-454D-9988-ACC005148C2B}" presName="parentText" presStyleLbl="node1" presStyleIdx="0" presStyleCnt="7" custLinFactNeighborY="-64886">
        <dgm:presLayoutVars>
          <dgm:chMax val="0"/>
          <dgm:bulletEnabled val="1"/>
        </dgm:presLayoutVars>
      </dgm:prSet>
      <dgm:spPr/>
    </dgm:pt>
    <dgm:pt modelId="{845E468D-4778-4366-AE4B-BF0C981FDA8B}" type="pres">
      <dgm:prSet presAssocID="{9D04E3EE-F235-437C-9551-3BCFF87164C2}" presName="spacer" presStyleCnt="0"/>
      <dgm:spPr/>
    </dgm:pt>
    <dgm:pt modelId="{AADB58B9-CBB5-4408-B66C-F1AF3C086C2A}" type="pres">
      <dgm:prSet presAssocID="{92AB2E94-38D7-4CFC-A094-1C6AF9759A7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7862BA4-30B9-40E2-9F47-7E3C0DEAEB6C}" type="pres">
      <dgm:prSet presAssocID="{570023EE-B735-4AB3-B9A9-313FAB1A2F77}" presName="spacer" presStyleCnt="0"/>
      <dgm:spPr/>
    </dgm:pt>
    <dgm:pt modelId="{2BFFC940-EB09-40AD-80AE-1956D2089897}" type="pres">
      <dgm:prSet presAssocID="{F940FC6A-4930-4357-B45B-2C85831BE4C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9B35349-B200-49AD-B676-5677451861E9}" type="pres">
      <dgm:prSet presAssocID="{7C86DB9D-126C-4420-9B0A-A275185A708B}" presName="spacer" presStyleCnt="0"/>
      <dgm:spPr/>
    </dgm:pt>
    <dgm:pt modelId="{477CE820-32F5-4987-889E-784F9F831134}" type="pres">
      <dgm:prSet presAssocID="{EBB17470-9737-492F-B1C5-903DDE7B190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4192A29-592B-4304-BF80-B69657141650}" type="pres">
      <dgm:prSet presAssocID="{95AA2EE6-F251-4881-A05E-07B4BF345405}" presName="spacer" presStyleCnt="0"/>
      <dgm:spPr/>
    </dgm:pt>
    <dgm:pt modelId="{9A2BC248-F463-4F86-BEC7-5D98E80F2C00}" type="pres">
      <dgm:prSet presAssocID="{84D4C7FF-3A91-4C57-B83E-D8013D6F73C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082AD40-EDFA-4AB0-97E1-56BA90571757}" type="pres">
      <dgm:prSet presAssocID="{AF1CD223-3149-4966-8F9C-75A4E1898A25}" presName="spacer" presStyleCnt="0"/>
      <dgm:spPr/>
    </dgm:pt>
    <dgm:pt modelId="{87EBF3DF-F34E-493F-B1A8-876D0D79EA48}" type="pres">
      <dgm:prSet presAssocID="{DEA40F09-6FA3-4FE1-A62D-E9CC5D21A79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A48D6D5-36A8-40F2-9E23-4AA12F2D8A7E}" type="pres">
      <dgm:prSet presAssocID="{45F15A5E-9266-4F22-904B-C34D5C1FCB9E}" presName="spacer" presStyleCnt="0"/>
      <dgm:spPr/>
    </dgm:pt>
    <dgm:pt modelId="{37505867-70AB-4AB5-8204-D265A7492754}" type="pres">
      <dgm:prSet presAssocID="{02D1E79A-F698-45EF-BFE5-02593BF82AE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90B8100-251B-4BF1-ACB3-4B9EF7A86DA0}" srcId="{E1BF1095-EFA3-4630-A294-16E7F89845D6}" destId="{F940FC6A-4930-4357-B45B-2C85831BE4CF}" srcOrd="2" destOrd="0" parTransId="{D6A8BB7A-FB38-4F85-A6B8-66B005D65544}" sibTransId="{7C86DB9D-126C-4420-9B0A-A275185A708B}"/>
    <dgm:cxn modelId="{F565F409-6ADE-4236-8B1B-393A7C45E971}" srcId="{E1BF1095-EFA3-4630-A294-16E7F89845D6}" destId="{02D1E79A-F698-45EF-BFE5-02593BF82AE5}" srcOrd="6" destOrd="0" parTransId="{29FCB216-9228-4322-A72B-91C8A556D116}" sibTransId="{973FAD46-1F0E-4610-943E-2F63FE88CE4B}"/>
    <dgm:cxn modelId="{B93D131E-A0B6-4030-9B9D-FE3ED392F528}" srcId="{E1BF1095-EFA3-4630-A294-16E7F89845D6}" destId="{92AB2E94-38D7-4CFC-A094-1C6AF9759A77}" srcOrd="1" destOrd="0" parTransId="{71A40680-FE45-43F8-BAB3-2AC5F0DA2C14}" sibTransId="{570023EE-B735-4AB3-B9A9-313FAB1A2F77}"/>
    <dgm:cxn modelId="{27049F28-C902-49E4-86AB-8802F0CE392D}" srcId="{E1BF1095-EFA3-4630-A294-16E7F89845D6}" destId="{DEA40F09-6FA3-4FE1-A62D-E9CC5D21A79F}" srcOrd="5" destOrd="0" parTransId="{3925C4CA-5449-4FE9-88FA-28C4A6FA2D63}" sibTransId="{45F15A5E-9266-4F22-904B-C34D5C1FCB9E}"/>
    <dgm:cxn modelId="{2221E329-9966-4276-A466-3A4891A529CA}" type="presOf" srcId="{EBB17470-9737-492F-B1C5-903DDE7B1908}" destId="{477CE820-32F5-4987-889E-784F9F831134}" srcOrd="0" destOrd="0" presId="urn:microsoft.com/office/officeart/2005/8/layout/vList2"/>
    <dgm:cxn modelId="{A3FF8335-8D74-4FF5-BB83-0718F2CE3936}" type="presOf" srcId="{DEA40F09-6FA3-4FE1-A62D-E9CC5D21A79F}" destId="{87EBF3DF-F34E-493F-B1A8-876D0D79EA48}" srcOrd="0" destOrd="0" presId="urn:microsoft.com/office/officeart/2005/8/layout/vList2"/>
    <dgm:cxn modelId="{E0969F4C-7E37-4A35-A656-F9E2FCD15BD9}" srcId="{E1BF1095-EFA3-4630-A294-16E7F89845D6}" destId="{84D4C7FF-3A91-4C57-B83E-D8013D6F73C9}" srcOrd="4" destOrd="0" parTransId="{67F2D6DB-F5CD-463E-BD4D-F664EB75043F}" sibTransId="{AF1CD223-3149-4966-8F9C-75A4E1898A25}"/>
    <dgm:cxn modelId="{FCDF2978-96D3-4F61-B851-1F4C2799DE0E}" type="presOf" srcId="{E1BF1095-EFA3-4630-A294-16E7F89845D6}" destId="{39FF0E71-45FE-4A8B-A2B3-7739E3EF160F}" srcOrd="0" destOrd="0" presId="urn:microsoft.com/office/officeart/2005/8/layout/vList2"/>
    <dgm:cxn modelId="{75C90C8B-842F-474B-A6A7-9CFD83747645}" srcId="{E1BF1095-EFA3-4630-A294-16E7F89845D6}" destId="{EFB4C218-F5E6-454D-9988-ACC005148C2B}" srcOrd="0" destOrd="0" parTransId="{C9310AB4-7698-41E3-B192-5587F2EBF8B5}" sibTransId="{9D04E3EE-F235-437C-9551-3BCFF87164C2}"/>
    <dgm:cxn modelId="{040E9D8E-3A2E-475F-85B6-31DEAACCC503}" type="presOf" srcId="{92AB2E94-38D7-4CFC-A094-1C6AF9759A77}" destId="{AADB58B9-CBB5-4408-B66C-F1AF3C086C2A}" srcOrd="0" destOrd="0" presId="urn:microsoft.com/office/officeart/2005/8/layout/vList2"/>
    <dgm:cxn modelId="{940C25B5-AF4C-4D0F-B4F6-972CD4739535}" type="presOf" srcId="{84D4C7FF-3A91-4C57-B83E-D8013D6F73C9}" destId="{9A2BC248-F463-4F86-BEC7-5D98E80F2C00}" srcOrd="0" destOrd="0" presId="urn:microsoft.com/office/officeart/2005/8/layout/vList2"/>
    <dgm:cxn modelId="{2B4FB3C6-A581-4A61-8871-0EA259BEEA0F}" type="presOf" srcId="{EFB4C218-F5E6-454D-9988-ACC005148C2B}" destId="{94021C5F-79A9-4633-8A24-F0300AD7DD39}" srcOrd="0" destOrd="0" presId="urn:microsoft.com/office/officeart/2005/8/layout/vList2"/>
    <dgm:cxn modelId="{AF97FAC8-31E8-4EB7-8ABE-C116EED89089}" srcId="{E1BF1095-EFA3-4630-A294-16E7F89845D6}" destId="{EBB17470-9737-492F-B1C5-903DDE7B1908}" srcOrd="3" destOrd="0" parTransId="{D488A9D2-3BC0-411C-A4F4-4DF812F50A5E}" sibTransId="{95AA2EE6-F251-4881-A05E-07B4BF345405}"/>
    <dgm:cxn modelId="{AB782DDB-9973-47B3-BB93-7D3892DAA7BC}" type="presOf" srcId="{F940FC6A-4930-4357-B45B-2C85831BE4CF}" destId="{2BFFC940-EB09-40AD-80AE-1956D2089897}" srcOrd="0" destOrd="0" presId="urn:microsoft.com/office/officeart/2005/8/layout/vList2"/>
    <dgm:cxn modelId="{A7AC25FD-35D6-456C-86C0-6C9DF64BDB87}" type="presOf" srcId="{02D1E79A-F698-45EF-BFE5-02593BF82AE5}" destId="{37505867-70AB-4AB5-8204-D265A7492754}" srcOrd="0" destOrd="0" presId="urn:microsoft.com/office/officeart/2005/8/layout/vList2"/>
    <dgm:cxn modelId="{C5F10E2E-9FB6-41A3-8452-3F47DC5F3BE4}" type="presParOf" srcId="{39FF0E71-45FE-4A8B-A2B3-7739E3EF160F}" destId="{94021C5F-79A9-4633-8A24-F0300AD7DD39}" srcOrd="0" destOrd="0" presId="urn:microsoft.com/office/officeart/2005/8/layout/vList2"/>
    <dgm:cxn modelId="{B21D910D-056C-4386-A1D9-AC2009868B0F}" type="presParOf" srcId="{39FF0E71-45FE-4A8B-A2B3-7739E3EF160F}" destId="{845E468D-4778-4366-AE4B-BF0C981FDA8B}" srcOrd="1" destOrd="0" presId="urn:microsoft.com/office/officeart/2005/8/layout/vList2"/>
    <dgm:cxn modelId="{3A513B5C-40CC-4C0C-AE33-E6B1FE20DF7B}" type="presParOf" srcId="{39FF0E71-45FE-4A8B-A2B3-7739E3EF160F}" destId="{AADB58B9-CBB5-4408-B66C-F1AF3C086C2A}" srcOrd="2" destOrd="0" presId="urn:microsoft.com/office/officeart/2005/8/layout/vList2"/>
    <dgm:cxn modelId="{2E07ED88-EFBA-4E44-9482-4CD10B9FA7FD}" type="presParOf" srcId="{39FF0E71-45FE-4A8B-A2B3-7739E3EF160F}" destId="{57862BA4-30B9-40E2-9F47-7E3C0DEAEB6C}" srcOrd="3" destOrd="0" presId="urn:microsoft.com/office/officeart/2005/8/layout/vList2"/>
    <dgm:cxn modelId="{625BE8C1-399B-4DA8-87E0-D1241549A554}" type="presParOf" srcId="{39FF0E71-45FE-4A8B-A2B3-7739E3EF160F}" destId="{2BFFC940-EB09-40AD-80AE-1956D2089897}" srcOrd="4" destOrd="0" presId="urn:microsoft.com/office/officeart/2005/8/layout/vList2"/>
    <dgm:cxn modelId="{3D48A2BD-B067-4467-BCF0-64A613496E81}" type="presParOf" srcId="{39FF0E71-45FE-4A8B-A2B3-7739E3EF160F}" destId="{B9B35349-B200-49AD-B676-5677451861E9}" srcOrd="5" destOrd="0" presId="urn:microsoft.com/office/officeart/2005/8/layout/vList2"/>
    <dgm:cxn modelId="{C5D84853-1B6C-478B-BD4F-B0289140981B}" type="presParOf" srcId="{39FF0E71-45FE-4A8B-A2B3-7739E3EF160F}" destId="{477CE820-32F5-4987-889E-784F9F831134}" srcOrd="6" destOrd="0" presId="urn:microsoft.com/office/officeart/2005/8/layout/vList2"/>
    <dgm:cxn modelId="{C24610A7-6722-4F5F-A1EC-40F61BC5B086}" type="presParOf" srcId="{39FF0E71-45FE-4A8B-A2B3-7739E3EF160F}" destId="{14192A29-592B-4304-BF80-B69657141650}" srcOrd="7" destOrd="0" presId="urn:microsoft.com/office/officeart/2005/8/layout/vList2"/>
    <dgm:cxn modelId="{26AB09B3-1E5E-48E7-89CA-153199ABEE93}" type="presParOf" srcId="{39FF0E71-45FE-4A8B-A2B3-7739E3EF160F}" destId="{9A2BC248-F463-4F86-BEC7-5D98E80F2C00}" srcOrd="8" destOrd="0" presId="urn:microsoft.com/office/officeart/2005/8/layout/vList2"/>
    <dgm:cxn modelId="{9113598C-1F18-4569-9245-BE5DB0BBBBBD}" type="presParOf" srcId="{39FF0E71-45FE-4A8B-A2B3-7739E3EF160F}" destId="{C082AD40-EDFA-4AB0-97E1-56BA90571757}" srcOrd="9" destOrd="0" presId="urn:microsoft.com/office/officeart/2005/8/layout/vList2"/>
    <dgm:cxn modelId="{84ADB5C0-F0D6-431F-86DA-5D3AA9D3B2FC}" type="presParOf" srcId="{39FF0E71-45FE-4A8B-A2B3-7739E3EF160F}" destId="{87EBF3DF-F34E-493F-B1A8-876D0D79EA48}" srcOrd="10" destOrd="0" presId="urn:microsoft.com/office/officeart/2005/8/layout/vList2"/>
    <dgm:cxn modelId="{7BF24078-4908-4212-8DEA-7448B5669AF5}" type="presParOf" srcId="{39FF0E71-45FE-4A8B-A2B3-7739E3EF160F}" destId="{3A48D6D5-36A8-40F2-9E23-4AA12F2D8A7E}" srcOrd="11" destOrd="0" presId="urn:microsoft.com/office/officeart/2005/8/layout/vList2"/>
    <dgm:cxn modelId="{F947A176-2982-469A-B9F5-EACBED19F05D}" type="presParOf" srcId="{39FF0E71-45FE-4A8B-A2B3-7739E3EF160F}" destId="{37505867-70AB-4AB5-8204-D265A749275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653C728D-FF2F-403E-A443-BE8C0CAB31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PK"/>
        </a:p>
      </dgm:t>
    </dgm:pt>
    <dgm:pt modelId="{763E7EA1-BC96-454D-874C-0262870FEE48}">
      <dgm:prSet/>
      <dgm:spPr/>
      <dgm:t>
        <a:bodyPr/>
        <a:lstStyle/>
        <a:p>
          <a:r>
            <a:rPr lang="en-US"/>
            <a:t>Speech contents – word usage</a:t>
          </a:r>
          <a:endParaRPr lang="en-PK"/>
        </a:p>
      </dgm:t>
    </dgm:pt>
    <dgm:pt modelId="{FB351EB8-AD74-4292-9B78-7142B87890DA}" type="parTrans" cxnId="{F8D4E531-BA86-4931-98A9-2DF85DA310CA}">
      <dgm:prSet/>
      <dgm:spPr/>
      <dgm:t>
        <a:bodyPr/>
        <a:lstStyle/>
        <a:p>
          <a:endParaRPr lang="en-PK"/>
        </a:p>
      </dgm:t>
    </dgm:pt>
    <dgm:pt modelId="{9ED13BEE-D8F4-4B04-85FD-F46B0911AB5C}" type="sibTrans" cxnId="{F8D4E531-BA86-4931-98A9-2DF85DA310CA}">
      <dgm:prSet/>
      <dgm:spPr/>
      <dgm:t>
        <a:bodyPr/>
        <a:lstStyle/>
        <a:p>
          <a:endParaRPr lang="en-PK"/>
        </a:p>
      </dgm:t>
    </dgm:pt>
    <dgm:pt modelId="{5C8F41E3-8E7C-4B98-96B4-D46E9E92D4EB}">
      <dgm:prSet/>
      <dgm:spPr/>
      <dgm:t>
        <a:bodyPr/>
        <a:lstStyle/>
        <a:p>
          <a:r>
            <a:rPr lang="en-US"/>
            <a:t>The presenter’s own voice and personality</a:t>
          </a:r>
          <a:endParaRPr lang="en-PK"/>
        </a:p>
      </dgm:t>
    </dgm:pt>
    <dgm:pt modelId="{B31DEBA4-5E59-4490-96A8-682A50DF718B}" type="parTrans" cxnId="{86863B5F-1BAE-4F6C-8B45-13BFD356C471}">
      <dgm:prSet/>
      <dgm:spPr/>
      <dgm:t>
        <a:bodyPr/>
        <a:lstStyle/>
        <a:p>
          <a:endParaRPr lang="en-PK"/>
        </a:p>
      </dgm:t>
    </dgm:pt>
    <dgm:pt modelId="{B592D4AC-9F04-4C49-A7B7-D93CC561E5F8}" type="sibTrans" cxnId="{86863B5F-1BAE-4F6C-8B45-13BFD356C471}">
      <dgm:prSet/>
      <dgm:spPr/>
      <dgm:t>
        <a:bodyPr/>
        <a:lstStyle/>
        <a:p>
          <a:endParaRPr lang="en-PK"/>
        </a:p>
      </dgm:t>
    </dgm:pt>
    <dgm:pt modelId="{5BDBA988-96D9-44DC-95E2-46B424EE291C}">
      <dgm:prSet/>
      <dgm:spPr/>
      <dgm:t>
        <a:bodyPr/>
        <a:lstStyle/>
        <a:p>
          <a:r>
            <a:rPr lang="en-US"/>
            <a:t>Non verbal signs and body language </a:t>
          </a:r>
          <a:endParaRPr lang="en-PK"/>
        </a:p>
      </dgm:t>
    </dgm:pt>
    <dgm:pt modelId="{C3E20584-D674-46BA-B203-095EE79F85BF}" type="parTrans" cxnId="{EFCCD8B5-DD87-49FE-B74D-0600B0074673}">
      <dgm:prSet/>
      <dgm:spPr/>
      <dgm:t>
        <a:bodyPr/>
        <a:lstStyle/>
        <a:p>
          <a:endParaRPr lang="en-PK"/>
        </a:p>
      </dgm:t>
    </dgm:pt>
    <dgm:pt modelId="{9FAFD032-AC5F-47C8-9466-ADA470108A5D}" type="sibTrans" cxnId="{EFCCD8B5-DD87-49FE-B74D-0600B0074673}">
      <dgm:prSet/>
      <dgm:spPr/>
      <dgm:t>
        <a:bodyPr/>
        <a:lstStyle/>
        <a:p>
          <a:endParaRPr lang="en-PK"/>
        </a:p>
      </dgm:t>
    </dgm:pt>
    <dgm:pt modelId="{BDCF9195-D80C-40FC-9490-6843D633341D}">
      <dgm:prSet/>
      <dgm:spPr/>
      <dgm:t>
        <a:bodyPr/>
        <a:lstStyle/>
        <a:p>
          <a:r>
            <a:rPr lang="en-US"/>
            <a:t>Audio / Visual aids – photographs, drawings, graphs, OHP transparencies.</a:t>
          </a:r>
          <a:endParaRPr lang="en-PK"/>
        </a:p>
      </dgm:t>
    </dgm:pt>
    <dgm:pt modelId="{5ADE711B-EE21-4B16-B7DE-C1D41E2A3595}" type="parTrans" cxnId="{E54725E7-78B8-4ED7-92E4-8A118071AFF2}">
      <dgm:prSet/>
      <dgm:spPr/>
      <dgm:t>
        <a:bodyPr/>
        <a:lstStyle/>
        <a:p>
          <a:endParaRPr lang="en-PK"/>
        </a:p>
      </dgm:t>
    </dgm:pt>
    <dgm:pt modelId="{96EE6B05-3CF5-411C-9A08-AE37801C7953}" type="sibTrans" cxnId="{E54725E7-78B8-4ED7-92E4-8A118071AFF2}">
      <dgm:prSet/>
      <dgm:spPr/>
      <dgm:t>
        <a:bodyPr/>
        <a:lstStyle/>
        <a:p>
          <a:endParaRPr lang="en-PK"/>
        </a:p>
      </dgm:t>
    </dgm:pt>
    <dgm:pt modelId="{DD0BB081-F34C-4A45-B651-D615EB4CA1DB}" type="pres">
      <dgm:prSet presAssocID="{653C728D-FF2F-403E-A443-BE8C0CAB31B5}" presName="linear" presStyleCnt="0">
        <dgm:presLayoutVars>
          <dgm:animLvl val="lvl"/>
          <dgm:resizeHandles val="exact"/>
        </dgm:presLayoutVars>
      </dgm:prSet>
      <dgm:spPr/>
    </dgm:pt>
    <dgm:pt modelId="{D8BBB328-ACFF-4E47-9A7D-76F9F47B07A5}" type="pres">
      <dgm:prSet presAssocID="{763E7EA1-BC96-454D-874C-0262870FEE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41DA4B-D58C-4692-B4F9-7DEFAAB15201}" type="pres">
      <dgm:prSet presAssocID="{9ED13BEE-D8F4-4B04-85FD-F46B0911AB5C}" presName="spacer" presStyleCnt="0"/>
      <dgm:spPr/>
    </dgm:pt>
    <dgm:pt modelId="{C614F7DA-DE20-42E4-ABB2-2986989E593A}" type="pres">
      <dgm:prSet presAssocID="{5C8F41E3-8E7C-4B98-96B4-D46E9E92D4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A79601-E4DA-47BB-9296-DAD9292BDFD0}" type="pres">
      <dgm:prSet presAssocID="{B592D4AC-9F04-4C49-A7B7-D93CC561E5F8}" presName="spacer" presStyleCnt="0"/>
      <dgm:spPr/>
    </dgm:pt>
    <dgm:pt modelId="{438FB102-09D1-41F2-884F-AEAA2C84E159}" type="pres">
      <dgm:prSet presAssocID="{5BDBA988-96D9-44DC-95E2-46B424EE29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D20664-A686-4502-862B-7766F1E88EA8}" type="pres">
      <dgm:prSet presAssocID="{9FAFD032-AC5F-47C8-9466-ADA470108A5D}" presName="spacer" presStyleCnt="0"/>
      <dgm:spPr/>
    </dgm:pt>
    <dgm:pt modelId="{1BC03C8D-77D9-4226-B654-DA244B933573}" type="pres">
      <dgm:prSet presAssocID="{BDCF9195-D80C-40FC-9490-6843D63334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3C2B28-ACBC-4FC4-840D-6220CE44BF40}" type="presOf" srcId="{5BDBA988-96D9-44DC-95E2-46B424EE291C}" destId="{438FB102-09D1-41F2-884F-AEAA2C84E159}" srcOrd="0" destOrd="0" presId="urn:microsoft.com/office/officeart/2005/8/layout/vList2"/>
    <dgm:cxn modelId="{F8D4E531-BA86-4931-98A9-2DF85DA310CA}" srcId="{653C728D-FF2F-403E-A443-BE8C0CAB31B5}" destId="{763E7EA1-BC96-454D-874C-0262870FEE48}" srcOrd="0" destOrd="0" parTransId="{FB351EB8-AD74-4292-9B78-7142B87890DA}" sibTransId="{9ED13BEE-D8F4-4B04-85FD-F46B0911AB5C}"/>
    <dgm:cxn modelId="{86863B5F-1BAE-4F6C-8B45-13BFD356C471}" srcId="{653C728D-FF2F-403E-A443-BE8C0CAB31B5}" destId="{5C8F41E3-8E7C-4B98-96B4-D46E9E92D4EB}" srcOrd="1" destOrd="0" parTransId="{B31DEBA4-5E59-4490-96A8-682A50DF718B}" sibTransId="{B592D4AC-9F04-4C49-A7B7-D93CC561E5F8}"/>
    <dgm:cxn modelId="{0E119769-E3C8-4A4F-A51A-8902D588A588}" type="presOf" srcId="{653C728D-FF2F-403E-A443-BE8C0CAB31B5}" destId="{DD0BB081-F34C-4A45-B651-D615EB4CA1DB}" srcOrd="0" destOrd="0" presId="urn:microsoft.com/office/officeart/2005/8/layout/vList2"/>
    <dgm:cxn modelId="{EFCCD8B5-DD87-49FE-B74D-0600B0074673}" srcId="{653C728D-FF2F-403E-A443-BE8C0CAB31B5}" destId="{5BDBA988-96D9-44DC-95E2-46B424EE291C}" srcOrd="2" destOrd="0" parTransId="{C3E20584-D674-46BA-B203-095EE79F85BF}" sibTransId="{9FAFD032-AC5F-47C8-9466-ADA470108A5D}"/>
    <dgm:cxn modelId="{6EA6FDB9-59FD-41B5-92EC-A7C92CAEA5ED}" type="presOf" srcId="{763E7EA1-BC96-454D-874C-0262870FEE48}" destId="{D8BBB328-ACFF-4E47-9A7D-76F9F47B07A5}" srcOrd="0" destOrd="0" presId="urn:microsoft.com/office/officeart/2005/8/layout/vList2"/>
    <dgm:cxn modelId="{70CA51CC-2126-41E8-AA23-0E31078C7996}" type="presOf" srcId="{5C8F41E3-8E7C-4B98-96B4-D46E9E92D4EB}" destId="{C614F7DA-DE20-42E4-ABB2-2986989E593A}" srcOrd="0" destOrd="0" presId="urn:microsoft.com/office/officeart/2005/8/layout/vList2"/>
    <dgm:cxn modelId="{1896C5D7-EA44-47BD-9AB0-F2DD04159853}" type="presOf" srcId="{BDCF9195-D80C-40FC-9490-6843D633341D}" destId="{1BC03C8D-77D9-4226-B654-DA244B933573}" srcOrd="0" destOrd="0" presId="urn:microsoft.com/office/officeart/2005/8/layout/vList2"/>
    <dgm:cxn modelId="{E54725E7-78B8-4ED7-92E4-8A118071AFF2}" srcId="{653C728D-FF2F-403E-A443-BE8C0CAB31B5}" destId="{BDCF9195-D80C-40FC-9490-6843D633341D}" srcOrd="3" destOrd="0" parTransId="{5ADE711B-EE21-4B16-B7DE-C1D41E2A3595}" sibTransId="{96EE6B05-3CF5-411C-9A08-AE37801C7953}"/>
    <dgm:cxn modelId="{B2EFBA94-CFFF-4248-962F-12BB9BEBEBC3}" type="presParOf" srcId="{DD0BB081-F34C-4A45-B651-D615EB4CA1DB}" destId="{D8BBB328-ACFF-4E47-9A7D-76F9F47B07A5}" srcOrd="0" destOrd="0" presId="urn:microsoft.com/office/officeart/2005/8/layout/vList2"/>
    <dgm:cxn modelId="{6EDF10B4-D849-401D-B399-C8242AA002CC}" type="presParOf" srcId="{DD0BB081-F34C-4A45-B651-D615EB4CA1DB}" destId="{4C41DA4B-D58C-4692-B4F9-7DEFAAB15201}" srcOrd="1" destOrd="0" presId="urn:microsoft.com/office/officeart/2005/8/layout/vList2"/>
    <dgm:cxn modelId="{34BFB5B6-34D9-4993-8B5F-EDCD2883EB98}" type="presParOf" srcId="{DD0BB081-F34C-4A45-B651-D615EB4CA1DB}" destId="{C614F7DA-DE20-42E4-ABB2-2986989E593A}" srcOrd="2" destOrd="0" presId="urn:microsoft.com/office/officeart/2005/8/layout/vList2"/>
    <dgm:cxn modelId="{77BE2B5C-79FF-4452-804E-030C90B5E2AE}" type="presParOf" srcId="{DD0BB081-F34C-4A45-B651-D615EB4CA1DB}" destId="{54A79601-E4DA-47BB-9296-DAD9292BDFD0}" srcOrd="3" destOrd="0" presId="urn:microsoft.com/office/officeart/2005/8/layout/vList2"/>
    <dgm:cxn modelId="{65B77091-C876-46B2-97F0-8C2792B4FCFE}" type="presParOf" srcId="{DD0BB081-F34C-4A45-B651-D615EB4CA1DB}" destId="{438FB102-09D1-41F2-884F-AEAA2C84E159}" srcOrd="4" destOrd="0" presId="urn:microsoft.com/office/officeart/2005/8/layout/vList2"/>
    <dgm:cxn modelId="{203B7662-B19C-4A19-ADEE-36F0B98FC198}" type="presParOf" srcId="{DD0BB081-F34C-4A45-B651-D615EB4CA1DB}" destId="{0CD20664-A686-4502-862B-7766F1E88EA8}" srcOrd="5" destOrd="0" presId="urn:microsoft.com/office/officeart/2005/8/layout/vList2"/>
    <dgm:cxn modelId="{0345EA89-FBC2-4189-8523-A271B46BB707}" type="presParOf" srcId="{DD0BB081-F34C-4A45-B651-D615EB4CA1DB}" destId="{1BC03C8D-77D9-4226-B654-DA244B9335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88FA6-93DC-477D-A5C6-7244C8A7AC42}">
      <dsp:nvSpPr>
        <dsp:cNvPr id="0" name=""/>
        <dsp:cNvSpPr/>
      </dsp:nvSpPr>
      <dsp:spPr>
        <a:xfrm>
          <a:off x="0" y="11354"/>
          <a:ext cx="83058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baseline="0"/>
            <a:t>General Purposes for Presentations</a:t>
          </a:r>
          <a:endParaRPr lang="en-PK" sz="3400" kern="1200"/>
        </a:p>
      </dsp:txBody>
      <dsp:txXfrm>
        <a:off x="39809" y="51163"/>
        <a:ext cx="8226182" cy="735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FBA78-758A-4507-92BE-98CE44EEDFAC}">
      <dsp:nvSpPr>
        <dsp:cNvPr id="0" name=""/>
        <dsp:cNvSpPr/>
      </dsp:nvSpPr>
      <dsp:spPr>
        <a:xfrm>
          <a:off x="0" y="539099"/>
          <a:ext cx="2643187" cy="1585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To inform</a:t>
          </a:r>
          <a:endParaRPr lang="en-PK" sz="3900" kern="1200"/>
        </a:p>
      </dsp:txBody>
      <dsp:txXfrm>
        <a:off x="0" y="539099"/>
        <a:ext cx="2643187" cy="1585912"/>
      </dsp:txXfrm>
    </dsp:sp>
    <dsp:sp modelId="{32F51B00-EBB8-4D6C-84C9-3DD263A8A8B4}">
      <dsp:nvSpPr>
        <dsp:cNvPr id="0" name=""/>
        <dsp:cNvSpPr/>
      </dsp:nvSpPr>
      <dsp:spPr>
        <a:xfrm>
          <a:off x="2957938" y="539099"/>
          <a:ext cx="2643187" cy="1585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To persuade</a:t>
          </a:r>
          <a:endParaRPr lang="en-PK" sz="3900" kern="1200"/>
        </a:p>
      </dsp:txBody>
      <dsp:txXfrm>
        <a:off x="2957938" y="539099"/>
        <a:ext cx="2643187" cy="1585912"/>
      </dsp:txXfrm>
    </dsp:sp>
    <dsp:sp modelId="{C2A78CB0-4BB8-45F4-AB6F-51E866E57F78}">
      <dsp:nvSpPr>
        <dsp:cNvPr id="0" name=""/>
        <dsp:cNvSpPr/>
      </dsp:nvSpPr>
      <dsp:spPr>
        <a:xfrm>
          <a:off x="5815012" y="539099"/>
          <a:ext cx="2643187" cy="1585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To entertain</a:t>
          </a:r>
          <a:endParaRPr lang="en-PK" sz="3900" kern="1200"/>
        </a:p>
      </dsp:txBody>
      <dsp:txXfrm>
        <a:off x="5815012" y="539099"/>
        <a:ext cx="2643187" cy="1585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96D17-67A6-443F-83BD-025B1E16DE6F}">
      <dsp:nvSpPr>
        <dsp:cNvPr id="0" name=""/>
        <dsp:cNvSpPr/>
      </dsp:nvSpPr>
      <dsp:spPr>
        <a:xfrm rot="10800000">
          <a:off x="1652412" y="0"/>
          <a:ext cx="5244655" cy="13255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53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Steps to prepare effective presentation</a:t>
          </a:r>
          <a:br>
            <a:rPr lang="en-US" sz="2600" b="1" kern="1200" dirty="0"/>
          </a:br>
          <a:endParaRPr lang="en-PK" sz="2600" kern="1200" dirty="0"/>
        </a:p>
      </dsp:txBody>
      <dsp:txXfrm rot="10800000">
        <a:off x="1983803" y="0"/>
        <a:ext cx="4913264" cy="1325563"/>
      </dsp:txXfrm>
    </dsp:sp>
    <dsp:sp modelId="{99E5ACDB-5B18-49D0-AB2E-EB8608137769}">
      <dsp:nvSpPr>
        <dsp:cNvPr id="0" name=""/>
        <dsp:cNvSpPr/>
      </dsp:nvSpPr>
      <dsp:spPr>
        <a:xfrm>
          <a:off x="989631" y="0"/>
          <a:ext cx="1325563" cy="132556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BF436-1802-4768-97F6-6CE9CAEAF385}">
      <dsp:nvSpPr>
        <dsp:cNvPr id="0" name=""/>
        <dsp:cNvSpPr/>
      </dsp:nvSpPr>
      <dsp:spPr>
        <a:xfrm>
          <a:off x="0" y="1139"/>
          <a:ext cx="8286750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Steps to prepare Effective presentation</a:t>
          </a:r>
          <a:endParaRPr lang="en-PK" sz="4400" kern="1200"/>
        </a:p>
      </dsp:txBody>
      <dsp:txXfrm>
        <a:off x="85444" y="86583"/>
        <a:ext cx="8115862" cy="15794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96B2F-D363-41E4-A7A6-F9ED805F94F5}">
      <dsp:nvSpPr>
        <dsp:cNvPr id="0" name=""/>
        <dsp:cNvSpPr/>
      </dsp:nvSpPr>
      <dsp:spPr>
        <a:xfrm>
          <a:off x="1444" y="956662"/>
          <a:ext cx="1659749" cy="829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Plan</a:t>
          </a:r>
          <a:endParaRPr lang="en-PK" sz="3500" kern="1200"/>
        </a:p>
      </dsp:txBody>
      <dsp:txXfrm>
        <a:off x="25750" y="980968"/>
        <a:ext cx="1611137" cy="781262"/>
      </dsp:txXfrm>
    </dsp:sp>
    <dsp:sp modelId="{162D77D3-848F-4554-9CCD-9D434C15AD68}">
      <dsp:nvSpPr>
        <dsp:cNvPr id="0" name=""/>
        <dsp:cNvSpPr/>
      </dsp:nvSpPr>
      <dsp:spPr>
        <a:xfrm>
          <a:off x="2076131" y="956662"/>
          <a:ext cx="1659749" cy="829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Prepare</a:t>
          </a:r>
          <a:endParaRPr lang="en-PK" sz="3500" kern="1200"/>
        </a:p>
      </dsp:txBody>
      <dsp:txXfrm>
        <a:off x="2100437" y="980968"/>
        <a:ext cx="1611137" cy="781262"/>
      </dsp:txXfrm>
    </dsp:sp>
    <dsp:sp modelId="{A30FEE7C-6FA0-430E-8E98-656F8F89041E}">
      <dsp:nvSpPr>
        <dsp:cNvPr id="0" name=""/>
        <dsp:cNvSpPr/>
      </dsp:nvSpPr>
      <dsp:spPr>
        <a:xfrm>
          <a:off x="4150818" y="956662"/>
          <a:ext cx="1659749" cy="829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Practice</a:t>
          </a:r>
          <a:endParaRPr lang="en-PK" sz="3500" kern="1200" dirty="0"/>
        </a:p>
      </dsp:txBody>
      <dsp:txXfrm>
        <a:off x="4175124" y="980968"/>
        <a:ext cx="1611137" cy="781262"/>
      </dsp:txXfrm>
    </dsp:sp>
    <dsp:sp modelId="{C4DCDBD5-17D0-41A5-A267-65A271D434B3}">
      <dsp:nvSpPr>
        <dsp:cNvPr id="0" name=""/>
        <dsp:cNvSpPr/>
      </dsp:nvSpPr>
      <dsp:spPr>
        <a:xfrm>
          <a:off x="6225506" y="956662"/>
          <a:ext cx="1659749" cy="829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Present </a:t>
          </a:r>
          <a:endParaRPr lang="en-PK" sz="3500" kern="1200"/>
        </a:p>
      </dsp:txBody>
      <dsp:txXfrm>
        <a:off x="6249812" y="980968"/>
        <a:ext cx="1611137" cy="7812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63C61-01A2-4275-9049-55F34847790E}">
      <dsp:nvSpPr>
        <dsp:cNvPr id="0" name=""/>
        <dsp:cNvSpPr/>
      </dsp:nvSpPr>
      <dsp:spPr>
        <a:xfrm>
          <a:off x="0" y="6387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                Step 1</a:t>
          </a:r>
          <a:endParaRPr lang="en-PK" sz="5500" kern="1200" dirty="0"/>
        </a:p>
      </dsp:txBody>
      <dsp:txXfrm>
        <a:off x="64397" y="70784"/>
        <a:ext cx="7757906" cy="11903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39BA7-45DF-4D7F-87A9-64FF46B100EA}">
      <dsp:nvSpPr>
        <dsp:cNvPr id="0" name=""/>
        <dsp:cNvSpPr/>
      </dsp:nvSpPr>
      <dsp:spPr>
        <a:xfrm>
          <a:off x="3154679" y="1487"/>
          <a:ext cx="473202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 dirty="0"/>
            <a:t>Who</a:t>
          </a:r>
          <a:endParaRPr lang="en-PK" sz="3900" kern="1200" dirty="0"/>
        </a:p>
      </dsp:txBody>
      <dsp:txXfrm>
        <a:off x="3154679" y="102144"/>
        <a:ext cx="4430051" cy="603939"/>
      </dsp:txXfrm>
    </dsp:sp>
    <dsp:sp modelId="{227CA4F2-E5A6-484F-B5CC-2F18E25BEEEC}">
      <dsp:nvSpPr>
        <dsp:cNvPr id="0" name=""/>
        <dsp:cNvSpPr/>
      </dsp:nvSpPr>
      <dsp:spPr>
        <a:xfrm>
          <a:off x="0" y="1487"/>
          <a:ext cx="3154680" cy="805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Who is your audience?</a:t>
          </a:r>
          <a:endParaRPr lang="en-PK" sz="2200" kern="1200"/>
        </a:p>
      </dsp:txBody>
      <dsp:txXfrm>
        <a:off x="39309" y="40796"/>
        <a:ext cx="3076062" cy="726634"/>
      </dsp:txXfrm>
    </dsp:sp>
    <dsp:sp modelId="{FAE4A879-808A-484F-96A6-F29B2B65C5FF}">
      <dsp:nvSpPr>
        <dsp:cNvPr id="0" name=""/>
        <dsp:cNvSpPr/>
      </dsp:nvSpPr>
      <dsp:spPr>
        <a:xfrm>
          <a:off x="3154679" y="887265"/>
          <a:ext cx="473202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 dirty="0"/>
            <a:t>Why</a:t>
          </a:r>
          <a:endParaRPr lang="en-PK" sz="3900" kern="1200" dirty="0"/>
        </a:p>
      </dsp:txBody>
      <dsp:txXfrm>
        <a:off x="3154679" y="987922"/>
        <a:ext cx="4430051" cy="603939"/>
      </dsp:txXfrm>
    </dsp:sp>
    <dsp:sp modelId="{98271CDF-B32D-4F2E-A286-C67EF32110C8}">
      <dsp:nvSpPr>
        <dsp:cNvPr id="0" name=""/>
        <dsp:cNvSpPr/>
      </dsp:nvSpPr>
      <dsp:spPr>
        <a:xfrm>
          <a:off x="0" y="887265"/>
          <a:ext cx="3154680" cy="805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Why are they there?</a:t>
          </a:r>
          <a:endParaRPr lang="en-PK" sz="2200" kern="1200" dirty="0"/>
        </a:p>
      </dsp:txBody>
      <dsp:txXfrm>
        <a:off x="39309" y="926574"/>
        <a:ext cx="3076062" cy="726634"/>
      </dsp:txXfrm>
    </dsp:sp>
    <dsp:sp modelId="{ED76B3D3-D0F1-4D8C-AF76-1C5D3FAF8AFB}">
      <dsp:nvSpPr>
        <dsp:cNvPr id="0" name=""/>
        <dsp:cNvSpPr/>
      </dsp:nvSpPr>
      <dsp:spPr>
        <a:xfrm>
          <a:off x="3154679" y="1773042"/>
          <a:ext cx="473202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 dirty="0"/>
            <a:t>What</a:t>
          </a:r>
          <a:endParaRPr lang="en-PK" sz="3900" kern="1200" dirty="0"/>
        </a:p>
      </dsp:txBody>
      <dsp:txXfrm>
        <a:off x="3154679" y="1873699"/>
        <a:ext cx="4430051" cy="603939"/>
      </dsp:txXfrm>
    </dsp:sp>
    <dsp:sp modelId="{22AAF66A-6D17-4A72-A5A8-468D385280B0}">
      <dsp:nvSpPr>
        <dsp:cNvPr id="0" name=""/>
        <dsp:cNvSpPr/>
      </dsp:nvSpPr>
      <dsp:spPr>
        <a:xfrm>
          <a:off x="0" y="1773042"/>
          <a:ext cx="3154680" cy="805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your goal?</a:t>
          </a:r>
          <a:endParaRPr lang="en-PK" sz="2200" kern="1200"/>
        </a:p>
      </dsp:txBody>
      <dsp:txXfrm>
        <a:off x="39309" y="1812351"/>
        <a:ext cx="3076062" cy="726634"/>
      </dsp:txXfrm>
    </dsp:sp>
    <dsp:sp modelId="{5B74AFFD-F146-490F-8516-59B5B8F60FC4}">
      <dsp:nvSpPr>
        <dsp:cNvPr id="0" name=""/>
        <dsp:cNvSpPr/>
      </dsp:nvSpPr>
      <dsp:spPr>
        <a:xfrm>
          <a:off x="3154679" y="2658820"/>
          <a:ext cx="473202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 dirty="0"/>
            <a:t>How</a:t>
          </a:r>
          <a:endParaRPr lang="en-PK" sz="3900" kern="1200" dirty="0"/>
        </a:p>
      </dsp:txBody>
      <dsp:txXfrm>
        <a:off x="3154679" y="2759477"/>
        <a:ext cx="4430051" cy="603939"/>
      </dsp:txXfrm>
    </dsp:sp>
    <dsp:sp modelId="{4C0865BF-10E6-4B95-B7FD-8EDAAB48E7B1}">
      <dsp:nvSpPr>
        <dsp:cNvPr id="0" name=""/>
        <dsp:cNvSpPr/>
      </dsp:nvSpPr>
      <dsp:spPr>
        <a:xfrm>
          <a:off x="0" y="2658820"/>
          <a:ext cx="3154680" cy="805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 long will it take?</a:t>
          </a:r>
          <a:endParaRPr lang="en-PK" sz="2200" kern="1200"/>
        </a:p>
      </dsp:txBody>
      <dsp:txXfrm>
        <a:off x="39309" y="2698129"/>
        <a:ext cx="3076062" cy="726634"/>
      </dsp:txXfrm>
    </dsp:sp>
    <dsp:sp modelId="{29485177-05DF-404F-96F5-3F215BB080F9}">
      <dsp:nvSpPr>
        <dsp:cNvPr id="0" name=""/>
        <dsp:cNvSpPr/>
      </dsp:nvSpPr>
      <dsp:spPr>
        <a:xfrm>
          <a:off x="3154679" y="3544598"/>
          <a:ext cx="473202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 dirty="0"/>
            <a:t>Where</a:t>
          </a:r>
          <a:endParaRPr lang="en-PK" sz="3900" kern="1200" dirty="0"/>
        </a:p>
      </dsp:txBody>
      <dsp:txXfrm>
        <a:off x="3154679" y="3645255"/>
        <a:ext cx="4430051" cy="603939"/>
      </dsp:txXfrm>
    </dsp:sp>
    <dsp:sp modelId="{A7AB045E-573E-4FB9-A551-87CD7463927C}">
      <dsp:nvSpPr>
        <dsp:cNvPr id="0" name=""/>
        <dsp:cNvSpPr/>
      </dsp:nvSpPr>
      <dsp:spPr>
        <a:xfrm>
          <a:off x="0" y="3508377"/>
          <a:ext cx="3154680" cy="805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Where will it take place?</a:t>
          </a:r>
          <a:endParaRPr lang="en-PK" sz="2200" kern="1200"/>
        </a:p>
      </dsp:txBody>
      <dsp:txXfrm>
        <a:off x="39309" y="3547686"/>
        <a:ext cx="3076062" cy="7266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71308-32F5-4AA3-A0B8-6CA607C9C0F6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                 Step 2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4E525-A633-4DF5-96DC-A6F4CFD38CDB}">
      <dsp:nvSpPr>
        <dsp:cNvPr id="0" name=""/>
        <dsp:cNvSpPr/>
      </dsp:nvSpPr>
      <dsp:spPr>
        <a:xfrm>
          <a:off x="0" y="4615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Structure</a:t>
          </a:r>
          <a:endParaRPr lang="en-PK" sz="2300" kern="1200"/>
        </a:p>
      </dsp:txBody>
      <dsp:txXfrm>
        <a:off x="26930" y="73086"/>
        <a:ext cx="7832840" cy="497795"/>
      </dsp:txXfrm>
    </dsp:sp>
    <dsp:sp modelId="{1E9F88E1-3343-499F-818C-12198AA3C988}">
      <dsp:nvSpPr>
        <dsp:cNvPr id="0" name=""/>
        <dsp:cNvSpPr/>
      </dsp:nvSpPr>
      <dsp:spPr>
        <a:xfrm>
          <a:off x="0" y="66405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Prompt</a:t>
          </a:r>
          <a:endParaRPr lang="en-PK" sz="2300" kern="1200"/>
        </a:p>
      </dsp:txBody>
      <dsp:txXfrm>
        <a:off x="26930" y="690981"/>
        <a:ext cx="7832840" cy="497795"/>
      </dsp:txXfrm>
    </dsp:sp>
    <dsp:sp modelId="{4D6FA0CD-7EE8-4DA6-850B-E13006736B29}">
      <dsp:nvSpPr>
        <dsp:cNvPr id="0" name=""/>
        <dsp:cNvSpPr/>
      </dsp:nvSpPr>
      <dsp:spPr>
        <a:xfrm>
          <a:off x="0" y="128194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Visual aids</a:t>
          </a:r>
          <a:endParaRPr lang="en-PK" sz="2300" kern="1200"/>
        </a:p>
      </dsp:txBody>
      <dsp:txXfrm>
        <a:off x="26930" y="1308876"/>
        <a:ext cx="7832840" cy="497795"/>
      </dsp:txXfrm>
    </dsp:sp>
    <dsp:sp modelId="{49D40AB3-5F1E-461A-9796-0F8AA5713C69}">
      <dsp:nvSpPr>
        <dsp:cNvPr id="0" name=""/>
        <dsp:cNvSpPr/>
      </dsp:nvSpPr>
      <dsp:spPr>
        <a:xfrm>
          <a:off x="0" y="189984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Voice</a:t>
          </a:r>
          <a:endParaRPr lang="en-PK" sz="2300" kern="1200"/>
        </a:p>
      </dsp:txBody>
      <dsp:txXfrm>
        <a:off x="26930" y="1926771"/>
        <a:ext cx="7832840" cy="497795"/>
      </dsp:txXfrm>
    </dsp:sp>
    <dsp:sp modelId="{FA84E1E8-2A46-4F9A-BCE0-5A305BFAEB84}">
      <dsp:nvSpPr>
        <dsp:cNvPr id="0" name=""/>
        <dsp:cNvSpPr/>
      </dsp:nvSpPr>
      <dsp:spPr>
        <a:xfrm>
          <a:off x="0" y="251773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Appearance</a:t>
          </a:r>
          <a:endParaRPr lang="en-PK" sz="2300" kern="1200"/>
        </a:p>
      </dsp:txBody>
      <dsp:txXfrm>
        <a:off x="26930" y="2544666"/>
        <a:ext cx="7832840" cy="497795"/>
      </dsp:txXfrm>
    </dsp:sp>
    <dsp:sp modelId="{BDC40648-0FA0-4DC8-A779-A55D007539E3}">
      <dsp:nvSpPr>
        <dsp:cNvPr id="0" name=""/>
        <dsp:cNvSpPr/>
      </dsp:nvSpPr>
      <dsp:spPr>
        <a:xfrm>
          <a:off x="0" y="313563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Style</a:t>
          </a:r>
          <a:endParaRPr lang="en-PK" sz="2300" kern="1200"/>
        </a:p>
      </dsp:txBody>
      <dsp:txXfrm>
        <a:off x="26930" y="3162561"/>
        <a:ext cx="7832840" cy="497795"/>
      </dsp:txXfrm>
    </dsp:sp>
    <dsp:sp modelId="{5936C1C5-DDFE-4591-AFC6-2F7282C2750F}">
      <dsp:nvSpPr>
        <dsp:cNvPr id="0" name=""/>
        <dsp:cNvSpPr/>
      </dsp:nvSpPr>
      <dsp:spPr>
        <a:xfrm>
          <a:off x="0" y="375352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Questions</a:t>
          </a:r>
          <a:endParaRPr lang="en-PK" sz="2300" kern="1200"/>
        </a:p>
      </dsp:txBody>
      <dsp:txXfrm>
        <a:off x="26930" y="3780456"/>
        <a:ext cx="7832840" cy="49779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87CA6-E0C0-44D9-AC0E-A0C84446FBBD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 dirty="0"/>
            <a:t>               Structure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0EC0D-ACBE-43D6-802B-8CBEC92735DD}">
      <dsp:nvSpPr>
        <dsp:cNvPr id="0" name=""/>
        <dsp:cNvSpPr/>
      </dsp:nvSpPr>
      <dsp:spPr>
        <a:xfrm rot="5400000">
          <a:off x="4802041" y="-1820475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Grab the audience attention</a:t>
          </a:r>
          <a:endParaRPr lang="en-PK" sz="2900" kern="1200" dirty="0"/>
        </a:p>
      </dsp:txBody>
      <dsp:txXfrm rot="-5400000">
        <a:off x="2839212" y="197117"/>
        <a:ext cx="4992725" cy="1012303"/>
      </dsp:txXfrm>
    </dsp:sp>
    <dsp:sp modelId="{3F0CB420-B488-474A-8F44-6ABE2A91666E}">
      <dsp:nvSpPr>
        <dsp:cNvPr id="0" name=""/>
        <dsp:cNvSpPr/>
      </dsp:nvSpPr>
      <dsp:spPr>
        <a:xfrm>
          <a:off x="0" y="3176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Introduction</a:t>
          </a:r>
          <a:endParaRPr lang="en-PK" sz="2800" kern="1200" dirty="0"/>
        </a:p>
      </dsp:txBody>
      <dsp:txXfrm>
        <a:off x="68454" y="71630"/>
        <a:ext cx="2702304" cy="1265378"/>
      </dsp:txXfrm>
    </dsp:sp>
    <dsp:sp modelId="{7510C816-3E4A-4C32-9734-A589E37C4C8E}">
      <dsp:nvSpPr>
        <dsp:cNvPr id="0" name=""/>
        <dsp:cNvSpPr/>
      </dsp:nvSpPr>
      <dsp:spPr>
        <a:xfrm rot="5400000">
          <a:off x="4802041" y="-348075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Content should be relevant to topic</a:t>
          </a:r>
          <a:endParaRPr lang="en-PK" sz="2900" kern="1200" dirty="0"/>
        </a:p>
      </dsp:txBody>
      <dsp:txXfrm rot="-5400000">
        <a:off x="2839212" y="1669517"/>
        <a:ext cx="4992725" cy="1012303"/>
      </dsp:txXfrm>
    </dsp:sp>
    <dsp:sp modelId="{3D70665F-A9EC-45F4-816D-300D27076620}">
      <dsp:nvSpPr>
        <dsp:cNvPr id="0" name=""/>
        <dsp:cNvSpPr/>
      </dsp:nvSpPr>
      <dsp:spPr>
        <a:xfrm>
          <a:off x="0" y="1474525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Main theme</a:t>
          </a:r>
          <a:endParaRPr lang="en-PK" sz="2800" kern="1200" dirty="0"/>
        </a:p>
      </dsp:txBody>
      <dsp:txXfrm>
        <a:off x="68454" y="1542979"/>
        <a:ext cx="2702304" cy="1265378"/>
      </dsp:txXfrm>
    </dsp:sp>
    <dsp:sp modelId="{87EF8AF4-9E2F-4067-875B-83ABE579CCDE}">
      <dsp:nvSpPr>
        <dsp:cNvPr id="0" name=""/>
        <dsp:cNvSpPr/>
      </dsp:nvSpPr>
      <dsp:spPr>
        <a:xfrm rot="5400000">
          <a:off x="4802041" y="1124325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Key message</a:t>
          </a:r>
          <a:endParaRPr lang="en-PK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PK" sz="2900" kern="1200" dirty="0"/>
        </a:p>
      </dsp:txBody>
      <dsp:txXfrm rot="-5400000">
        <a:off x="2839212" y="3141918"/>
        <a:ext cx="4992725" cy="1012303"/>
      </dsp:txXfrm>
    </dsp:sp>
    <dsp:sp modelId="{1E62584F-60E7-44B0-A8F0-0F88DEA6B80C}">
      <dsp:nvSpPr>
        <dsp:cNvPr id="0" name=""/>
        <dsp:cNvSpPr/>
      </dsp:nvSpPr>
      <dsp:spPr>
        <a:xfrm>
          <a:off x="0" y="2946926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Summary/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conclusion</a:t>
          </a:r>
          <a:endParaRPr lang="en-PK" sz="2800" kern="1200" dirty="0"/>
        </a:p>
      </dsp:txBody>
      <dsp:txXfrm>
        <a:off x="68454" y="3015380"/>
        <a:ext cx="2702304" cy="12653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08948-1A24-41E2-92B0-682D08980490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 dirty="0"/>
            <a:t>                Prompt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E8CBF-799B-4BA5-9C3F-24B2908AEEDA}">
      <dsp:nvSpPr>
        <dsp:cNvPr id="0" name=""/>
        <dsp:cNvSpPr/>
      </dsp:nvSpPr>
      <dsp:spPr>
        <a:xfrm>
          <a:off x="0" y="51766"/>
          <a:ext cx="7886700" cy="13506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Short bullet points, key words only</a:t>
          </a:r>
          <a:endParaRPr lang="en-PK" sz="3400" kern="1200"/>
        </a:p>
      </dsp:txBody>
      <dsp:txXfrm>
        <a:off x="65934" y="117700"/>
        <a:ext cx="7754832" cy="1218787"/>
      </dsp:txXfrm>
    </dsp:sp>
    <dsp:sp modelId="{30530990-321C-44EB-84CF-56CB48A4A2C3}">
      <dsp:nvSpPr>
        <dsp:cNvPr id="0" name=""/>
        <dsp:cNvSpPr/>
      </dsp:nvSpPr>
      <dsp:spPr>
        <a:xfrm>
          <a:off x="0" y="1500341"/>
          <a:ext cx="7886700" cy="13506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Put your entire prompt onto your power point slides</a:t>
          </a:r>
          <a:endParaRPr lang="en-PK" sz="3400" kern="1200"/>
        </a:p>
      </dsp:txBody>
      <dsp:txXfrm>
        <a:off x="65934" y="1566275"/>
        <a:ext cx="7754832" cy="1218787"/>
      </dsp:txXfrm>
    </dsp:sp>
    <dsp:sp modelId="{6B875D3D-EDC3-4513-A83A-624BDEB387B0}">
      <dsp:nvSpPr>
        <dsp:cNvPr id="0" name=""/>
        <dsp:cNvSpPr/>
      </dsp:nvSpPr>
      <dsp:spPr>
        <a:xfrm>
          <a:off x="0" y="2948916"/>
          <a:ext cx="7886700" cy="13506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These prompts are for you.</a:t>
          </a:r>
          <a:endParaRPr lang="en-PK" sz="3400" kern="1200" dirty="0"/>
        </a:p>
      </dsp:txBody>
      <dsp:txXfrm>
        <a:off x="65934" y="3014850"/>
        <a:ext cx="7754832" cy="12187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A0A16-759B-46D5-9CF3-DFF3921A5A3E}">
      <dsp:nvSpPr>
        <dsp:cNvPr id="0" name=""/>
        <dsp:cNvSpPr/>
      </dsp:nvSpPr>
      <dsp:spPr>
        <a:xfrm>
          <a:off x="0" y="466883"/>
          <a:ext cx="78867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simple fonts, colours and graphs</a:t>
          </a:r>
          <a:endParaRPr lang="en-PK" sz="2600" kern="1200"/>
        </a:p>
      </dsp:txBody>
      <dsp:txXfrm>
        <a:off x="30442" y="497325"/>
        <a:ext cx="7825816" cy="562726"/>
      </dsp:txXfrm>
    </dsp:sp>
    <dsp:sp modelId="{31BF9C00-1A7C-4FC4-9294-4FCAC6028DF6}">
      <dsp:nvSpPr>
        <dsp:cNvPr id="0" name=""/>
        <dsp:cNvSpPr/>
      </dsp:nvSpPr>
      <dsp:spPr>
        <a:xfrm>
          <a:off x="0" y="1165374"/>
          <a:ext cx="78867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images and clipart.</a:t>
          </a:r>
          <a:endParaRPr lang="en-PK" sz="2600" kern="1200"/>
        </a:p>
      </dsp:txBody>
      <dsp:txXfrm>
        <a:off x="30442" y="1195816"/>
        <a:ext cx="7825816" cy="562726"/>
      </dsp:txXfrm>
    </dsp:sp>
    <dsp:sp modelId="{DC7E4BC7-9029-49F8-86B3-D91B44679E8F}">
      <dsp:nvSpPr>
        <dsp:cNvPr id="0" name=""/>
        <dsp:cNvSpPr/>
      </dsp:nvSpPr>
      <dsp:spPr>
        <a:xfrm>
          <a:off x="0" y="1863864"/>
          <a:ext cx="78867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 to 7 bullets per slide.</a:t>
          </a:r>
          <a:endParaRPr lang="en-PK" sz="2600" kern="1200"/>
        </a:p>
      </dsp:txBody>
      <dsp:txXfrm>
        <a:off x="30442" y="1894306"/>
        <a:ext cx="7825816" cy="562726"/>
      </dsp:txXfrm>
    </dsp:sp>
    <dsp:sp modelId="{AD17BE38-B961-4B02-95FE-747181E631DB}">
      <dsp:nvSpPr>
        <dsp:cNvPr id="0" name=""/>
        <dsp:cNvSpPr/>
      </dsp:nvSpPr>
      <dsp:spPr>
        <a:xfrm>
          <a:off x="0" y="2562354"/>
          <a:ext cx="78867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Don’t overcrowd your slide, it will not look professional</a:t>
          </a:r>
          <a:endParaRPr lang="en-PK" sz="2600" kern="1200"/>
        </a:p>
      </dsp:txBody>
      <dsp:txXfrm>
        <a:off x="30442" y="2592796"/>
        <a:ext cx="7825816" cy="562726"/>
      </dsp:txXfrm>
    </dsp:sp>
    <dsp:sp modelId="{D47969AD-5686-49B6-9734-DE1B5E03B7B5}">
      <dsp:nvSpPr>
        <dsp:cNvPr id="0" name=""/>
        <dsp:cNvSpPr/>
      </dsp:nvSpPr>
      <dsp:spPr>
        <a:xfrm>
          <a:off x="0" y="3260844"/>
          <a:ext cx="78867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New or different visual aids wake people up.</a:t>
          </a:r>
          <a:endParaRPr lang="en-PK" sz="2600" kern="1200"/>
        </a:p>
      </dsp:txBody>
      <dsp:txXfrm>
        <a:off x="30442" y="3291286"/>
        <a:ext cx="7825816" cy="56272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86C29-418E-45A7-84FC-659613EC16DF}">
      <dsp:nvSpPr>
        <dsp:cNvPr id="0" name=""/>
        <dsp:cNvSpPr/>
      </dsp:nvSpPr>
      <dsp:spPr>
        <a:xfrm>
          <a:off x="591502" y="0"/>
          <a:ext cx="6703695" cy="333533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34E6F-16FC-46F9-B2B9-80660ADE0EA7}">
      <dsp:nvSpPr>
        <dsp:cNvPr id="0" name=""/>
        <dsp:cNvSpPr/>
      </dsp:nvSpPr>
      <dsp:spPr>
        <a:xfrm>
          <a:off x="8472" y="1000600"/>
          <a:ext cx="2538531" cy="13341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Louder and clearer than your normal pitch.</a:t>
          </a:r>
          <a:endParaRPr lang="en-PK" sz="2400" kern="1200" dirty="0"/>
        </a:p>
      </dsp:txBody>
      <dsp:txXfrm>
        <a:off x="73599" y="1065727"/>
        <a:ext cx="2408277" cy="1203880"/>
      </dsp:txXfrm>
    </dsp:sp>
    <dsp:sp modelId="{AA96B49A-31D6-4E14-B259-F5A4C3CF3EA9}">
      <dsp:nvSpPr>
        <dsp:cNvPr id="0" name=""/>
        <dsp:cNvSpPr/>
      </dsp:nvSpPr>
      <dsp:spPr>
        <a:xfrm>
          <a:off x="2674084" y="1000600"/>
          <a:ext cx="2538531" cy="13341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Vary pitch and volume.</a:t>
          </a:r>
          <a:endParaRPr lang="en-PK" sz="2400" kern="1200"/>
        </a:p>
      </dsp:txBody>
      <dsp:txXfrm>
        <a:off x="2739211" y="1065727"/>
        <a:ext cx="2408277" cy="1203880"/>
      </dsp:txXfrm>
    </dsp:sp>
    <dsp:sp modelId="{4F70024E-9543-4EC4-94AE-BA3DDC41F248}">
      <dsp:nvSpPr>
        <dsp:cNvPr id="0" name=""/>
        <dsp:cNvSpPr/>
      </dsp:nvSpPr>
      <dsp:spPr>
        <a:xfrm>
          <a:off x="5339696" y="1000600"/>
          <a:ext cx="2538531" cy="13341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Over emphasis</a:t>
          </a:r>
          <a:endParaRPr lang="en-PK" sz="2400" kern="1200"/>
        </a:p>
      </dsp:txBody>
      <dsp:txXfrm>
        <a:off x="5404823" y="1065727"/>
        <a:ext cx="2408277" cy="12038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DCA02-D3E2-4BE7-BAF4-23008431EC82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 dirty="0"/>
            <a:t>             Appearance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46025-0607-4918-AB83-C9013ED0FE91}">
      <dsp:nvSpPr>
        <dsp:cNvPr id="0" name=""/>
        <dsp:cNvSpPr/>
      </dsp:nvSpPr>
      <dsp:spPr>
        <a:xfrm>
          <a:off x="176768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C3DB8-3823-4CC7-8752-2904FF419270}">
      <dsp:nvSpPr>
        <dsp:cNvPr id="0" name=""/>
        <dsp:cNvSpPr/>
      </dsp:nvSpPr>
      <dsp:spPr>
        <a:xfrm>
          <a:off x="218105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Dark colours read as businesslike</a:t>
          </a:r>
          <a:endParaRPr lang="en-PK" sz="1900" kern="1200"/>
        </a:p>
      </dsp:txBody>
      <dsp:txXfrm>
        <a:off x="2263900" y="496219"/>
        <a:ext cx="1531337" cy="1531337"/>
      </dsp:txXfrm>
    </dsp:sp>
    <dsp:sp modelId="{0EDDB35A-2569-446C-B156-B937345DC180}">
      <dsp:nvSpPr>
        <dsp:cNvPr id="0" name=""/>
        <dsp:cNvSpPr/>
      </dsp:nvSpPr>
      <dsp:spPr>
        <a:xfrm>
          <a:off x="400862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Wear comfortable shoes to weight your feet evenly.</a:t>
          </a:r>
          <a:endParaRPr lang="en-PK" sz="1900" kern="1200"/>
        </a:p>
      </dsp:txBody>
      <dsp:txXfrm>
        <a:off x="4091462" y="496219"/>
        <a:ext cx="1531337" cy="1531337"/>
      </dsp:txXfrm>
    </dsp:sp>
    <dsp:sp modelId="{B6ACF418-7295-4572-8B30-C8DC823DF14B}">
      <dsp:nvSpPr>
        <dsp:cNvPr id="0" name=""/>
        <dsp:cNvSpPr/>
      </dsp:nvSpPr>
      <dsp:spPr>
        <a:xfrm>
          <a:off x="218105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Allow yourself to move a bit.</a:t>
          </a:r>
          <a:endParaRPr lang="en-PK" sz="1900" kern="1200"/>
        </a:p>
      </dsp:txBody>
      <dsp:txXfrm>
        <a:off x="2263900" y="2323781"/>
        <a:ext cx="1531337" cy="1531337"/>
      </dsp:txXfrm>
    </dsp:sp>
    <dsp:sp modelId="{F252E1D8-4971-4E71-8D18-2F220864AAF7}">
      <dsp:nvSpPr>
        <dsp:cNvPr id="0" name=""/>
        <dsp:cNvSpPr/>
      </dsp:nvSpPr>
      <dsp:spPr>
        <a:xfrm>
          <a:off x="400862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Look confident.</a:t>
          </a:r>
          <a:endParaRPr lang="en-PK" sz="1900" kern="1200"/>
        </a:p>
      </dsp:txBody>
      <dsp:txXfrm>
        <a:off x="4091462" y="2323781"/>
        <a:ext cx="1531337" cy="153133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E3875-ADB8-49DA-A754-C3A747A67E16}">
      <dsp:nvSpPr>
        <dsp:cNvPr id="0" name=""/>
        <dsp:cNvSpPr/>
      </dsp:nvSpPr>
      <dsp:spPr>
        <a:xfrm>
          <a:off x="0" y="6387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                Style</a:t>
          </a:r>
          <a:endParaRPr lang="en-PK" sz="5500" kern="1200" dirty="0"/>
        </a:p>
      </dsp:txBody>
      <dsp:txXfrm>
        <a:off x="64397" y="70784"/>
        <a:ext cx="7757906" cy="119038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3C3A0-B56B-483C-99CB-4A002BB7FAAA}">
      <dsp:nvSpPr>
        <dsp:cNvPr id="0" name=""/>
        <dsp:cNvSpPr/>
      </dsp:nvSpPr>
      <dsp:spPr>
        <a:xfrm>
          <a:off x="529" y="1599233"/>
          <a:ext cx="2305742" cy="1152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already have a style don’t copy others. </a:t>
          </a:r>
          <a:endParaRPr lang="en-PK" sz="2400" kern="1200"/>
        </a:p>
      </dsp:txBody>
      <dsp:txXfrm>
        <a:off x="529" y="1599233"/>
        <a:ext cx="2305742" cy="1152871"/>
      </dsp:txXfrm>
    </dsp:sp>
    <dsp:sp modelId="{9491B645-035C-47B5-BBBA-B7C02D4CDEBC}">
      <dsp:nvSpPr>
        <dsp:cNvPr id="0" name=""/>
        <dsp:cNvSpPr/>
      </dsp:nvSpPr>
      <dsp:spPr>
        <a:xfrm>
          <a:off x="2790478" y="1599233"/>
          <a:ext cx="2305742" cy="1152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words and sentences you use in normal days</a:t>
          </a:r>
          <a:endParaRPr lang="en-PK" sz="2400" kern="1200"/>
        </a:p>
      </dsp:txBody>
      <dsp:txXfrm>
        <a:off x="2790478" y="1599233"/>
        <a:ext cx="2305742" cy="1152871"/>
      </dsp:txXfrm>
    </dsp:sp>
    <dsp:sp modelId="{F7DFDA5D-8135-47ED-B146-59C06F6E734C}">
      <dsp:nvSpPr>
        <dsp:cNvPr id="0" name=""/>
        <dsp:cNvSpPr/>
      </dsp:nvSpPr>
      <dsp:spPr>
        <a:xfrm>
          <a:off x="5580427" y="1599233"/>
          <a:ext cx="2305742" cy="1152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 yourself.</a:t>
          </a:r>
          <a:endParaRPr lang="en-PK" sz="2400" kern="1200"/>
        </a:p>
      </dsp:txBody>
      <dsp:txXfrm>
        <a:off x="5580427" y="1599233"/>
        <a:ext cx="2305742" cy="115287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7F5AB-6E78-45B9-ACE9-4B2C45B06466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How to handle questions</a:t>
          </a:r>
          <a:endParaRPr lang="en-PK" sz="5500" kern="1200"/>
        </a:p>
      </dsp:txBody>
      <dsp:txXfrm>
        <a:off x="64397" y="67590"/>
        <a:ext cx="7757906" cy="119038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08F1A-FF3E-43D4-B51F-FFCDF52FFE9F}">
      <dsp:nvSpPr>
        <dsp:cNvPr id="0" name=""/>
        <dsp:cNvSpPr/>
      </dsp:nvSpPr>
      <dsp:spPr>
        <a:xfrm>
          <a:off x="0" y="55268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Anticipate questions in advance</a:t>
          </a:r>
          <a:endParaRPr lang="en-PK" sz="2000" kern="1200"/>
        </a:p>
      </dsp:txBody>
      <dsp:txXfrm>
        <a:off x="23417" y="78685"/>
        <a:ext cx="7839866" cy="432866"/>
      </dsp:txXfrm>
    </dsp:sp>
    <dsp:sp modelId="{D602BC01-C042-4D0D-89F2-C29AA1E21F8F}">
      <dsp:nvSpPr>
        <dsp:cNvPr id="0" name=""/>
        <dsp:cNvSpPr/>
      </dsp:nvSpPr>
      <dsp:spPr>
        <a:xfrm>
          <a:off x="0" y="5925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Make an eye contact with the questioner</a:t>
          </a:r>
          <a:endParaRPr lang="en-PK" sz="2000" kern="1200"/>
        </a:p>
      </dsp:txBody>
      <dsp:txXfrm>
        <a:off x="23417" y="615986"/>
        <a:ext cx="7839866" cy="432866"/>
      </dsp:txXfrm>
    </dsp:sp>
    <dsp:sp modelId="{7987BEF2-44EC-46CA-BB51-9B2451813C3B}">
      <dsp:nvSpPr>
        <dsp:cNvPr id="0" name=""/>
        <dsp:cNvSpPr/>
      </dsp:nvSpPr>
      <dsp:spPr>
        <a:xfrm>
          <a:off x="0" y="11298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Take a brief pause before answering the question</a:t>
          </a:r>
          <a:endParaRPr lang="en-PK" sz="2000" kern="1200"/>
        </a:p>
      </dsp:txBody>
      <dsp:txXfrm>
        <a:off x="23417" y="1153286"/>
        <a:ext cx="7839866" cy="432866"/>
      </dsp:txXfrm>
    </dsp:sp>
    <dsp:sp modelId="{EAD0840A-4568-442A-9681-733D60DAD1F7}">
      <dsp:nvSpPr>
        <dsp:cNvPr id="0" name=""/>
        <dsp:cNvSpPr/>
      </dsp:nvSpPr>
      <dsp:spPr>
        <a:xfrm>
          <a:off x="0" y="16671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 sure you understand the question</a:t>
          </a:r>
          <a:endParaRPr lang="en-PK" sz="2000" kern="1200"/>
        </a:p>
      </dsp:txBody>
      <dsp:txXfrm>
        <a:off x="23417" y="1690586"/>
        <a:ext cx="7839866" cy="432866"/>
      </dsp:txXfrm>
    </dsp:sp>
    <dsp:sp modelId="{9F4818A5-BF24-4B3B-B3F6-94363E631D8A}">
      <dsp:nvSpPr>
        <dsp:cNvPr id="0" name=""/>
        <dsp:cNvSpPr/>
      </dsp:nvSpPr>
      <dsp:spPr>
        <a:xfrm>
          <a:off x="0" y="22044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Acknowledge the value of question asked</a:t>
          </a:r>
          <a:endParaRPr lang="en-PK" sz="2000" kern="1200"/>
        </a:p>
      </dsp:txBody>
      <dsp:txXfrm>
        <a:off x="23417" y="2227886"/>
        <a:ext cx="7839866" cy="432866"/>
      </dsp:txXfrm>
    </dsp:sp>
    <dsp:sp modelId="{184456BF-2131-46A3-BB89-136A986D44C2}">
      <dsp:nvSpPr>
        <dsp:cNvPr id="0" name=""/>
        <dsp:cNvSpPr/>
      </dsp:nvSpPr>
      <dsp:spPr>
        <a:xfrm>
          <a:off x="0" y="27417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Keep your cool</a:t>
          </a:r>
          <a:endParaRPr lang="en-PK" sz="2000" kern="1200"/>
        </a:p>
      </dsp:txBody>
      <dsp:txXfrm>
        <a:off x="23417" y="2765186"/>
        <a:ext cx="7839866" cy="432866"/>
      </dsp:txXfrm>
    </dsp:sp>
    <dsp:sp modelId="{4D2A7B5F-78CE-4A82-819F-A801FAC88199}">
      <dsp:nvSpPr>
        <dsp:cNvPr id="0" name=""/>
        <dsp:cNvSpPr/>
      </dsp:nvSpPr>
      <dsp:spPr>
        <a:xfrm>
          <a:off x="0" y="32790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 honest</a:t>
          </a:r>
          <a:endParaRPr lang="en-PK" sz="2000" kern="1200"/>
        </a:p>
      </dsp:txBody>
      <dsp:txXfrm>
        <a:off x="23417" y="3302486"/>
        <a:ext cx="7839866" cy="432866"/>
      </dsp:txXfrm>
    </dsp:sp>
    <dsp:sp modelId="{F8724236-093A-42F9-A652-2F22726719C6}">
      <dsp:nvSpPr>
        <dsp:cNvPr id="0" name=""/>
        <dsp:cNvSpPr/>
      </dsp:nvSpPr>
      <dsp:spPr>
        <a:xfrm>
          <a:off x="0" y="3816369"/>
          <a:ext cx="78867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Answer a long question in sections</a:t>
          </a:r>
          <a:endParaRPr lang="en-PK" sz="2000" kern="1200"/>
        </a:p>
      </dsp:txBody>
      <dsp:txXfrm>
        <a:off x="23417" y="3839786"/>
        <a:ext cx="7839866" cy="43286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40CE8-2E27-42EC-92E6-17C792E10CC3}">
      <dsp:nvSpPr>
        <dsp:cNvPr id="0" name=""/>
        <dsp:cNvSpPr/>
      </dsp:nvSpPr>
      <dsp:spPr>
        <a:xfrm rot="5400000">
          <a:off x="3292220" y="52629"/>
          <a:ext cx="4271010" cy="5108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Internet</a:t>
          </a:r>
          <a:endParaRPr lang="en-PK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Books on the relevant topics</a:t>
          </a:r>
          <a:endParaRPr lang="en-PK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Newspaper articles</a:t>
          </a:r>
          <a:endParaRPr lang="en-PK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Available PPTs on the relevant topics</a:t>
          </a:r>
          <a:endParaRPr lang="en-PK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Personal viewpoint</a:t>
          </a:r>
          <a:endParaRPr lang="en-PK" sz="3400" kern="1200" dirty="0"/>
        </a:p>
      </dsp:txBody>
      <dsp:txXfrm rot="-5400000">
        <a:off x="2873501" y="679842"/>
        <a:ext cx="4899954" cy="3854022"/>
      </dsp:txXfrm>
    </dsp:sp>
    <dsp:sp modelId="{930D4845-75DF-483D-9EF7-3BA0DB1DB204}">
      <dsp:nvSpPr>
        <dsp:cNvPr id="0" name=""/>
        <dsp:cNvSpPr/>
      </dsp:nvSpPr>
      <dsp:spPr>
        <a:xfrm>
          <a:off x="0" y="0"/>
          <a:ext cx="2873502" cy="5338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How to prepare content for Presentations</a:t>
          </a:r>
          <a:endParaRPr lang="en-PK" sz="3300" kern="1200" dirty="0"/>
        </a:p>
      </dsp:txBody>
      <dsp:txXfrm>
        <a:off x="140273" y="140273"/>
        <a:ext cx="2592956" cy="505821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39DB0-7339-40A9-867B-E23B44F4B40E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                 Step 3</a:t>
          </a:r>
        </a:p>
      </dsp:txBody>
      <dsp:txXfrm>
        <a:off x="64397" y="67590"/>
        <a:ext cx="7757906" cy="1190381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0C298-ACB2-4823-AA6C-B81DDB81C0C4}">
      <dsp:nvSpPr>
        <dsp:cNvPr id="0" name=""/>
        <dsp:cNvSpPr/>
      </dsp:nvSpPr>
      <dsp:spPr>
        <a:xfrm>
          <a:off x="0" y="293229"/>
          <a:ext cx="78867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Rehearse all points you have prepared</a:t>
          </a:r>
          <a:endParaRPr lang="en-PK" sz="3600" kern="1200" dirty="0"/>
        </a:p>
      </dsp:txBody>
      <dsp:txXfrm>
        <a:off x="42151" y="335380"/>
        <a:ext cx="7802398" cy="779158"/>
      </dsp:txXfrm>
    </dsp:sp>
    <dsp:sp modelId="{DCD9C8A5-15A5-4C15-B601-7B85AE34B599}">
      <dsp:nvSpPr>
        <dsp:cNvPr id="0" name=""/>
        <dsp:cNvSpPr/>
      </dsp:nvSpPr>
      <dsp:spPr>
        <a:xfrm>
          <a:off x="0" y="1260369"/>
          <a:ext cx="78867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Rehearse with visual aids and handouts</a:t>
          </a:r>
          <a:endParaRPr lang="en-PK" sz="3600" kern="1200"/>
        </a:p>
      </dsp:txBody>
      <dsp:txXfrm>
        <a:off x="42151" y="1302520"/>
        <a:ext cx="7802398" cy="779158"/>
      </dsp:txXfrm>
    </dsp:sp>
    <dsp:sp modelId="{A1F4E105-69B8-4227-BE7C-CDB681113EA7}">
      <dsp:nvSpPr>
        <dsp:cNvPr id="0" name=""/>
        <dsp:cNvSpPr/>
      </dsp:nvSpPr>
      <dsp:spPr>
        <a:xfrm>
          <a:off x="0" y="2212975"/>
          <a:ext cx="78867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Practice again and again to manage time</a:t>
          </a:r>
          <a:endParaRPr lang="en-PK" sz="3600" kern="1200" dirty="0"/>
        </a:p>
      </dsp:txBody>
      <dsp:txXfrm>
        <a:off x="42151" y="2255126"/>
        <a:ext cx="7802398" cy="779158"/>
      </dsp:txXfrm>
    </dsp:sp>
    <dsp:sp modelId="{4ED1D52F-2EBF-4523-A19A-01C43F85809A}">
      <dsp:nvSpPr>
        <dsp:cNvPr id="0" name=""/>
        <dsp:cNvSpPr/>
      </dsp:nvSpPr>
      <dsp:spPr>
        <a:xfrm>
          <a:off x="0" y="3194649"/>
          <a:ext cx="788670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Rehearse in front of a mirror or a friend.</a:t>
          </a:r>
          <a:endParaRPr lang="en-PK" sz="3600" kern="1200"/>
        </a:p>
      </dsp:txBody>
      <dsp:txXfrm>
        <a:off x="42151" y="3236800"/>
        <a:ext cx="7802398" cy="77915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59550-ACA2-42A4-9FFF-5A0B459B5A4C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                  Step 4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268BB-91A6-4893-B01B-07CEDF91DFC6}">
      <dsp:nvSpPr>
        <dsp:cNvPr id="0" name=""/>
        <dsp:cNvSpPr/>
      </dsp:nvSpPr>
      <dsp:spPr>
        <a:xfrm>
          <a:off x="0" y="543"/>
          <a:ext cx="7886700" cy="13244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 dirty="0"/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                    Present </a:t>
          </a:r>
          <a:br>
            <a:rPr lang="en-US" sz="4800" kern="1200" dirty="0"/>
          </a:br>
          <a:endParaRPr lang="en-PK" sz="4800" kern="1200" dirty="0"/>
        </a:p>
      </dsp:txBody>
      <dsp:txXfrm>
        <a:off x="64656" y="65199"/>
        <a:ext cx="7757388" cy="119516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E9C89-32B0-46F0-B9B2-49A7A1FE42CD}">
      <dsp:nvSpPr>
        <dsp:cNvPr id="0" name=""/>
        <dsp:cNvSpPr/>
      </dsp:nvSpPr>
      <dsp:spPr>
        <a:xfrm>
          <a:off x="0" y="532606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Make a strong start</a:t>
          </a:r>
          <a:endParaRPr lang="en-PK" sz="2500" kern="1200"/>
        </a:p>
      </dsp:txBody>
      <dsp:txXfrm>
        <a:off x="29271" y="561877"/>
        <a:ext cx="7828158" cy="541083"/>
      </dsp:txXfrm>
    </dsp:sp>
    <dsp:sp modelId="{C9AB7466-1B52-4C44-9E3F-8A5C2DCE2764}">
      <dsp:nvSpPr>
        <dsp:cNvPr id="0" name=""/>
        <dsp:cNvSpPr/>
      </dsp:nvSpPr>
      <dsp:spPr>
        <a:xfrm>
          <a:off x="0" y="1204231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Engage the audience in first 2-3 minutes</a:t>
          </a:r>
          <a:endParaRPr lang="en-PK" sz="2500" kern="1200"/>
        </a:p>
      </dsp:txBody>
      <dsp:txXfrm>
        <a:off x="29271" y="1233502"/>
        <a:ext cx="7828158" cy="541083"/>
      </dsp:txXfrm>
    </dsp:sp>
    <dsp:sp modelId="{291E3C37-6BD2-4C5A-B733-D82673991763}">
      <dsp:nvSpPr>
        <dsp:cNvPr id="0" name=""/>
        <dsp:cNvSpPr/>
      </dsp:nvSpPr>
      <dsp:spPr>
        <a:xfrm>
          <a:off x="0" y="1875856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Show your passion through your movements and gestures</a:t>
          </a:r>
          <a:endParaRPr lang="en-PK" sz="2500" kern="1200"/>
        </a:p>
      </dsp:txBody>
      <dsp:txXfrm>
        <a:off x="29271" y="1905127"/>
        <a:ext cx="7828158" cy="541083"/>
      </dsp:txXfrm>
    </dsp:sp>
    <dsp:sp modelId="{37C5BBDE-755B-444C-8241-582543BA1594}">
      <dsp:nvSpPr>
        <dsp:cNvPr id="0" name=""/>
        <dsp:cNvSpPr/>
      </dsp:nvSpPr>
      <dsp:spPr>
        <a:xfrm>
          <a:off x="0" y="2547481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Make an eye contact</a:t>
          </a:r>
          <a:endParaRPr lang="en-PK" sz="2500" kern="1200"/>
        </a:p>
      </dsp:txBody>
      <dsp:txXfrm>
        <a:off x="29271" y="2576752"/>
        <a:ext cx="7828158" cy="541083"/>
      </dsp:txXfrm>
    </dsp:sp>
    <dsp:sp modelId="{40B80F53-557A-4649-AAFC-EA39C397AB24}">
      <dsp:nvSpPr>
        <dsp:cNvPr id="0" name=""/>
        <dsp:cNvSpPr/>
      </dsp:nvSpPr>
      <dsp:spPr>
        <a:xfrm>
          <a:off x="0" y="3219106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Don’t forget to smile unless the topic is very grim.</a:t>
          </a:r>
          <a:endParaRPr lang="en-PK" sz="2500" kern="1200"/>
        </a:p>
      </dsp:txBody>
      <dsp:txXfrm>
        <a:off x="29271" y="3248377"/>
        <a:ext cx="7828158" cy="54108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BBB21-7E7C-4F11-AA08-7F08E9090E00}">
      <dsp:nvSpPr>
        <dsp:cNvPr id="0" name=""/>
        <dsp:cNvSpPr/>
      </dsp:nvSpPr>
      <dsp:spPr>
        <a:xfrm>
          <a:off x="0" y="3193"/>
          <a:ext cx="78867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 Presentation Mistakes</a:t>
          </a:r>
          <a:endParaRPr lang="en-PK" sz="5500" kern="1200" dirty="0"/>
        </a:p>
      </dsp:txBody>
      <dsp:txXfrm>
        <a:off x="64397" y="67590"/>
        <a:ext cx="7757906" cy="119038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21C5F-79A9-4633-8A24-F0300AD7DD39}">
      <dsp:nvSpPr>
        <dsp:cNvPr id="0" name=""/>
        <dsp:cNvSpPr/>
      </dsp:nvSpPr>
      <dsp:spPr>
        <a:xfrm>
          <a:off x="0" y="317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Too much information</a:t>
          </a:r>
          <a:endParaRPr lang="en-PK" sz="2300" kern="1200" dirty="0"/>
        </a:p>
      </dsp:txBody>
      <dsp:txXfrm>
        <a:off x="26930" y="30106"/>
        <a:ext cx="7832840" cy="497795"/>
      </dsp:txXfrm>
    </dsp:sp>
    <dsp:sp modelId="{AADB58B9-CBB5-4408-B66C-F1AF3C086C2A}">
      <dsp:nvSpPr>
        <dsp:cNvPr id="0" name=""/>
        <dsp:cNvSpPr/>
      </dsp:nvSpPr>
      <dsp:spPr>
        <a:xfrm>
          <a:off x="0" y="66405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 of acronyms, abbreviations &amp; jargons</a:t>
          </a:r>
          <a:endParaRPr lang="en-PK" sz="2300" kern="1200" dirty="0"/>
        </a:p>
      </dsp:txBody>
      <dsp:txXfrm>
        <a:off x="26930" y="690981"/>
        <a:ext cx="7832840" cy="497795"/>
      </dsp:txXfrm>
    </dsp:sp>
    <dsp:sp modelId="{2BFFC940-EB09-40AD-80AE-1956D2089897}">
      <dsp:nvSpPr>
        <dsp:cNvPr id="0" name=""/>
        <dsp:cNvSpPr/>
      </dsp:nvSpPr>
      <dsp:spPr>
        <a:xfrm>
          <a:off x="0" y="128194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Presenting irrelevant information</a:t>
          </a:r>
          <a:endParaRPr lang="en-PK" sz="2300" kern="1200" dirty="0"/>
        </a:p>
      </dsp:txBody>
      <dsp:txXfrm>
        <a:off x="26930" y="1308876"/>
        <a:ext cx="7832840" cy="497795"/>
      </dsp:txXfrm>
    </dsp:sp>
    <dsp:sp modelId="{477CE820-32F5-4987-889E-784F9F831134}">
      <dsp:nvSpPr>
        <dsp:cNvPr id="0" name=""/>
        <dsp:cNvSpPr/>
      </dsp:nvSpPr>
      <dsp:spPr>
        <a:xfrm>
          <a:off x="0" y="189984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Call to action(conclusion)is confusing &amp;vague</a:t>
          </a:r>
          <a:endParaRPr lang="en-PK" sz="2300" kern="1200" dirty="0"/>
        </a:p>
      </dsp:txBody>
      <dsp:txXfrm>
        <a:off x="26930" y="1926771"/>
        <a:ext cx="7832840" cy="497795"/>
      </dsp:txXfrm>
    </dsp:sp>
    <dsp:sp modelId="{9A2BC248-F463-4F86-BEC7-5D98E80F2C00}">
      <dsp:nvSpPr>
        <dsp:cNvPr id="0" name=""/>
        <dsp:cNvSpPr/>
      </dsp:nvSpPr>
      <dsp:spPr>
        <a:xfrm>
          <a:off x="0" y="251773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Monotone presentation style is soporific</a:t>
          </a:r>
          <a:endParaRPr lang="en-PK" sz="2300" kern="1200" dirty="0"/>
        </a:p>
      </dsp:txBody>
      <dsp:txXfrm>
        <a:off x="26930" y="2544666"/>
        <a:ext cx="7832840" cy="497795"/>
      </dsp:txXfrm>
    </dsp:sp>
    <dsp:sp modelId="{87EBF3DF-F34E-493F-B1A8-876D0D79EA48}">
      <dsp:nvSpPr>
        <dsp:cNvPr id="0" name=""/>
        <dsp:cNvSpPr/>
      </dsp:nvSpPr>
      <dsp:spPr>
        <a:xfrm>
          <a:off x="0" y="3135631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Lack of practice </a:t>
          </a:r>
          <a:endParaRPr lang="en-PK" sz="2300" kern="1200" dirty="0"/>
        </a:p>
      </dsp:txBody>
      <dsp:txXfrm>
        <a:off x="26930" y="3162561"/>
        <a:ext cx="7832840" cy="497795"/>
      </dsp:txXfrm>
    </dsp:sp>
    <dsp:sp modelId="{37505867-70AB-4AB5-8204-D265A7492754}">
      <dsp:nvSpPr>
        <dsp:cNvPr id="0" name=""/>
        <dsp:cNvSpPr/>
      </dsp:nvSpPr>
      <dsp:spPr>
        <a:xfrm>
          <a:off x="0" y="3753526"/>
          <a:ext cx="78867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Ignoring the audience</a:t>
          </a:r>
          <a:endParaRPr lang="en-PK" sz="2300" kern="1200" dirty="0"/>
        </a:p>
      </dsp:txBody>
      <dsp:txXfrm>
        <a:off x="26930" y="3780456"/>
        <a:ext cx="7832840" cy="49779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BB328-ACFF-4E47-9A7D-76F9F47B07A5}">
      <dsp:nvSpPr>
        <dsp:cNvPr id="0" name=""/>
        <dsp:cNvSpPr/>
      </dsp:nvSpPr>
      <dsp:spPr>
        <a:xfrm>
          <a:off x="0" y="3564"/>
          <a:ext cx="83058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Speech contents – word usage</a:t>
          </a:r>
          <a:endParaRPr lang="en-PK" sz="2700" kern="1200"/>
        </a:p>
      </dsp:txBody>
      <dsp:txXfrm>
        <a:off x="52359" y="55923"/>
        <a:ext cx="8201082" cy="967861"/>
      </dsp:txXfrm>
    </dsp:sp>
    <dsp:sp modelId="{C614F7DA-DE20-42E4-ABB2-2986989E593A}">
      <dsp:nvSpPr>
        <dsp:cNvPr id="0" name=""/>
        <dsp:cNvSpPr/>
      </dsp:nvSpPr>
      <dsp:spPr>
        <a:xfrm>
          <a:off x="0" y="1153903"/>
          <a:ext cx="83058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presenter’s own voice and personality</a:t>
          </a:r>
          <a:endParaRPr lang="en-PK" sz="2700" kern="1200"/>
        </a:p>
      </dsp:txBody>
      <dsp:txXfrm>
        <a:off x="52359" y="1206262"/>
        <a:ext cx="8201082" cy="967861"/>
      </dsp:txXfrm>
    </dsp:sp>
    <dsp:sp modelId="{438FB102-09D1-41F2-884F-AEAA2C84E159}">
      <dsp:nvSpPr>
        <dsp:cNvPr id="0" name=""/>
        <dsp:cNvSpPr/>
      </dsp:nvSpPr>
      <dsp:spPr>
        <a:xfrm>
          <a:off x="0" y="2304242"/>
          <a:ext cx="83058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Non verbal signs and body language </a:t>
          </a:r>
          <a:endParaRPr lang="en-PK" sz="2700" kern="1200"/>
        </a:p>
      </dsp:txBody>
      <dsp:txXfrm>
        <a:off x="52359" y="2356601"/>
        <a:ext cx="8201082" cy="967861"/>
      </dsp:txXfrm>
    </dsp:sp>
    <dsp:sp modelId="{1BC03C8D-77D9-4226-B654-DA244B933573}">
      <dsp:nvSpPr>
        <dsp:cNvPr id="0" name=""/>
        <dsp:cNvSpPr/>
      </dsp:nvSpPr>
      <dsp:spPr>
        <a:xfrm>
          <a:off x="0" y="3454581"/>
          <a:ext cx="83058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Audio / Visual aids – photographs, drawings, graphs, OHP transparencies.</a:t>
          </a:r>
          <a:endParaRPr lang="en-PK" sz="2700" kern="1200"/>
        </a:p>
      </dsp:txBody>
      <dsp:txXfrm>
        <a:off x="52359" y="3506940"/>
        <a:ext cx="8201082" cy="967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E0F43-675B-4BEC-B3CB-4DDD7F8294E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A81A-5CAB-4DC5-B686-71EF08EFE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5200" y="1498609"/>
            <a:ext cx="5257800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927600"/>
            <a:ext cx="5257800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pPr/>
              <a:t>12/23/2025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45000"/>
            <a:ext cx="5257800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124201"/>
            <a:ext cx="5257800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01800"/>
            <a:ext cx="3733800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701800"/>
            <a:ext cx="3733800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12/23/2025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9" y="1608836"/>
            <a:ext cx="3730752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209800"/>
            <a:ext cx="3733800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7448" y="1608836"/>
            <a:ext cx="3730752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0" y="2209800"/>
            <a:ext cx="3733800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12/23/2025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12/23/2025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12/23/2025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971800" y="0"/>
            <a:ext cx="59436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1701800"/>
            <a:ext cx="2514600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482600"/>
            <a:ext cx="5105400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1" y="4648200"/>
            <a:ext cx="2514600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12/23/2025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62100" y="0"/>
            <a:ext cx="60198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00600"/>
            <a:ext cx="5486400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279407"/>
            <a:ext cx="5486400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562600"/>
            <a:ext cx="5486400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12/23/2025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12/23/2025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274645"/>
            <a:ext cx="106680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45"/>
            <a:ext cx="6400800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12/23/2025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7515-C7E2-08AE-5E76-A612694EE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4E8DE-05AD-C944-781B-B957D2779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55E89-9C62-2A1D-9654-777E9E46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CC89-355F-252A-1DC4-3057E9F7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74B3-12E0-7A9F-599B-D886B9FD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4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27F9-8338-CFBF-FF89-4A696822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EEBD-F4D8-D468-182A-B2E4141C7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7B1F5-3DB5-F627-A507-601ABDB8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8320-8348-1E28-1CA4-532A4349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D942-7B90-7098-27B2-DB90FCB7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04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8DC5-491D-6177-86A5-ABFB31F1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F3B27-7658-12C5-6559-384675142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1A36A-3DAF-8EF3-73F8-25BF349C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5C13-C7E6-D00E-B3CA-5A17B438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582AE-7E0E-61E8-B7A9-0D3C19FE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6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A6BB-F3CD-9F8E-A84A-3864AEF6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5C64-64B0-488D-C5FA-0E115594C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806C2-345F-4AB1-4687-79724FCC2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3DC7E-88D4-FF85-3A1A-7678134D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D8C8A-050C-7248-ACD1-16FD79E4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33D62-6A6F-24C0-94DA-BC1980B3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139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9136-05FC-4C24-44D7-CD59A662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FA63C-F4E0-6FA2-777D-4E631A06C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2B007-A03C-3790-2263-4AE80198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FE252-7A96-9535-1913-CF3880BCD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FF4CC-2CCD-40D9-C8A1-DEF986D14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C8813-06A4-F624-192F-70D44160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C4E21-3434-7DD2-B85B-6067B12E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DABA99-EA9B-59A5-E7BE-8C669359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610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EECA-97F7-0480-9167-A5979DD6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332AE-D2C6-F932-C514-92DC3BC7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AC480-FF1E-138D-6BC8-9DDEA30D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32F85-B8F4-3005-6773-40B78D4B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200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83562-8521-A693-A0FF-07958FEA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A6AE2-20E9-D680-C845-D457B892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75B1-0D54-A07D-E7B1-7B4B9ADF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033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6785-7844-0817-6761-200E8F98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020C-CE5E-17C9-FDD6-F0087F3C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354D3-4E82-B04E-6B21-A80B0BA2B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8A364-20FE-D673-5AC7-894CB02B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B56EE-58FA-094A-2D2D-BD5E8CA1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944FD-BE78-C8AD-3FBA-DAF46904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737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D29B-15C0-3DFE-7FAF-9744BE46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F0526-6BAC-0B88-C610-8E6FA4383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FA54A-4FF8-9DBA-1FD1-B8F555A1F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C6B9C-D13C-E462-9CB7-284739C4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0AB1F-0D05-3DC4-4850-97DE4123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599A6-D8C0-864B-9D06-EDB62AFA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739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C30C-9A3F-F2A8-20B5-47878034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FA755-2C8C-01E7-AAD7-0DC820C10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75AAE-AA65-8C54-4504-35DC4817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02391-181A-7600-D34D-005CEA6F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4049-ED79-7A68-2E83-60718B43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75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B0A23-2394-5E71-B9C4-55D6C9C9A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D84F5-8444-C412-AE74-B698EF7E7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78DD4-2C3D-B44B-BE0E-903321A1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AC58A-77FE-636C-643C-F0C5FC6C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8A4A-1914-B411-348A-1B015C6C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339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80D19-B19B-4B93-A5A7-2A2EDB81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0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28600" y="0"/>
            <a:ext cx="86868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620000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1800"/>
            <a:ext cx="7620000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00812"/>
            <a:ext cx="2057400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/>
              <a:pPr/>
              <a:t>12/23/2025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1645" y="6400812"/>
            <a:ext cx="4663440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46" y="6400812"/>
            <a:ext cx="830855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39F11-2C32-BD31-9467-9D748801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4F4BD-517E-A231-17F9-ECEAE0098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25BC-247F-0907-5B59-79F7541EE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E6982-FEFB-0FEF-552F-B3FB77697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EC5F4-0519-114A-4AC6-1460F60D2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7DED6-D4C7-42EE-AB49-D2E39E64FDE4}" type="slidenum">
              <a:rPr lang="en-PK" smtClean="0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435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8.png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image" Target="../media/image9.jpg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0.jp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2.jp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12" Type="http://schemas.openxmlformats.org/officeDocument/2006/relationships/image" Target="../media/image1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4.jp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6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bin"/><Relationship Id="rId2" Type="http://schemas.openxmlformats.org/officeDocument/2006/relationships/image" Target="../media/image17.bin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23.xml"/><Relationship Id="rId7" Type="http://schemas.openxmlformats.org/officeDocument/2006/relationships/image" Target="../media/image19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21.jpe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22.jp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6F84-18DE-5EB1-424E-7500E10F0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EFFECTIVE  PRESENTATION SKILLS</a:t>
            </a:r>
            <a:br>
              <a:rPr lang="en-PK" sz="3600" dirty="0">
                <a:latin typeface="Arial Black" panose="020B0A04020102020204" pitchFamily="34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9903-9F04-0209-03BE-45DA4A4B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581" y="1476772"/>
            <a:ext cx="7482219" cy="48478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4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4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4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4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967F1-E36F-50C2-38FF-882FDC1FD5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800"/>
            <a:ext cx="9144000" cy="24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2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1AF4-1256-9EB6-6014-8DF9B4B9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0142"/>
            <a:ext cx="7886700" cy="60606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 Presentation is a means of communication which can be adapted to various speaking situations, such as talking to a group, addressing a meeting or briefing a team.</a:t>
            </a:r>
            <a:endParaRPr lang="en-PK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C537B-C5C5-F157-720D-57230AD73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609600"/>
            <a:ext cx="6934200" cy="33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5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5000" b="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C34658-5047-41DA-9EB4-33DF90263860}" type="slidenum">
              <a:rPr lang="en-US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28B280-7F18-2EF2-C3DA-C1005277A082}"/>
              </a:ext>
            </a:extLst>
          </p:cNvPr>
          <p:cNvGraphicFramePr/>
          <p:nvPr/>
        </p:nvGraphicFramePr>
        <p:xfrm>
          <a:off x="152400" y="76200"/>
          <a:ext cx="8305800" cy="8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1B54E5D-B446-CBB7-671D-A58C16782B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643145"/>
              </p:ext>
            </p:extLst>
          </p:nvPr>
        </p:nvGraphicFramePr>
        <p:xfrm>
          <a:off x="457200" y="1219199"/>
          <a:ext cx="8458200" cy="2143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57200" y="2772075"/>
            <a:ext cx="850106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</a:p>
          <a:p>
            <a:pPr marL="342900" indent="-34290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57200" y="4897898"/>
            <a:ext cx="8458200" cy="173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</a:t>
            </a:r>
          </a:p>
        </p:txBody>
      </p:sp>
      <p:pic>
        <p:nvPicPr>
          <p:cNvPr id="7" name="Picture 6" descr="infor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759" y="4277749"/>
            <a:ext cx="1447800" cy="1240298"/>
          </a:xfrm>
          <a:prstGeom prst="rect">
            <a:avLst/>
          </a:prstGeom>
        </p:spPr>
      </p:pic>
      <p:pic>
        <p:nvPicPr>
          <p:cNvPr id="9" name="Picture 8" descr="persuasion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314700" y="4306471"/>
            <a:ext cx="2514600" cy="1219199"/>
          </a:xfrm>
          <a:prstGeom prst="rect">
            <a:avLst/>
          </a:prstGeom>
        </p:spPr>
      </p:pic>
      <p:pic>
        <p:nvPicPr>
          <p:cNvPr id="10" name="Picture 9" descr="2-Entertain_logo-0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6924" y="4196210"/>
            <a:ext cx="1676400" cy="12191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5741F30-735E-635B-36DE-E1BE90D004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1501081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4DDBBC3-824C-82C3-EB61-A7A44949BD82}"/>
              </a:ext>
            </a:extLst>
          </p:cNvPr>
          <p:cNvGraphicFramePr/>
          <p:nvPr/>
        </p:nvGraphicFramePr>
        <p:xfrm>
          <a:off x="628650" y="365126"/>
          <a:ext cx="8286750" cy="175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83515F-26AA-CD29-7683-409B147D5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395394"/>
              </p:ext>
            </p:extLst>
          </p:nvPr>
        </p:nvGraphicFramePr>
        <p:xfrm>
          <a:off x="628650" y="2438401"/>
          <a:ext cx="7886700" cy="2743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F9F8DCC-E30A-CDD6-87A7-62F7692ED1E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4761056"/>
            <a:ext cx="26098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2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699399B-3451-5231-6FE0-5251011A3A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312685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6D27D-CA7C-5924-D536-D35BF519B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47800"/>
            <a:ext cx="7342417" cy="5045074"/>
          </a:xfrm>
        </p:spPr>
      </p:pic>
    </p:spTree>
    <p:extLst>
      <p:ext uri="{BB962C8B-B14F-4D97-AF65-F5344CB8AC3E}">
        <p14:creationId xmlns:p14="http://schemas.microsoft.com/office/powerpoint/2010/main" val="102560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0090-8F61-F47B-8699-BD69658E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/>
              <a:t>Planning usually includes following questions</a:t>
            </a:r>
            <a:endParaRPr lang="en-PK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36B3AA-9642-CCFA-7205-8673C5CD5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28190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88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29B9C7-E602-C390-2CC2-F8FEB10E3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610430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2A3E6F-C60C-FC21-2B88-F4E0C9790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28800"/>
            <a:ext cx="7886699" cy="4343400"/>
          </a:xfrm>
        </p:spPr>
      </p:pic>
    </p:spTree>
    <p:extLst>
      <p:ext uri="{BB962C8B-B14F-4D97-AF65-F5344CB8AC3E}">
        <p14:creationId xmlns:p14="http://schemas.microsoft.com/office/powerpoint/2010/main" val="48179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0FD4-F8B4-AEE6-BC5E-275C2602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Points to keep in mind while preparing</a:t>
            </a:r>
            <a:endParaRPr lang="en-PK" sz="36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28F0EA7-44A4-D4A2-99D0-6B6D39813F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94321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E5272BE-8937-F692-2B3E-1F9A346971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47800"/>
            <a:ext cx="6172200" cy="609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5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956FEA5-405D-5674-D1C7-7C6959A8E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224396"/>
              </p:ext>
            </p:extLst>
          </p:nvPr>
        </p:nvGraphicFramePr>
        <p:xfrm>
          <a:off x="628650" y="381000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59A41B-F89C-73FA-6A62-85391B66B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41416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3279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3585383-A448-5B0A-8C0E-B334BD094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928939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76F44D-7365-EE11-0FB3-F13E39553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83094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CD6F077-D02B-1203-CC97-78B27539F92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812534"/>
            <a:ext cx="3901448" cy="104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1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2C30-B9A0-71C2-19A0-AB89A4406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aids</a:t>
            </a:r>
            <a:endParaRPr lang="en-PK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828DD4-D59B-130F-E19A-19E3141B8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388014"/>
              </p:ext>
            </p:extLst>
          </p:nvPr>
        </p:nvGraphicFramePr>
        <p:xfrm>
          <a:off x="228600" y="2569077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9E31FB-89DD-7667-EB29-5804449BBE5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099"/>
            <a:ext cx="2514600" cy="2340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88D26A-BE59-C0AC-901F-DED22BA03D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98"/>
            <a:ext cx="5844339" cy="24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3D4685F-C7D0-E35C-B290-B65E7C168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460753"/>
              </p:ext>
            </p:extLst>
          </p:nvPr>
        </p:nvGraphicFramePr>
        <p:xfrm>
          <a:off x="628650" y="2841626"/>
          <a:ext cx="7886700" cy="3335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7856559-BA7B-9EF6-77F6-8592C11CA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14" y="457200"/>
            <a:ext cx="6835486" cy="159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A648E41-35C1-69F2-C5D0-2CAA95B80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781448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13CF63-6B80-C9BC-8A81-69AD44E75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85805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100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6791-A8AB-2D48-2B4E-628547B5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Professional dress code</a:t>
            </a:r>
            <a:endParaRPr lang="en-PK" sz="4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8AA59-92C9-069F-5353-EE68CC944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7062"/>
            <a:ext cx="495300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212BA5-086E-DD4B-A565-FC01FF5E6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825625"/>
            <a:ext cx="4419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0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6F876B7-B6FD-EF15-3BAA-23467AA9B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6790903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4CD0E2-14D8-8E9E-E028-758A59DF0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16754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2514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AECAC1F-B75E-7760-01DE-A3BE36BAA86B}"/>
              </a:ext>
            </a:extLst>
          </p:cNvPr>
          <p:cNvGraphicFramePr/>
          <p:nvPr/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C7DBE7-5649-2AD3-FB70-2DC92AF2B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8860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4912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9748BA-80EF-50EE-E4A1-4EFCC819F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040124"/>
              </p:ext>
            </p:extLst>
          </p:nvPr>
        </p:nvGraphicFramePr>
        <p:xfrm>
          <a:off x="628650" y="838200"/>
          <a:ext cx="7981950" cy="5338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18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A6D87BB-B0F0-AD52-07B2-952918F09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680963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Taking an ABIM Practice Exam Will Help You Feel Better About Taking Those  Boards - NEJM Knowledge+">
            <a:extLst>
              <a:ext uri="{FF2B5EF4-FFF2-40B4-BE49-F238E27FC236}">
                <a16:creationId xmlns:a16="http://schemas.microsoft.com/office/drawing/2014/main" id="{9D37735E-2F84-22D3-BBFB-40ED8A03FD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894681"/>
            <a:ext cx="3286125" cy="263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actice Tools Overview | AAAAI">
            <a:extLst>
              <a:ext uri="{FF2B5EF4-FFF2-40B4-BE49-F238E27FC236}">
                <a16:creationId xmlns:a16="http://schemas.microsoft.com/office/drawing/2014/main" id="{D1CDF771-2836-F6B0-5EBE-192CB8B4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895600"/>
            <a:ext cx="40386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65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5681-2A7C-44DD-C6A0-B9F82D40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114CD7-A877-558C-06DF-112EADA37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298427"/>
              </p:ext>
            </p:extLst>
          </p:nvPr>
        </p:nvGraphicFramePr>
        <p:xfrm>
          <a:off x="628650" y="2570018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Here's What Practicing Does to Your Brain (and How to Do It Right) | Inc.com">
            <a:extLst>
              <a:ext uri="{FF2B5EF4-FFF2-40B4-BE49-F238E27FC236}">
                <a16:creationId xmlns:a16="http://schemas.microsoft.com/office/drawing/2014/main" id="{EA05D5D1-05A7-2BAE-347B-01F815AA9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59" y="0"/>
            <a:ext cx="2857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75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2C493EA-D623-B96D-E79F-F082E8A25E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882054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A4738A-89A6-2237-D8D6-4B4FF7F21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514600"/>
            <a:ext cx="6781800" cy="397827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0DC970-8960-0F4B-8103-6C1185B368ED}"/>
              </a:ext>
            </a:extLst>
          </p:cNvPr>
          <p:cNvSpPr txBox="1"/>
          <p:nvPr/>
        </p:nvSpPr>
        <p:spPr>
          <a:xfrm>
            <a:off x="1143000" y="2210212"/>
            <a:ext cx="4572000" cy="292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1100"/>
              </a:lnSpc>
              <a:spcBef>
                <a:spcPts val="100"/>
              </a:spcBef>
              <a:spcAft>
                <a:spcPts val="300"/>
              </a:spcAft>
              <a:buClr>
                <a:srgbClr val="808080"/>
              </a:buClr>
              <a:buSzPts val="1000"/>
              <a:buFont typeface="Symbol" panose="05050102010706020507" pitchFamily="18" charset="2"/>
              <a:buChar char=""/>
              <a:tabLst>
                <a:tab pos="365760" algn="l"/>
              </a:tabLst>
            </a:pPr>
            <a:r>
              <a:rPr lang="en-US" sz="3600" spc="5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endParaRPr lang="en-PK" sz="3600" spc="50" dirty="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2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6FBE9FE-75AE-83CE-F571-D85169CAC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4723509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B8FA49-FB20-1291-9D8C-AA0DA84C9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06855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5777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8D86A8-BDE4-349E-712B-9F246A113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7905284"/>
              </p:ext>
            </p:extLst>
          </p:nvPr>
        </p:nvGraphicFramePr>
        <p:xfrm>
          <a:off x="628650" y="365126"/>
          <a:ext cx="78867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5BFE63-CE85-2817-DEC6-908D760EE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03066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4947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03F0-AB8C-5293-505D-7AE755D0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32F8C4-957B-F458-45A4-B2870CC0E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365126"/>
            <a:ext cx="7838644" cy="5828902"/>
          </a:xfrm>
        </p:spPr>
      </p:pic>
    </p:spTree>
    <p:extLst>
      <p:ext uri="{BB962C8B-B14F-4D97-AF65-F5344CB8AC3E}">
        <p14:creationId xmlns:p14="http://schemas.microsoft.com/office/powerpoint/2010/main" val="171498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9000" b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6A3B1E-6B63-43E7-85C9-89EE1034D34D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620000" cy="5334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How to make your Presentation a success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F3E7FF-AAB4-F812-257D-C97A577F7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454544"/>
              </p:ext>
            </p:extLst>
          </p:nvPr>
        </p:nvGraphicFramePr>
        <p:xfrm>
          <a:off x="419100" y="1239843"/>
          <a:ext cx="8305800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tenstepspublicspeakingoxfam495"/>
          <p:cNvPicPr>
            <a:picLocks noGrp="1" noChangeAspect="1" noChangeArrowheads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428750" y="892969"/>
            <a:ext cx="6286500" cy="4622800"/>
          </a:xfrm>
          <a:solidFill>
            <a:schemeClr val="accent1"/>
          </a:solidFill>
          <a:ln>
            <a:solidFill>
              <a:schemeClr val="tx1"/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F96DDA-7144-467A-891A-9FA1E74EAE9D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F54B79-C06E-DD1D-BA77-3A994A35E5F9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813"/>
            <a:ext cx="9112624" cy="6580187"/>
          </a:xfrm>
        </p:spPr>
      </p:pic>
    </p:spTree>
    <p:extLst>
      <p:ext uri="{BB962C8B-B14F-4D97-AF65-F5344CB8AC3E}">
        <p14:creationId xmlns:p14="http://schemas.microsoft.com/office/powerpoint/2010/main" val="3883974710"/>
      </p:ext>
    </p:extLst>
  </p:cSld>
  <p:clrMapOvr>
    <a:masterClrMapping/>
  </p:clrMapOvr>
</p:sld>
</file>

<file path=ppt/theme/theme1.xml><?xml version="1.0" encoding="utf-8"?>
<a:theme xmlns:a="http://schemas.openxmlformats.org/drawingml/2006/main" name="1_TS102787940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493</Words>
  <Application>Microsoft Office PowerPoint</Application>
  <PresentationFormat>On-screen Show (4:3)</PresentationFormat>
  <Paragraphs>128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Century Gothic</vt:lpstr>
      <vt:lpstr>Symbol</vt:lpstr>
      <vt:lpstr>Tahoma</vt:lpstr>
      <vt:lpstr>Times New Roman</vt:lpstr>
      <vt:lpstr>Wingdings</vt:lpstr>
      <vt:lpstr>1_TS102787940</vt:lpstr>
      <vt:lpstr>Office Theme</vt:lpstr>
      <vt:lpstr>EFFECTIVE  PRESENTATION SKILLS </vt:lpstr>
      <vt:lpstr>PowerPoint Presentation</vt:lpstr>
      <vt:lpstr>PowerPoint Presentation</vt:lpstr>
      <vt:lpstr>PowerPoint Presentation</vt:lpstr>
      <vt:lpstr>PowerPoint Presentation</vt:lpstr>
      <vt:lpstr> Planning usually includes following questions</vt:lpstr>
      <vt:lpstr>PowerPoint Presentation</vt:lpstr>
      <vt:lpstr>Points to keep in mind while preparing</vt:lpstr>
      <vt:lpstr>PowerPoint Presentation</vt:lpstr>
      <vt:lpstr>PowerPoint Presentation</vt:lpstr>
      <vt:lpstr>Visual aids</vt:lpstr>
      <vt:lpstr>PowerPoint Presentation</vt:lpstr>
      <vt:lpstr>PowerPoint Presentation</vt:lpstr>
      <vt:lpstr>Professional dress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make your Presentation a success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Presentation</dc:title>
  <dc:creator>asim</dc:creator>
  <cp:lastModifiedBy>Faiza Khan Burki</cp:lastModifiedBy>
  <cp:revision>77</cp:revision>
  <dcterms:created xsi:type="dcterms:W3CDTF">2012-09-24T16:36:55Z</dcterms:created>
  <dcterms:modified xsi:type="dcterms:W3CDTF">2025-12-23T07:00:49Z</dcterms:modified>
</cp:coreProperties>
</file>