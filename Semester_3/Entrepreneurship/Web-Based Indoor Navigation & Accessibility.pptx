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894300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092073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294557" name="Google Shape;84;g3b60cf2b9f5_21_0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223698" name="Google Shape;85;g3b60cf2b9f5_21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31932" name="Google Shape;89;g3b60cf2b9f5_0_4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943295" name="Google Shape;90;g3b60cf2b9f5_0_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659595" name="Google Shape;94;g3b60cf2b9f5_21_4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929052" name="Google Shape;95;g3b60cf2b9f5_21_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993945" name="Google Shape;99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3444062" name="Google Shape;100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557115" name="Google Shape;107;g3b60cf2b9f5_21_10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646647" name="Google Shape;108;g3b60cf2b9f5_21_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311052" name="Google Shape;112;g3b60cf2b9f5_21_14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3969" name="Google Shape;113;g3b60cf2b9f5_21_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140845" name="Google Shape;117;g3b60cf2b9f5_21_18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659712" name="Google Shape;118;g3b60cf2b9f5_21_1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09217" name="Google Shape;122;g3b60cf2b9f5_21_977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000486" name="Google Shape;123;g3b60cf2b9f5_21_97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562556" name="Google Shape;127;g3b60cf2b9f5_21_981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209308" name="Google Shape;128;g3b60cf2b9f5_21_98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14942" name="Google Shape;132;g3b60cf2b9f5_21_985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608083" name="Google Shape;133;g3b60cf2b9f5_21_98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535378" name="Google Shape;137;g3b60cf2b9f5_21_989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224620" name="Google Shape;138;g3b60cf2b9f5_21_98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318772" name="Google Shape;142;g3b60cf2b9f5_21_1089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607565" name="Google Shape;143;g3b60cf2b9f5_21_108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735802" name="Google Shape;147;g3b60cf2b9f5_21_482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095049" name="Google Shape;148;g3b60cf2b9f5_21_48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354631" name="Google Shape;152;g3b60cf2b9f5_21_1550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5441536" name="Google Shape;153;g3b60cf2b9f5_21_155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808480" name="Google Shape;157;g3b60cf2b9f5_21_1554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682118" name="Google Shape;158;g3b60cf2b9f5_21_155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61673" name="Google Shape;162;g3b60cf2b9f5_21_1558:notes"/>
          <p:cNvSpPr/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696257" name="Google Shape;163;g3b60cf2b9f5_21_155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61300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4918631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9494662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823712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3301400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82224613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8531076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8266126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338628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5276223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9430374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8516148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4015250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991514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8310523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96005146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83019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0903916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338989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1832243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508581680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263792914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0059401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5961880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465329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7118329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43716393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436798000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11790219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755735070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170706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03498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645653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6497811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1366793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7724755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060009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6001215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181360480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269263342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3992722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6342845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174964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0654554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52953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825979518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4739239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4087666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18708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4322564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2175913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0991031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3576334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34207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299273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7846423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7441009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3338408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T SLIDES" preserve="0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9445403" name="Google Shape;81;p13" descr="preencoded.png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450088" name="Google Shape;82;p13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A081B">
              <a:alpha val="74900"/>
            </a:srgbClr>
          </a:solidFill>
          <a:ln>
            <a:noFill/>
          </a:ln>
        </p:spPr>
        <p:txBody>
          <a:bodyPr spcFirstLastPara="1" wrap="square" lIns="76200" tIns="76200" rIns="76200" bIns="76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169867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35548033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0715437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86818795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92414469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3596010" name="Google Shape;87;p14" descr="INSTEAD OF THE DOCTOR AND PATIENT'S IMAGE, CREATE SOMETHING RELATED TO THE MAIN TITLE OF THE SLIDE, AND ALSO SOMETHING THAT TRIES TO SHOW IT AS SOCIAL ISSUE, LIKE INCLUSION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9236834" name="Google Shape;92;p15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227757" name="Google Shape;97;p16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6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1437664" name="Google Shape;102;p17" descr="image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8318073" name="Google Shape;103;p17"/>
          <p:cNvSpPr txBox="1"/>
          <p:nvPr/>
        </p:nvSpPr>
        <p:spPr bwMode="auto">
          <a:xfrm>
            <a:off x="3315652" y="2592734"/>
            <a:ext cx="55606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THE </a:t>
            </a:r>
            <a:r>
              <a:rPr lang="en-US" sz="6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</a:rPr>
              <a:t>SOLUTION</a:t>
            </a:r>
            <a:endParaRPr/>
          </a:p>
        </p:txBody>
      </p:sp>
      <p:sp>
        <p:nvSpPr>
          <p:cNvPr id="1290464191" name="Google Shape;104;p17"/>
          <p:cNvSpPr txBox="1"/>
          <p:nvPr/>
        </p:nvSpPr>
        <p:spPr bwMode="auto">
          <a:xfrm>
            <a:off x="3580446" y="4546354"/>
            <a:ext cx="52958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94A3B8"/>
                </a:solidFill>
                <a:latin typeface="Arimo"/>
                <a:ea typeface="Arimo"/>
                <a:cs typeface="Arimo"/>
              </a:rPr>
              <a:t>Tech-Driven Autonomy and Inclusive Design</a:t>
            </a:r>
            <a:endParaRPr/>
          </a:p>
        </p:txBody>
      </p:sp>
      <p:sp>
        <p:nvSpPr>
          <p:cNvPr id="307990114" name="Google Shape;105;p17"/>
          <p:cNvSpPr/>
          <p:nvPr/>
        </p:nvSpPr>
        <p:spPr bwMode="auto">
          <a:xfrm>
            <a:off x="5619749" y="5014076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5803551" name="Google Shape;110;p18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8346641" name="Google Shape;115;p19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4109865" name="Google Shape;120;p20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884726" name="Google Shape;125;p21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6706765" name="Google Shape;130;p22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09166" name="Google Shape;135;p23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0145127" name="Google Shape;140;p24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5870033" name="Google Shape;145;p25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6671113" name="Google Shape;150;p26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6036956" name="Google Shape;155;p27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26581"/>
            <a:ext cx="12191410" cy="681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1260567" name="Google Shape;160;p28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6787738" name="Google Shape;165;p29" descr="Beautify this slide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