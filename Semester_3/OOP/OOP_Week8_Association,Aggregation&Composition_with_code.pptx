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0" r:id="rId7"/>
    <p:sldId id="259" r:id="rId8"/>
    <p:sldId id="263" r:id="rId9"/>
    <p:sldId id="264" r:id="rId10"/>
    <p:sldId id="265" r:id="rId11"/>
    <p:sldId id="267" r:id="rId12"/>
    <p:sldId id="268" r:id="rId13"/>
    <p:sldId id="271" r:id="rId14"/>
    <p:sldId id="269" r:id="rId15"/>
    <p:sldId id="270" r:id="rId16"/>
    <p:sldId id="272" r:id="rId17"/>
    <p:sldId id="273" r:id="rId18"/>
    <p:sldId id="275" r:id="rId19"/>
    <p:sldId id="274" r:id="rId20"/>
    <p:sldId id="277"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0DFAF-7922-37DB-DA06-7890BD64D9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173DFE-EC99-46B1-D9B9-44E5AF745F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6C5A78-5F48-4826-736A-78094E9E1D48}"/>
              </a:ext>
            </a:extLst>
          </p:cNvPr>
          <p:cNvSpPr>
            <a:spLocks noGrp="1"/>
          </p:cNvSpPr>
          <p:nvPr>
            <p:ph type="dt" sz="half" idx="10"/>
          </p:nvPr>
        </p:nvSpPr>
        <p:spPr/>
        <p:txBody>
          <a:bodyPr/>
          <a:lstStyle/>
          <a:p>
            <a:fld id="{640EDCF5-C40B-4E05-BF56-22047DC37FCF}" type="datetimeFigureOut">
              <a:rPr lang="en-US" smtClean="0"/>
              <a:t>1/1/2025</a:t>
            </a:fld>
            <a:endParaRPr lang="en-US"/>
          </a:p>
        </p:txBody>
      </p:sp>
      <p:sp>
        <p:nvSpPr>
          <p:cNvPr id="5" name="Footer Placeholder 4">
            <a:extLst>
              <a:ext uri="{FF2B5EF4-FFF2-40B4-BE49-F238E27FC236}">
                <a16:creationId xmlns:a16="http://schemas.microsoft.com/office/drawing/2014/main" id="{8B4AB38B-5DA7-D60C-1AAA-1C81DBDA9E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AE066D-F0F5-2C3C-A374-A17402389C53}"/>
              </a:ext>
            </a:extLst>
          </p:cNvPr>
          <p:cNvSpPr>
            <a:spLocks noGrp="1"/>
          </p:cNvSpPr>
          <p:nvPr>
            <p:ph type="sldNum" sz="quarter" idx="12"/>
          </p:nvPr>
        </p:nvSpPr>
        <p:spPr/>
        <p:txBody>
          <a:bodyPr/>
          <a:lstStyle/>
          <a:p>
            <a:fld id="{B6B46537-9D05-4C40-9E5C-4670FD883FBE}" type="slidenum">
              <a:rPr lang="en-US" smtClean="0"/>
              <a:t>‹#›</a:t>
            </a:fld>
            <a:endParaRPr lang="en-US"/>
          </a:p>
        </p:txBody>
      </p:sp>
    </p:spTree>
    <p:extLst>
      <p:ext uri="{BB962C8B-B14F-4D97-AF65-F5344CB8AC3E}">
        <p14:creationId xmlns:p14="http://schemas.microsoft.com/office/powerpoint/2010/main" val="2556746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ED991-98EC-8AD5-D470-55D9E512C5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707CBD-29FD-8AF2-21BB-D35EE4ED02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EC3AFF-A090-2FD8-FA53-810A7D0C4E5A}"/>
              </a:ext>
            </a:extLst>
          </p:cNvPr>
          <p:cNvSpPr>
            <a:spLocks noGrp="1"/>
          </p:cNvSpPr>
          <p:nvPr>
            <p:ph type="dt" sz="half" idx="10"/>
          </p:nvPr>
        </p:nvSpPr>
        <p:spPr/>
        <p:txBody>
          <a:bodyPr/>
          <a:lstStyle/>
          <a:p>
            <a:fld id="{640EDCF5-C40B-4E05-BF56-22047DC37FCF}" type="datetimeFigureOut">
              <a:rPr lang="en-US" smtClean="0"/>
              <a:t>1/1/2025</a:t>
            </a:fld>
            <a:endParaRPr lang="en-US"/>
          </a:p>
        </p:txBody>
      </p:sp>
      <p:sp>
        <p:nvSpPr>
          <p:cNvPr id="5" name="Footer Placeholder 4">
            <a:extLst>
              <a:ext uri="{FF2B5EF4-FFF2-40B4-BE49-F238E27FC236}">
                <a16:creationId xmlns:a16="http://schemas.microsoft.com/office/drawing/2014/main" id="{CF26A938-09FB-62E5-4619-4634F624A2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9C5940-3E2D-AF25-8FC2-FD43349C421F}"/>
              </a:ext>
            </a:extLst>
          </p:cNvPr>
          <p:cNvSpPr>
            <a:spLocks noGrp="1"/>
          </p:cNvSpPr>
          <p:nvPr>
            <p:ph type="sldNum" sz="quarter" idx="12"/>
          </p:nvPr>
        </p:nvSpPr>
        <p:spPr/>
        <p:txBody>
          <a:bodyPr/>
          <a:lstStyle/>
          <a:p>
            <a:fld id="{B6B46537-9D05-4C40-9E5C-4670FD883FBE}" type="slidenum">
              <a:rPr lang="en-US" smtClean="0"/>
              <a:t>‹#›</a:t>
            </a:fld>
            <a:endParaRPr lang="en-US"/>
          </a:p>
        </p:txBody>
      </p:sp>
    </p:spTree>
    <p:extLst>
      <p:ext uri="{BB962C8B-B14F-4D97-AF65-F5344CB8AC3E}">
        <p14:creationId xmlns:p14="http://schemas.microsoft.com/office/powerpoint/2010/main" val="3438263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B2B31-0888-3E77-0FE8-209547E4D9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182833-0F5C-A6C8-FBD4-26178E6F72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FC9EFE-BACB-5D33-1AE4-910BDB0D8B40}"/>
              </a:ext>
            </a:extLst>
          </p:cNvPr>
          <p:cNvSpPr>
            <a:spLocks noGrp="1"/>
          </p:cNvSpPr>
          <p:nvPr>
            <p:ph type="dt" sz="half" idx="10"/>
          </p:nvPr>
        </p:nvSpPr>
        <p:spPr/>
        <p:txBody>
          <a:bodyPr/>
          <a:lstStyle/>
          <a:p>
            <a:fld id="{640EDCF5-C40B-4E05-BF56-22047DC37FCF}" type="datetimeFigureOut">
              <a:rPr lang="en-US" smtClean="0"/>
              <a:t>1/1/2025</a:t>
            </a:fld>
            <a:endParaRPr lang="en-US"/>
          </a:p>
        </p:txBody>
      </p:sp>
      <p:sp>
        <p:nvSpPr>
          <p:cNvPr id="5" name="Footer Placeholder 4">
            <a:extLst>
              <a:ext uri="{FF2B5EF4-FFF2-40B4-BE49-F238E27FC236}">
                <a16:creationId xmlns:a16="http://schemas.microsoft.com/office/drawing/2014/main" id="{A04A8EE5-E24D-C40C-0835-6DA1E25F4C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DA0C4B-5153-5965-1151-860FD5E2E905}"/>
              </a:ext>
            </a:extLst>
          </p:cNvPr>
          <p:cNvSpPr>
            <a:spLocks noGrp="1"/>
          </p:cNvSpPr>
          <p:nvPr>
            <p:ph type="sldNum" sz="quarter" idx="12"/>
          </p:nvPr>
        </p:nvSpPr>
        <p:spPr/>
        <p:txBody>
          <a:bodyPr/>
          <a:lstStyle/>
          <a:p>
            <a:fld id="{B6B46537-9D05-4C40-9E5C-4670FD883FBE}" type="slidenum">
              <a:rPr lang="en-US" smtClean="0"/>
              <a:t>‹#›</a:t>
            </a:fld>
            <a:endParaRPr lang="en-US"/>
          </a:p>
        </p:txBody>
      </p:sp>
    </p:spTree>
    <p:extLst>
      <p:ext uri="{BB962C8B-B14F-4D97-AF65-F5344CB8AC3E}">
        <p14:creationId xmlns:p14="http://schemas.microsoft.com/office/powerpoint/2010/main" val="3643099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68616-5F27-D662-2713-36729D2E2B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765FF5-EEE9-5272-C0D2-EFE04A2AD1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66C105-4AF3-2AE5-5679-19F358FDBD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215769-1DF1-3634-7E64-8EE1A340E38B}"/>
              </a:ext>
            </a:extLst>
          </p:cNvPr>
          <p:cNvSpPr>
            <a:spLocks noGrp="1"/>
          </p:cNvSpPr>
          <p:nvPr>
            <p:ph type="dt" sz="half" idx="10"/>
          </p:nvPr>
        </p:nvSpPr>
        <p:spPr/>
        <p:txBody>
          <a:bodyPr/>
          <a:lstStyle/>
          <a:p>
            <a:fld id="{640EDCF5-C40B-4E05-BF56-22047DC37FCF}" type="datetimeFigureOut">
              <a:rPr lang="en-US" smtClean="0"/>
              <a:t>1/1/2025</a:t>
            </a:fld>
            <a:endParaRPr lang="en-US"/>
          </a:p>
        </p:txBody>
      </p:sp>
      <p:sp>
        <p:nvSpPr>
          <p:cNvPr id="6" name="Footer Placeholder 5">
            <a:extLst>
              <a:ext uri="{FF2B5EF4-FFF2-40B4-BE49-F238E27FC236}">
                <a16:creationId xmlns:a16="http://schemas.microsoft.com/office/drawing/2014/main" id="{770A8F1E-2F5E-DFE9-2736-50F8ED8061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C43555-427E-B49F-5065-004939C5161A}"/>
              </a:ext>
            </a:extLst>
          </p:cNvPr>
          <p:cNvSpPr>
            <a:spLocks noGrp="1"/>
          </p:cNvSpPr>
          <p:nvPr>
            <p:ph type="sldNum" sz="quarter" idx="12"/>
          </p:nvPr>
        </p:nvSpPr>
        <p:spPr/>
        <p:txBody>
          <a:bodyPr/>
          <a:lstStyle/>
          <a:p>
            <a:fld id="{B6B46537-9D05-4C40-9E5C-4670FD883FBE}" type="slidenum">
              <a:rPr lang="en-US" smtClean="0"/>
              <a:t>‹#›</a:t>
            </a:fld>
            <a:endParaRPr lang="en-US"/>
          </a:p>
        </p:txBody>
      </p:sp>
    </p:spTree>
    <p:extLst>
      <p:ext uri="{BB962C8B-B14F-4D97-AF65-F5344CB8AC3E}">
        <p14:creationId xmlns:p14="http://schemas.microsoft.com/office/powerpoint/2010/main" val="3596017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2021F-7310-1B05-0264-48AAEABA1E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8694AA-BF17-4C1A-D072-91C4C99CFC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F890BC-8FE4-BC11-3E2F-8106C06B80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ACA80C-0A10-F4B4-A8CB-5026378371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9AC067-E1F9-FA61-75CD-FA2773ACD7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97CE52-4B39-DE58-0CF8-B72339B64669}"/>
              </a:ext>
            </a:extLst>
          </p:cNvPr>
          <p:cNvSpPr>
            <a:spLocks noGrp="1"/>
          </p:cNvSpPr>
          <p:nvPr>
            <p:ph type="dt" sz="half" idx="10"/>
          </p:nvPr>
        </p:nvSpPr>
        <p:spPr/>
        <p:txBody>
          <a:bodyPr/>
          <a:lstStyle/>
          <a:p>
            <a:fld id="{640EDCF5-C40B-4E05-BF56-22047DC37FCF}" type="datetimeFigureOut">
              <a:rPr lang="en-US" smtClean="0"/>
              <a:t>1/1/2025</a:t>
            </a:fld>
            <a:endParaRPr lang="en-US"/>
          </a:p>
        </p:txBody>
      </p:sp>
      <p:sp>
        <p:nvSpPr>
          <p:cNvPr id="8" name="Footer Placeholder 7">
            <a:extLst>
              <a:ext uri="{FF2B5EF4-FFF2-40B4-BE49-F238E27FC236}">
                <a16:creationId xmlns:a16="http://schemas.microsoft.com/office/drawing/2014/main" id="{926913FB-C94C-A77C-044B-641885C40C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790655E-8CF3-4615-223E-7281A9575A12}"/>
              </a:ext>
            </a:extLst>
          </p:cNvPr>
          <p:cNvSpPr>
            <a:spLocks noGrp="1"/>
          </p:cNvSpPr>
          <p:nvPr>
            <p:ph type="sldNum" sz="quarter" idx="12"/>
          </p:nvPr>
        </p:nvSpPr>
        <p:spPr/>
        <p:txBody>
          <a:bodyPr/>
          <a:lstStyle/>
          <a:p>
            <a:fld id="{B6B46537-9D05-4C40-9E5C-4670FD883FBE}" type="slidenum">
              <a:rPr lang="en-US" smtClean="0"/>
              <a:t>‹#›</a:t>
            </a:fld>
            <a:endParaRPr lang="en-US"/>
          </a:p>
        </p:txBody>
      </p:sp>
    </p:spTree>
    <p:extLst>
      <p:ext uri="{BB962C8B-B14F-4D97-AF65-F5344CB8AC3E}">
        <p14:creationId xmlns:p14="http://schemas.microsoft.com/office/powerpoint/2010/main" val="3419095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C9F5E-5CE6-BA58-93D7-B88DBD68BA9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8941A6-CC71-CA85-1842-CCC1DCC236F2}"/>
              </a:ext>
            </a:extLst>
          </p:cNvPr>
          <p:cNvSpPr>
            <a:spLocks noGrp="1"/>
          </p:cNvSpPr>
          <p:nvPr>
            <p:ph type="dt" sz="half" idx="10"/>
          </p:nvPr>
        </p:nvSpPr>
        <p:spPr/>
        <p:txBody>
          <a:bodyPr/>
          <a:lstStyle/>
          <a:p>
            <a:fld id="{640EDCF5-C40B-4E05-BF56-22047DC37FCF}" type="datetimeFigureOut">
              <a:rPr lang="en-US" smtClean="0"/>
              <a:t>1/1/2025</a:t>
            </a:fld>
            <a:endParaRPr lang="en-US"/>
          </a:p>
        </p:txBody>
      </p:sp>
      <p:sp>
        <p:nvSpPr>
          <p:cNvPr id="4" name="Footer Placeholder 3">
            <a:extLst>
              <a:ext uri="{FF2B5EF4-FFF2-40B4-BE49-F238E27FC236}">
                <a16:creationId xmlns:a16="http://schemas.microsoft.com/office/drawing/2014/main" id="{F792502B-E2F9-3DE8-1DF2-BB5211F361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EBE777-A4B9-0AAB-D314-887E9BAE046F}"/>
              </a:ext>
            </a:extLst>
          </p:cNvPr>
          <p:cNvSpPr>
            <a:spLocks noGrp="1"/>
          </p:cNvSpPr>
          <p:nvPr>
            <p:ph type="sldNum" sz="quarter" idx="12"/>
          </p:nvPr>
        </p:nvSpPr>
        <p:spPr/>
        <p:txBody>
          <a:bodyPr/>
          <a:lstStyle/>
          <a:p>
            <a:fld id="{B6B46537-9D05-4C40-9E5C-4670FD883FBE}" type="slidenum">
              <a:rPr lang="en-US" smtClean="0"/>
              <a:t>‹#›</a:t>
            </a:fld>
            <a:endParaRPr lang="en-US"/>
          </a:p>
        </p:txBody>
      </p:sp>
    </p:spTree>
    <p:extLst>
      <p:ext uri="{BB962C8B-B14F-4D97-AF65-F5344CB8AC3E}">
        <p14:creationId xmlns:p14="http://schemas.microsoft.com/office/powerpoint/2010/main" val="3164280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F9A54C-3FA7-DC26-06D2-1896595697A5}"/>
              </a:ext>
            </a:extLst>
          </p:cNvPr>
          <p:cNvSpPr>
            <a:spLocks noGrp="1"/>
          </p:cNvSpPr>
          <p:nvPr>
            <p:ph type="dt" sz="half" idx="10"/>
          </p:nvPr>
        </p:nvSpPr>
        <p:spPr/>
        <p:txBody>
          <a:bodyPr/>
          <a:lstStyle/>
          <a:p>
            <a:fld id="{640EDCF5-C40B-4E05-BF56-22047DC37FCF}" type="datetimeFigureOut">
              <a:rPr lang="en-US" smtClean="0"/>
              <a:t>1/1/2025</a:t>
            </a:fld>
            <a:endParaRPr lang="en-US"/>
          </a:p>
        </p:txBody>
      </p:sp>
      <p:sp>
        <p:nvSpPr>
          <p:cNvPr id="3" name="Footer Placeholder 2">
            <a:extLst>
              <a:ext uri="{FF2B5EF4-FFF2-40B4-BE49-F238E27FC236}">
                <a16:creationId xmlns:a16="http://schemas.microsoft.com/office/drawing/2014/main" id="{E5AA2AFE-88BF-2C40-9C41-6132722763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11474E-A5A7-558D-EC38-071FD79EC74C}"/>
              </a:ext>
            </a:extLst>
          </p:cNvPr>
          <p:cNvSpPr>
            <a:spLocks noGrp="1"/>
          </p:cNvSpPr>
          <p:nvPr>
            <p:ph type="sldNum" sz="quarter" idx="12"/>
          </p:nvPr>
        </p:nvSpPr>
        <p:spPr/>
        <p:txBody>
          <a:bodyPr/>
          <a:lstStyle/>
          <a:p>
            <a:fld id="{B6B46537-9D05-4C40-9E5C-4670FD883FBE}" type="slidenum">
              <a:rPr lang="en-US" smtClean="0"/>
              <a:t>‹#›</a:t>
            </a:fld>
            <a:endParaRPr lang="en-US"/>
          </a:p>
        </p:txBody>
      </p:sp>
    </p:spTree>
    <p:extLst>
      <p:ext uri="{BB962C8B-B14F-4D97-AF65-F5344CB8AC3E}">
        <p14:creationId xmlns:p14="http://schemas.microsoft.com/office/powerpoint/2010/main" val="3142224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BE5F3-5AFE-6ED5-0DFD-C009BA6ED7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08F145-66CB-77E0-898D-BC646F6E09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43E0F5-BE3F-BEA5-6CF2-80CB4A9D62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EED62B-65CE-B29F-F66A-42104822A42B}"/>
              </a:ext>
            </a:extLst>
          </p:cNvPr>
          <p:cNvSpPr>
            <a:spLocks noGrp="1"/>
          </p:cNvSpPr>
          <p:nvPr>
            <p:ph type="dt" sz="half" idx="10"/>
          </p:nvPr>
        </p:nvSpPr>
        <p:spPr/>
        <p:txBody>
          <a:bodyPr/>
          <a:lstStyle/>
          <a:p>
            <a:fld id="{640EDCF5-C40B-4E05-BF56-22047DC37FCF}" type="datetimeFigureOut">
              <a:rPr lang="en-US" smtClean="0"/>
              <a:t>1/1/2025</a:t>
            </a:fld>
            <a:endParaRPr lang="en-US"/>
          </a:p>
        </p:txBody>
      </p:sp>
      <p:sp>
        <p:nvSpPr>
          <p:cNvPr id="6" name="Footer Placeholder 5">
            <a:extLst>
              <a:ext uri="{FF2B5EF4-FFF2-40B4-BE49-F238E27FC236}">
                <a16:creationId xmlns:a16="http://schemas.microsoft.com/office/drawing/2014/main" id="{E79E8C4C-8D4B-7107-285B-99FED6EDCB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128838-1811-841F-F424-83B943CEDC3F}"/>
              </a:ext>
            </a:extLst>
          </p:cNvPr>
          <p:cNvSpPr>
            <a:spLocks noGrp="1"/>
          </p:cNvSpPr>
          <p:nvPr>
            <p:ph type="sldNum" sz="quarter" idx="12"/>
          </p:nvPr>
        </p:nvSpPr>
        <p:spPr/>
        <p:txBody>
          <a:bodyPr/>
          <a:lstStyle/>
          <a:p>
            <a:fld id="{B6B46537-9D05-4C40-9E5C-4670FD883FBE}" type="slidenum">
              <a:rPr lang="en-US" smtClean="0"/>
              <a:t>‹#›</a:t>
            </a:fld>
            <a:endParaRPr lang="en-US"/>
          </a:p>
        </p:txBody>
      </p:sp>
    </p:spTree>
    <p:extLst>
      <p:ext uri="{BB962C8B-B14F-4D97-AF65-F5344CB8AC3E}">
        <p14:creationId xmlns:p14="http://schemas.microsoft.com/office/powerpoint/2010/main" val="2382074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1A33E-41E1-5596-0869-ACF571166E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A3B2615-7132-B69F-EE1F-20C927FE8A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E0000E-4AF8-D49E-27C9-9CAD71338B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E2103E-5575-CB91-4C4A-F37670ACBBDD}"/>
              </a:ext>
            </a:extLst>
          </p:cNvPr>
          <p:cNvSpPr>
            <a:spLocks noGrp="1"/>
          </p:cNvSpPr>
          <p:nvPr>
            <p:ph type="dt" sz="half" idx="10"/>
          </p:nvPr>
        </p:nvSpPr>
        <p:spPr/>
        <p:txBody>
          <a:bodyPr/>
          <a:lstStyle/>
          <a:p>
            <a:fld id="{640EDCF5-C40B-4E05-BF56-22047DC37FCF}" type="datetimeFigureOut">
              <a:rPr lang="en-US" smtClean="0"/>
              <a:t>1/1/2025</a:t>
            </a:fld>
            <a:endParaRPr lang="en-US"/>
          </a:p>
        </p:txBody>
      </p:sp>
      <p:sp>
        <p:nvSpPr>
          <p:cNvPr id="6" name="Footer Placeholder 5">
            <a:extLst>
              <a:ext uri="{FF2B5EF4-FFF2-40B4-BE49-F238E27FC236}">
                <a16:creationId xmlns:a16="http://schemas.microsoft.com/office/drawing/2014/main" id="{A8825D38-9CDE-28EC-7B11-8E9FA949C8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C2A8A2-85A6-B749-847C-4072846F7AF6}"/>
              </a:ext>
            </a:extLst>
          </p:cNvPr>
          <p:cNvSpPr>
            <a:spLocks noGrp="1"/>
          </p:cNvSpPr>
          <p:nvPr>
            <p:ph type="sldNum" sz="quarter" idx="12"/>
          </p:nvPr>
        </p:nvSpPr>
        <p:spPr/>
        <p:txBody>
          <a:bodyPr/>
          <a:lstStyle/>
          <a:p>
            <a:fld id="{B6B46537-9D05-4C40-9E5C-4670FD883FBE}" type="slidenum">
              <a:rPr lang="en-US" smtClean="0"/>
              <a:t>‹#›</a:t>
            </a:fld>
            <a:endParaRPr lang="en-US"/>
          </a:p>
        </p:txBody>
      </p:sp>
    </p:spTree>
    <p:extLst>
      <p:ext uri="{BB962C8B-B14F-4D97-AF65-F5344CB8AC3E}">
        <p14:creationId xmlns:p14="http://schemas.microsoft.com/office/powerpoint/2010/main" val="3887481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57629-9424-C311-6233-BE36AE9372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0AFC40-27BB-23FE-1CBF-4F20EB5861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666761-B17D-2BDE-20FD-969F4E24F85C}"/>
              </a:ext>
            </a:extLst>
          </p:cNvPr>
          <p:cNvSpPr>
            <a:spLocks noGrp="1"/>
          </p:cNvSpPr>
          <p:nvPr>
            <p:ph type="dt" sz="half" idx="10"/>
          </p:nvPr>
        </p:nvSpPr>
        <p:spPr/>
        <p:txBody>
          <a:bodyPr/>
          <a:lstStyle/>
          <a:p>
            <a:fld id="{640EDCF5-C40B-4E05-BF56-22047DC37FCF}" type="datetimeFigureOut">
              <a:rPr lang="en-US" smtClean="0"/>
              <a:t>1/1/2025</a:t>
            </a:fld>
            <a:endParaRPr lang="en-US"/>
          </a:p>
        </p:txBody>
      </p:sp>
      <p:sp>
        <p:nvSpPr>
          <p:cNvPr id="5" name="Footer Placeholder 4">
            <a:extLst>
              <a:ext uri="{FF2B5EF4-FFF2-40B4-BE49-F238E27FC236}">
                <a16:creationId xmlns:a16="http://schemas.microsoft.com/office/drawing/2014/main" id="{DD9AAEBA-5E2D-0A87-8406-17FAB7E654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F6D2BD-690C-7D66-5941-53BB3299942C}"/>
              </a:ext>
            </a:extLst>
          </p:cNvPr>
          <p:cNvSpPr>
            <a:spLocks noGrp="1"/>
          </p:cNvSpPr>
          <p:nvPr>
            <p:ph type="sldNum" sz="quarter" idx="12"/>
          </p:nvPr>
        </p:nvSpPr>
        <p:spPr/>
        <p:txBody>
          <a:bodyPr/>
          <a:lstStyle/>
          <a:p>
            <a:fld id="{B6B46537-9D05-4C40-9E5C-4670FD883FBE}" type="slidenum">
              <a:rPr lang="en-US" smtClean="0"/>
              <a:t>‹#›</a:t>
            </a:fld>
            <a:endParaRPr lang="en-US"/>
          </a:p>
        </p:txBody>
      </p:sp>
    </p:spTree>
    <p:extLst>
      <p:ext uri="{BB962C8B-B14F-4D97-AF65-F5344CB8AC3E}">
        <p14:creationId xmlns:p14="http://schemas.microsoft.com/office/powerpoint/2010/main" val="3074943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EA26DE-2D76-A515-5D03-A07989BE15A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7E39FCB-7936-9029-2E33-696D49670C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AA17BC-A5A2-E16E-83B6-3AD30BF14329}"/>
              </a:ext>
            </a:extLst>
          </p:cNvPr>
          <p:cNvSpPr>
            <a:spLocks noGrp="1"/>
          </p:cNvSpPr>
          <p:nvPr>
            <p:ph type="dt" sz="half" idx="10"/>
          </p:nvPr>
        </p:nvSpPr>
        <p:spPr/>
        <p:txBody>
          <a:bodyPr/>
          <a:lstStyle/>
          <a:p>
            <a:fld id="{640EDCF5-C40B-4E05-BF56-22047DC37FCF}" type="datetimeFigureOut">
              <a:rPr lang="en-US" smtClean="0"/>
              <a:t>1/1/2025</a:t>
            </a:fld>
            <a:endParaRPr lang="en-US"/>
          </a:p>
        </p:txBody>
      </p:sp>
      <p:sp>
        <p:nvSpPr>
          <p:cNvPr id="5" name="Footer Placeholder 4">
            <a:extLst>
              <a:ext uri="{FF2B5EF4-FFF2-40B4-BE49-F238E27FC236}">
                <a16:creationId xmlns:a16="http://schemas.microsoft.com/office/drawing/2014/main" id="{74D1DE59-073D-151C-A741-0721F2D430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A820C6-BDFF-3F73-4F97-AD1462528A32}"/>
              </a:ext>
            </a:extLst>
          </p:cNvPr>
          <p:cNvSpPr>
            <a:spLocks noGrp="1"/>
          </p:cNvSpPr>
          <p:nvPr>
            <p:ph type="sldNum" sz="quarter" idx="12"/>
          </p:nvPr>
        </p:nvSpPr>
        <p:spPr/>
        <p:txBody>
          <a:bodyPr/>
          <a:lstStyle/>
          <a:p>
            <a:fld id="{B6B46537-9D05-4C40-9E5C-4670FD883FBE}" type="slidenum">
              <a:rPr lang="en-US" smtClean="0"/>
              <a:t>‹#›</a:t>
            </a:fld>
            <a:endParaRPr lang="en-US"/>
          </a:p>
        </p:txBody>
      </p:sp>
    </p:spTree>
    <p:extLst>
      <p:ext uri="{BB962C8B-B14F-4D97-AF65-F5344CB8AC3E}">
        <p14:creationId xmlns:p14="http://schemas.microsoft.com/office/powerpoint/2010/main" val="3752346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06A6C3-3970-9243-16B4-50B01837EC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26D7E-998E-2069-F1CD-81EB68458E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584EBE-C418-55F6-B458-5011E2B297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0EDCF5-C40B-4E05-BF56-22047DC37FCF}" type="datetimeFigureOut">
              <a:rPr lang="en-US" smtClean="0"/>
              <a:t>1/1/2025</a:t>
            </a:fld>
            <a:endParaRPr lang="en-US"/>
          </a:p>
        </p:txBody>
      </p:sp>
      <p:sp>
        <p:nvSpPr>
          <p:cNvPr id="5" name="Footer Placeholder 4">
            <a:extLst>
              <a:ext uri="{FF2B5EF4-FFF2-40B4-BE49-F238E27FC236}">
                <a16:creationId xmlns:a16="http://schemas.microsoft.com/office/drawing/2014/main" id="{0D80F53C-9C0F-1BD8-309B-4109719630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EBBB981-76C1-101D-517A-933E383C40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B46537-9D05-4C40-9E5C-4670FD883FBE}" type="slidenum">
              <a:rPr lang="en-US" smtClean="0"/>
              <a:t>‹#›</a:t>
            </a:fld>
            <a:endParaRPr lang="en-US"/>
          </a:p>
        </p:txBody>
      </p:sp>
    </p:spTree>
    <p:extLst>
      <p:ext uri="{BB962C8B-B14F-4D97-AF65-F5344CB8AC3E}">
        <p14:creationId xmlns:p14="http://schemas.microsoft.com/office/powerpoint/2010/main" val="607748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4E7D4-4075-3360-17D5-ECBD521E4FE2}"/>
              </a:ext>
            </a:extLst>
          </p:cNvPr>
          <p:cNvSpPr>
            <a:spLocks noGrp="1"/>
          </p:cNvSpPr>
          <p:nvPr>
            <p:ph type="ctrTitle"/>
          </p:nvPr>
        </p:nvSpPr>
        <p:spPr/>
        <p:txBody>
          <a:bodyPr>
            <a:normAutofit fontScale="90000"/>
          </a:bodyPr>
          <a:lstStyle/>
          <a:p>
            <a:r>
              <a:rPr lang="en-US" sz="6000" spc="-170" dirty="0">
                <a:latin typeface="Calibri Light"/>
                <a:cs typeface="Calibri Light"/>
              </a:rPr>
              <a:t>Association,</a:t>
            </a:r>
            <a:r>
              <a:rPr lang="en-US" sz="6000" spc="-190" dirty="0">
                <a:latin typeface="Calibri Light"/>
                <a:cs typeface="Calibri Light"/>
              </a:rPr>
              <a:t> Aggregation</a:t>
            </a:r>
            <a:r>
              <a:rPr lang="en-US" sz="6000" spc="-204" dirty="0">
                <a:latin typeface="Calibri Light"/>
                <a:cs typeface="Calibri Light"/>
              </a:rPr>
              <a:t> </a:t>
            </a:r>
            <a:r>
              <a:rPr lang="en-US" sz="6000" spc="-40" dirty="0">
                <a:latin typeface="Calibri Light"/>
                <a:cs typeface="Calibri Light"/>
              </a:rPr>
              <a:t>and </a:t>
            </a:r>
            <a:r>
              <a:rPr lang="en-US" sz="6000" spc="-55" dirty="0">
                <a:latin typeface="Calibri Light"/>
                <a:cs typeface="Calibri Light"/>
              </a:rPr>
              <a:t>Composition</a:t>
            </a:r>
            <a:br>
              <a:rPr lang="en-US" sz="6000" dirty="0">
                <a:latin typeface="Calibri Light"/>
                <a:cs typeface="Calibri Light"/>
              </a:rPr>
            </a:br>
            <a:endParaRPr lang="en-US" dirty="0"/>
          </a:p>
        </p:txBody>
      </p:sp>
    </p:spTree>
    <p:extLst>
      <p:ext uri="{BB962C8B-B14F-4D97-AF65-F5344CB8AC3E}">
        <p14:creationId xmlns:p14="http://schemas.microsoft.com/office/powerpoint/2010/main" val="2999260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A27C0-8306-F5AA-BF72-C9095480C5ED}"/>
              </a:ext>
            </a:extLst>
          </p:cNvPr>
          <p:cNvSpPr>
            <a:spLocks noGrp="1"/>
          </p:cNvSpPr>
          <p:nvPr>
            <p:ph type="title"/>
          </p:nvPr>
        </p:nvSpPr>
        <p:spPr/>
        <p:txBody>
          <a:bodyPr/>
          <a:lstStyle/>
          <a:p>
            <a:r>
              <a:rPr lang="en-US" b="0" i="0" dirty="0">
                <a:effectLst/>
                <a:latin typeface="Montserrat" panose="00000500000000000000" pitchFamily="2" charset="0"/>
              </a:rPr>
              <a:t>Association</a:t>
            </a:r>
            <a:br>
              <a:rPr lang="en-US" b="0" i="0" dirty="0">
                <a:effectLst/>
                <a:latin typeface="Montserrat" panose="00000500000000000000" pitchFamily="2" charset="0"/>
              </a:rPr>
            </a:br>
            <a:endParaRPr lang="en-US" dirty="0"/>
          </a:p>
        </p:txBody>
      </p:sp>
      <p:sp>
        <p:nvSpPr>
          <p:cNvPr id="3" name="Content Placeholder 2">
            <a:extLst>
              <a:ext uri="{FF2B5EF4-FFF2-40B4-BE49-F238E27FC236}">
                <a16:creationId xmlns:a16="http://schemas.microsoft.com/office/drawing/2014/main" id="{44695935-FBDB-BAD0-EA37-8D809A36B62B}"/>
              </a:ext>
            </a:extLst>
          </p:cNvPr>
          <p:cNvSpPr>
            <a:spLocks noGrp="1"/>
          </p:cNvSpPr>
          <p:nvPr>
            <p:ph idx="1"/>
          </p:nvPr>
        </p:nvSpPr>
        <p:spPr/>
        <p:txBody>
          <a:bodyPr/>
          <a:lstStyle/>
          <a:p>
            <a:r>
              <a:rPr lang="en-US" b="0" i="0" dirty="0">
                <a:solidFill>
                  <a:srgbClr val="333333"/>
                </a:solidFill>
                <a:effectLst/>
                <a:latin typeface="Montserrat" panose="00000500000000000000" pitchFamily="2" charset="0"/>
              </a:rPr>
              <a:t>Association defines the connection between two classes that are set up through their objects. </a:t>
            </a:r>
          </a:p>
          <a:p>
            <a:r>
              <a:rPr lang="en-US" b="0" i="0" dirty="0">
                <a:solidFill>
                  <a:srgbClr val="333333"/>
                </a:solidFill>
                <a:effectLst/>
                <a:latin typeface="Montserrat" panose="00000500000000000000" pitchFamily="2" charset="0"/>
              </a:rPr>
              <a:t>Association manages </a:t>
            </a:r>
            <a:r>
              <a:rPr lang="en-US" b="1" i="0" dirty="0">
                <a:solidFill>
                  <a:srgbClr val="333333"/>
                </a:solidFill>
                <a:effectLst/>
                <a:latin typeface="Montserrat" panose="00000500000000000000" pitchFamily="2" charset="0"/>
              </a:rPr>
              <a:t>one-to-one, one-to-many</a:t>
            </a:r>
            <a:r>
              <a:rPr lang="en-US" b="0" i="0" dirty="0">
                <a:solidFill>
                  <a:srgbClr val="333333"/>
                </a:solidFill>
                <a:effectLst/>
                <a:latin typeface="Montserrat" panose="00000500000000000000" pitchFamily="2" charset="0"/>
              </a:rPr>
              <a:t>, and </a:t>
            </a:r>
            <a:r>
              <a:rPr lang="en-US" b="1" i="0" dirty="0">
                <a:solidFill>
                  <a:srgbClr val="333333"/>
                </a:solidFill>
                <a:effectLst/>
                <a:latin typeface="Montserrat" panose="00000500000000000000" pitchFamily="2" charset="0"/>
              </a:rPr>
              <a:t>many-to-many</a:t>
            </a:r>
            <a:r>
              <a:rPr lang="en-US" b="0" i="0" dirty="0">
                <a:solidFill>
                  <a:srgbClr val="333333"/>
                </a:solidFill>
                <a:effectLst/>
                <a:latin typeface="Montserrat" panose="00000500000000000000" pitchFamily="2" charset="0"/>
              </a:rPr>
              <a:t> relationships. the multiplicity between objects is defined by the </a:t>
            </a:r>
            <a:r>
              <a:rPr lang="en-US" b="1" i="0" dirty="0">
                <a:solidFill>
                  <a:srgbClr val="333333"/>
                </a:solidFill>
                <a:effectLst/>
                <a:latin typeface="Montserrat" panose="00000500000000000000" pitchFamily="2" charset="0"/>
              </a:rPr>
              <a:t>Association</a:t>
            </a:r>
            <a:r>
              <a:rPr lang="en-US" b="0" i="0" dirty="0">
                <a:solidFill>
                  <a:srgbClr val="333333"/>
                </a:solidFill>
                <a:effectLst/>
                <a:latin typeface="Montserrat" panose="00000500000000000000" pitchFamily="2" charset="0"/>
              </a:rPr>
              <a:t>. </a:t>
            </a:r>
          </a:p>
          <a:p>
            <a:r>
              <a:rPr lang="en-US" b="0" i="0" dirty="0">
                <a:solidFill>
                  <a:srgbClr val="333333"/>
                </a:solidFill>
                <a:effectLst/>
                <a:latin typeface="Montserrat" panose="00000500000000000000" pitchFamily="2" charset="0"/>
              </a:rPr>
              <a:t>It shows how objects communicate with each other and how they use the functionality and services provided by that communicated object. </a:t>
            </a:r>
          </a:p>
          <a:p>
            <a:r>
              <a:rPr lang="en-US" b="0" i="0" dirty="0">
                <a:solidFill>
                  <a:srgbClr val="333333"/>
                </a:solidFill>
                <a:effectLst/>
                <a:latin typeface="Montserrat" panose="00000500000000000000" pitchFamily="2" charset="0"/>
              </a:rPr>
              <a:t>Association manages </a:t>
            </a:r>
            <a:r>
              <a:rPr lang="en-US" b="1" i="0" dirty="0">
                <a:solidFill>
                  <a:srgbClr val="333333"/>
                </a:solidFill>
                <a:effectLst/>
                <a:latin typeface="Montserrat" panose="00000500000000000000" pitchFamily="2" charset="0"/>
              </a:rPr>
              <a:t>one-to-one, one-to-many, many-to-one</a:t>
            </a:r>
            <a:r>
              <a:rPr lang="en-US" b="0" i="0" dirty="0">
                <a:solidFill>
                  <a:srgbClr val="333333"/>
                </a:solidFill>
                <a:effectLst/>
                <a:latin typeface="Montserrat" panose="00000500000000000000" pitchFamily="2" charset="0"/>
              </a:rPr>
              <a:t> and </a:t>
            </a:r>
            <a:r>
              <a:rPr lang="en-US" b="1" i="0" dirty="0">
                <a:solidFill>
                  <a:srgbClr val="333333"/>
                </a:solidFill>
                <a:effectLst/>
                <a:latin typeface="Montserrat" panose="00000500000000000000" pitchFamily="2" charset="0"/>
              </a:rPr>
              <a:t>many-to-many</a:t>
            </a:r>
            <a:r>
              <a:rPr lang="en-US" b="0" i="0" dirty="0">
                <a:solidFill>
                  <a:srgbClr val="333333"/>
                </a:solidFill>
                <a:effectLst/>
                <a:latin typeface="Montserrat" panose="00000500000000000000" pitchFamily="2" charset="0"/>
              </a:rPr>
              <a:t> relationships.</a:t>
            </a:r>
            <a:endParaRPr lang="en-US" dirty="0"/>
          </a:p>
        </p:txBody>
      </p:sp>
    </p:spTree>
    <p:extLst>
      <p:ext uri="{BB962C8B-B14F-4D97-AF65-F5344CB8AC3E}">
        <p14:creationId xmlns:p14="http://schemas.microsoft.com/office/powerpoint/2010/main" val="4215185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350E5-B7FF-EA3B-AFDC-B5C364E126A5}"/>
              </a:ext>
            </a:extLst>
          </p:cNvPr>
          <p:cNvSpPr>
            <a:spLocks noGrp="1"/>
          </p:cNvSpPr>
          <p:nvPr>
            <p:ph type="title"/>
          </p:nvPr>
        </p:nvSpPr>
        <p:spPr/>
        <p:txBody>
          <a:bodyPr/>
          <a:lstStyle/>
          <a:p>
            <a:r>
              <a:rPr lang="en-US" dirty="0"/>
              <a:t>Types</a:t>
            </a:r>
          </a:p>
        </p:txBody>
      </p:sp>
      <p:sp>
        <p:nvSpPr>
          <p:cNvPr id="3" name="Content Placeholder 2">
            <a:extLst>
              <a:ext uri="{FF2B5EF4-FFF2-40B4-BE49-F238E27FC236}">
                <a16:creationId xmlns:a16="http://schemas.microsoft.com/office/drawing/2014/main" id="{C1C78F08-EF77-121B-5D7A-58D057543B4F}"/>
              </a:ext>
            </a:extLst>
          </p:cNvPr>
          <p:cNvSpPr>
            <a:spLocks noGrp="1"/>
          </p:cNvSpPr>
          <p:nvPr>
            <p:ph idx="1"/>
          </p:nvPr>
        </p:nvSpPr>
        <p:spPr/>
        <p:txBody>
          <a:bodyPr>
            <a:normAutofit lnSpcReduction="10000"/>
          </a:bodyPr>
          <a:lstStyle/>
          <a:p>
            <a:pPr algn="just">
              <a:buFont typeface="+mj-lt"/>
              <a:buAutoNum type="arabicPeriod"/>
            </a:pPr>
            <a:r>
              <a:rPr lang="en-US" b="0" i="0" dirty="0">
                <a:solidFill>
                  <a:srgbClr val="333333"/>
                </a:solidFill>
                <a:effectLst/>
                <a:latin typeface="Montserrat" panose="00000500000000000000" pitchFamily="2" charset="0"/>
              </a:rPr>
              <a:t>A person can have only one passport. It defines the </a:t>
            </a:r>
            <a:r>
              <a:rPr lang="en-US" b="1" i="0" dirty="0">
                <a:solidFill>
                  <a:srgbClr val="333333"/>
                </a:solidFill>
                <a:effectLst/>
                <a:latin typeface="Montserrat" panose="00000500000000000000" pitchFamily="2" charset="0"/>
              </a:rPr>
              <a:t>one-to-one</a:t>
            </a:r>
            <a:endParaRPr lang="en-US" b="0" i="0" dirty="0">
              <a:solidFill>
                <a:srgbClr val="333333"/>
              </a:solidFill>
              <a:effectLst/>
              <a:latin typeface="Montserrat" panose="00000500000000000000" pitchFamily="2" charset="0"/>
            </a:endParaRPr>
          </a:p>
          <a:p>
            <a:pPr algn="just">
              <a:buFont typeface="+mj-lt"/>
              <a:buAutoNum type="arabicPeriod"/>
            </a:pPr>
            <a:r>
              <a:rPr lang="en-US" b="0" i="0" dirty="0">
                <a:solidFill>
                  <a:srgbClr val="333333"/>
                </a:solidFill>
                <a:effectLst/>
                <a:latin typeface="Montserrat" panose="00000500000000000000" pitchFamily="2" charset="0"/>
              </a:rPr>
              <a:t>If we talk about the Association between a College and Student, a College can have many students. It defines the </a:t>
            </a:r>
            <a:r>
              <a:rPr lang="en-US" b="1" i="0" dirty="0">
                <a:solidFill>
                  <a:srgbClr val="333333"/>
                </a:solidFill>
                <a:effectLst/>
                <a:latin typeface="Montserrat" panose="00000500000000000000" pitchFamily="2" charset="0"/>
              </a:rPr>
              <a:t>one-to-many</a:t>
            </a:r>
            <a:endParaRPr lang="en-US" b="0" i="0" dirty="0">
              <a:solidFill>
                <a:srgbClr val="333333"/>
              </a:solidFill>
              <a:effectLst/>
              <a:latin typeface="Montserrat" panose="00000500000000000000" pitchFamily="2" charset="0"/>
            </a:endParaRPr>
          </a:p>
          <a:p>
            <a:pPr algn="just">
              <a:buFont typeface="+mj-lt"/>
              <a:buAutoNum type="arabicPeriod"/>
            </a:pPr>
            <a:r>
              <a:rPr lang="en-US" b="0" i="0" dirty="0">
                <a:solidFill>
                  <a:srgbClr val="333333"/>
                </a:solidFill>
                <a:effectLst/>
                <a:latin typeface="Montserrat" panose="00000500000000000000" pitchFamily="2" charset="0"/>
              </a:rPr>
              <a:t>A state can have several cities, and those cities are related to that single state. It defines the </a:t>
            </a:r>
            <a:r>
              <a:rPr lang="en-US" b="1" i="0" dirty="0">
                <a:solidFill>
                  <a:srgbClr val="333333"/>
                </a:solidFill>
                <a:effectLst/>
                <a:latin typeface="Montserrat" panose="00000500000000000000" pitchFamily="2" charset="0"/>
              </a:rPr>
              <a:t>many-to-one</a:t>
            </a:r>
            <a:endParaRPr lang="en-US" b="0" i="0" dirty="0">
              <a:solidFill>
                <a:srgbClr val="333333"/>
              </a:solidFill>
              <a:effectLst/>
              <a:latin typeface="Montserrat" panose="00000500000000000000" pitchFamily="2" charset="0"/>
            </a:endParaRPr>
          </a:p>
          <a:p>
            <a:pPr algn="just">
              <a:buFont typeface="+mj-lt"/>
              <a:buAutoNum type="arabicPeriod"/>
            </a:pPr>
            <a:r>
              <a:rPr lang="en-US" b="0" i="0" dirty="0">
                <a:solidFill>
                  <a:srgbClr val="333333"/>
                </a:solidFill>
                <a:effectLst/>
                <a:latin typeface="Montserrat" panose="00000500000000000000" pitchFamily="2" charset="0"/>
              </a:rPr>
              <a:t>A single student can associate with multiple teachers, and multiple students can also be associated with a single teacher. Both are created or deleted independently, so it defines the </a:t>
            </a:r>
            <a:r>
              <a:rPr lang="en-US" b="1" i="0" dirty="0">
                <a:solidFill>
                  <a:srgbClr val="333333"/>
                </a:solidFill>
                <a:effectLst/>
                <a:latin typeface="Montserrat" panose="00000500000000000000" pitchFamily="2" charset="0"/>
              </a:rPr>
              <a:t>many-to-many</a:t>
            </a:r>
            <a:endParaRPr lang="en-US" b="0" i="0" dirty="0">
              <a:solidFill>
                <a:srgbClr val="333333"/>
              </a:solidFill>
              <a:effectLst/>
              <a:latin typeface="Montserrat" panose="00000500000000000000" pitchFamily="2" charset="0"/>
            </a:endParaRPr>
          </a:p>
          <a:p>
            <a:endParaRPr lang="en-US" dirty="0"/>
          </a:p>
        </p:txBody>
      </p:sp>
    </p:spTree>
    <p:extLst>
      <p:ext uri="{BB962C8B-B14F-4D97-AF65-F5344CB8AC3E}">
        <p14:creationId xmlns:p14="http://schemas.microsoft.com/office/powerpoint/2010/main" val="3510286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D0B20-7CD9-9A27-4D06-FB55261F6A8E}"/>
              </a:ext>
            </a:extLst>
          </p:cNvPr>
          <p:cNvSpPr>
            <a:spLocks noGrp="1"/>
          </p:cNvSpPr>
          <p:nvPr>
            <p:ph type="title"/>
          </p:nvPr>
        </p:nvSpPr>
        <p:spPr/>
        <p:txBody>
          <a:bodyPr/>
          <a:lstStyle/>
          <a:p>
            <a:pPr algn="ctr"/>
            <a:r>
              <a:rPr lang="en-US" dirty="0"/>
              <a:t>Example of Association </a:t>
            </a:r>
          </a:p>
        </p:txBody>
      </p:sp>
      <p:sp>
        <p:nvSpPr>
          <p:cNvPr id="3" name="Content Placeholder 2">
            <a:extLst>
              <a:ext uri="{FF2B5EF4-FFF2-40B4-BE49-F238E27FC236}">
                <a16:creationId xmlns:a16="http://schemas.microsoft.com/office/drawing/2014/main" id="{8B426F06-52EC-03A2-AB96-5C76F789A937}"/>
              </a:ext>
            </a:extLst>
          </p:cNvPr>
          <p:cNvSpPr>
            <a:spLocks noGrp="1"/>
          </p:cNvSpPr>
          <p:nvPr>
            <p:ph idx="1"/>
          </p:nvPr>
        </p:nvSpPr>
        <p:spPr>
          <a:xfrm>
            <a:off x="838200" y="1484670"/>
            <a:ext cx="10515600" cy="5279923"/>
          </a:xfrm>
        </p:spPr>
        <p:txBody>
          <a:bodyPr>
            <a:noAutofit/>
          </a:bodyPr>
          <a:lstStyle/>
          <a:p>
            <a:pPr marL="0" indent="0">
              <a:buNone/>
            </a:pPr>
            <a:r>
              <a:rPr lang="en-US" sz="1600" b="0" i="0" dirty="0">
                <a:solidFill>
                  <a:srgbClr val="AA0D91"/>
                </a:solidFill>
                <a:effectLst/>
                <a:latin typeface="source-code-pro"/>
              </a:rPr>
              <a:t>class</a:t>
            </a:r>
            <a:r>
              <a:rPr lang="en-US" sz="1600" b="0" i="0" dirty="0">
                <a:solidFill>
                  <a:srgbClr val="242424"/>
                </a:solidFill>
                <a:effectLst/>
                <a:latin typeface="source-code-pro"/>
              </a:rPr>
              <a:t> </a:t>
            </a:r>
            <a:r>
              <a:rPr lang="en-US" sz="1600" b="0" i="0" dirty="0">
                <a:solidFill>
                  <a:srgbClr val="1C00CF"/>
                </a:solidFill>
                <a:effectLst/>
                <a:latin typeface="source-code-pro"/>
              </a:rPr>
              <a:t>Bank</a:t>
            </a:r>
            <a:r>
              <a:rPr lang="en-US" sz="1600" b="0" i="0" dirty="0">
                <a:solidFill>
                  <a:srgbClr val="242424"/>
                </a:solidFill>
                <a:effectLst/>
                <a:latin typeface="source-code-pro"/>
              </a:rPr>
              <a:t> {</a:t>
            </a:r>
            <a:br>
              <a:rPr lang="en-US" sz="1600" dirty="0"/>
            </a:br>
            <a:r>
              <a:rPr lang="en-US" sz="1600" b="0" i="0" dirty="0">
                <a:solidFill>
                  <a:srgbClr val="AA0D91"/>
                </a:solidFill>
                <a:effectLst/>
                <a:latin typeface="source-code-pro"/>
              </a:rPr>
              <a:t>public</a:t>
            </a:r>
            <a:r>
              <a:rPr lang="en-US" sz="1600" b="0" i="0" dirty="0">
                <a:solidFill>
                  <a:srgbClr val="242424"/>
                </a:solidFill>
                <a:effectLst/>
                <a:latin typeface="source-code-pro"/>
              </a:rPr>
              <a:t>:</a:t>
            </a:r>
            <a:br>
              <a:rPr lang="en-US" sz="1600" dirty="0"/>
            </a:br>
            <a:r>
              <a:rPr lang="en-US" sz="1600" b="0" i="0" dirty="0">
                <a:solidFill>
                  <a:srgbClr val="AA0D91"/>
                </a:solidFill>
                <a:effectLst/>
                <a:latin typeface="source-code-pro"/>
              </a:rPr>
              <a:t>void</a:t>
            </a:r>
            <a:r>
              <a:rPr lang="en-US" sz="1600" b="0" i="0" dirty="0">
                <a:solidFill>
                  <a:srgbClr val="242424"/>
                </a:solidFill>
                <a:effectLst/>
                <a:latin typeface="source-code-pro"/>
              </a:rPr>
              <a:t> </a:t>
            </a:r>
            <a:r>
              <a:rPr lang="en-US" sz="1600" b="0" i="0" dirty="0" err="1">
                <a:solidFill>
                  <a:srgbClr val="1C00CF"/>
                </a:solidFill>
                <a:effectLst/>
                <a:latin typeface="source-code-pro"/>
              </a:rPr>
              <a:t>transferMoney</a:t>
            </a:r>
            <a:r>
              <a:rPr lang="en-US" sz="1600" b="0" i="0" dirty="0">
                <a:solidFill>
                  <a:srgbClr val="242424"/>
                </a:solidFill>
                <a:effectLst/>
                <a:latin typeface="source-code-pro"/>
              </a:rPr>
              <a:t>(</a:t>
            </a:r>
            <a:r>
              <a:rPr lang="en-US" sz="1600" b="0" i="0" dirty="0">
                <a:solidFill>
                  <a:srgbClr val="5C2699"/>
                </a:solidFill>
                <a:effectLst/>
                <a:latin typeface="source-code-pro"/>
              </a:rPr>
              <a:t>Account* </a:t>
            </a:r>
            <a:r>
              <a:rPr lang="en-US" sz="1600" b="0" i="0" dirty="0" err="1">
                <a:solidFill>
                  <a:srgbClr val="5C2699"/>
                </a:solidFill>
                <a:effectLst/>
                <a:latin typeface="source-code-pro"/>
              </a:rPr>
              <a:t>fromAccount</a:t>
            </a:r>
            <a:r>
              <a:rPr lang="en-US" sz="1600" b="0" i="0" dirty="0">
                <a:solidFill>
                  <a:srgbClr val="5C2699"/>
                </a:solidFill>
                <a:effectLst/>
                <a:latin typeface="source-code-pro"/>
              </a:rPr>
              <a:t>, Account* </a:t>
            </a:r>
            <a:r>
              <a:rPr lang="en-US" sz="1600" b="0" i="0" dirty="0" err="1">
                <a:solidFill>
                  <a:srgbClr val="5C2699"/>
                </a:solidFill>
                <a:effectLst/>
                <a:latin typeface="source-code-pro"/>
              </a:rPr>
              <a:t>toAccount</a:t>
            </a:r>
            <a:r>
              <a:rPr lang="en-US" sz="1600" b="0" i="0" dirty="0">
                <a:solidFill>
                  <a:srgbClr val="5C2699"/>
                </a:solidFill>
                <a:effectLst/>
                <a:latin typeface="source-code-pro"/>
              </a:rPr>
              <a:t>, double amount</a:t>
            </a:r>
            <a:r>
              <a:rPr lang="en-US" sz="1600" b="0" i="0" dirty="0">
                <a:solidFill>
                  <a:srgbClr val="242424"/>
                </a:solidFill>
                <a:effectLst/>
                <a:latin typeface="source-code-pro"/>
              </a:rPr>
              <a:t>) {</a:t>
            </a:r>
            <a:br>
              <a:rPr lang="en-US" sz="1600" dirty="0"/>
            </a:br>
            <a:r>
              <a:rPr lang="en-US" sz="1600" b="0" i="0" dirty="0">
                <a:solidFill>
                  <a:srgbClr val="007400"/>
                </a:solidFill>
                <a:effectLst/>
                <a:latin typeface="source-code-pro"/>
              </a:rPr>
              <a:t>// Code to transfer money from one account to another</a:t>
            </a:r>
            <a:br>
              <a:rPr lang="en-US" sz="1600" dirty="0"/>
            </a:br>
            <a:r>
              <a:rPr lang="en-US" sz="1600" b="0" i="0" dirty="0">
                <a:solidFill>
                  <a:srgbClr val="242424"/>
                </a:solidFill>
                <a:effectLst/>
                <a:latin typeface="source-code-pro"/>
              </a:rPr>
              <a:t>}</a:t>
            </a:r>
            <a:br>
              <a:rPr lang="en-US" sz="1600" dirty="0"/>
            </a:br>
            <a:r>
              <a:rPr lang="en-US" sz="1600" b="0" i="0" dirty="0">
                <a:solidFill>
                  <a:srgbClr val="242424"/>
                </a:solidFill>
                <a:effectLst/>
                <a:latin typeface="source-code-pro"/>
              </a:rPr>
              <a:t>};</a:t>
            </a:r>
            <a:br>
              <a:rPr lang="en-US" sz="1600" dirty="0"/>
            </a:br>
            <a:br>
              <a:rPr lang="en-US" sz="1600" dirty="0"/>
            </a:br>
            <a:r>
              <a:rPr lang="en-US" sz="1600" b="0" i="0" dirty="0">
                <a:solidFill>
                  <a:srgbClr val="AA0D91"/>
                </a:solidFill>
                <a:effectLst/>
                <a:latin typeface="source-code-pro"/>
              </a:rPr>
              <a:t>class</a:t>
            </a:r>
            <a:r>
              <a:rPr lang="en-US" sz="1600" b="0" i="0" dirty="0">
                <a:solidFill>
                  <a:srgbClr val="242424"/>
                </a:solidFill>
                <a:effectLst/>
                <a:latin typeface="source-code-pro"/>
              </a:rPr>
              <a:t> </a:t>
            </a:r>
            <a:r>
              <a:rPr lang="en-US" sz="1600" b="0" i="0" dirty="0">
                <a:solidFill>
                  <a:srgbClr val="1C00CF"/>
                </a:solidFill>
                <a:effectLst/>
                <a:latin typeface="source-code-pro"/>
              </a:rPr>
              <a:t>Account</a:t>
            </a:r>
            <a:r>
              <a:rPr lang="en-US" sz="1600" b="0" i="0" dirty="0">
                <a:solidFill>
                  <a:srgbClr val="242424"/>
                </a:solidFill>
                <a:effectLst/>
                <a:latin typeface="source-code-pro"/>
              </a:rPr>
              <a:t> {</a:t>
            </a:r>
            <a:br>
              <a:rPr lang="en-US" sz="1600" dirty="0"/>
            </a:br>
            <a:r>
              <a:rPr lang="en-US" sz="1600" b="0" i="0" dirty="0">
                <a:solidFill>
                  <a:srgbClr val="AA0D91"/>
                </a:solidFill>
                <a:effectLst/>
                <a:latin typeface="source-code-pro"/>
              </a:rPr>
              <a:t>public</a:t>
            </a:r>
            <a:r>
              <a:rPr lang="en-US" sz="1600" b="0" i="0" dirty="0">
                <a:solidFill>
                  <a:srgbClr val="242424"/>
                </a:solidFill>
                <a:effectLst/>
                <a:latin typeface="source-code-pro"/>
              </a:rPr>
              <a:t>:</a:t>
            </a:r>
            <a:br>
              <a:rPr lang="en-US" sz="1600" dirty="0"/>
            </a:br>
            <a:r>
              <a:rPr lang="en-US" sz="1600" b="0" i="0" dirty="0">
                <a:solidFill>
                  <a:srgbClr val="242424"/>
                </a:solidFill>
                <a:effectLst/>
                <a:latin typeface="source-code-pro"/>
              </a:rPr>
              <a:t>Account(</a:t>
            </a:r>
            <a:r>
              <a:rPr lang="en-US" sz="1600" b="0" i="0" dirty="0">
                <a:solidFill>
                  <a:srgbClr val="5C2699"/>
                </a:solidFill>
                <a:effectLst/>
                <a:latin typeface="source-code-pro"/>
              </a:rPr>
              <a:t>int</a:t>
            </a:r>
            <a:r>
              <a:rPr lang="en-US" sz="1600" b="0" i="0" dirty="0">
                <a:solidFill>
                  <a:srgbClr val="242424"/>
                </a:solidFill>
                <a:effectLst/>
                <a:latin typeface="source-code-pro"/>
              </a:rPr>
              <a:t> id, </a:t>
            </a:r>
            <a:r>
              <a:rPr lang="en-US" sz="1600" b="0" i="0" dirty="0">
                <a:solidFill>
                  <a:srgbClr val="5C2699"/>
                </a:solidFill>
                <a:effectLst/>
                <a:latin typeface="source-code-pro"/>
              </a:rPr>
              <a:t>double</a:t>
            </a:r>
            <a:r>
              <a:rPr lang="en-US" sz="1600" b="0" i="0" dirty="0">
                <a:solidFill>
                  <a:srgbClr val="242424"/>
                </a:solidFill>
                <a:effectLst/>
                <a:latin typeface="source-code-pro"/>
              </a:rPr>
              <a:t> balance) : id(id), balance(balance) {}</a:t>
            </a:r>
            <a:br>
              <a:rPr lang="en-US" sz="1600" dirty="0"/>
            </a:br>
            <a:r>
              <a:rPr lang="en-US" sz="1600" b="0" i="0" dirty="0">
                <a:solidFill>
                  <a:srgbClr val="5C2699"/>
                </a:solidFill>
                <a:effectLst/>
                <a:latin typeface="source-code-pro"/>
              </a:rPr>
              <a:t>int</a:t>
            </a:r>
            <a:r>
              <a:rPr lang="en-US" sz="1600" b="0" i="0" dirty="0">
                <a:solidFill>
                  <a:srgbClr val="242424"/>
                </a:solidFill>
                <a:effectLst/>
                <a:latin typeface="source-code-pro"/>
              </a:rPr>
              <a:t> </a:t>
            </a:r>
            <a:r>
              <a:rPr lang="en-US" sz="1600" b="0" i="0" dirty="0" err="1">
                <a:solidFill>
                  <a:srgbClr val="1C00CF"/>
                </a:solidFill>
                <a:effectLst/>
                <a:latin typeface="source-code-pro"/>
              </a:rPr>
              <a:t>getId</a:t>
            </a:r>
            <a:r>
              <a:rPr lang="en-US" sz="1600" b="0" i="0" dirty="0">
                <a:solidFill>
                  <a:srgbClr val="242424"/>
                </a:solidFill>
                <a:effectLst/>
                <a:latin typeface="source-code-pro"/>
              </a:rPr>
              <a:t>() { </a:t>
            </a:r>
            <a:r>
              <a:rPr lang="en-US" sz="1600" b="0" i="0" dirty="0">
                <a:solidFill>
                  <a:srgbClr val="AA0D91"/>
                </a:solidFill>
                <a:effectLst/>
                <a:latin typeface="source-code-pro"/>
              </a:rPr>
              <a:t>return</a:t>
            </a:r>
            <a:r>
              <a:rPr lang="en-US" sz="1600" b="0" i="0" dirty="0">
                <a:solidFill>
                  <a:srgbClr val="242424"/>
                </a:solidFill>
                <a:effectLst/>
                <a:latin typeface="source-code-pro"/>
              </a:rPr>
              <a:t> id; }</a:t>
            </a:r>
            <a:br>
              <a:rPr lang="en-US" sz="1600" dirty="0"/>
            </a:br>
            <a:r>
              <a:rPr lang="en-US" sz="1600" b="0" i="0" dirty="0">
                <a:solidFill>
                  <a:srgbClr val="5C2699"/>
                </a:solidFill>
                <a:effectLst/>
                <a:latin typeface="source-code-pro"/>
              </a:rPr>
              <a:t>double</a:t>
            </a:r>
            <a:r>
              <a:rPr lang="en-US" sz="1600" b="0" i="0" dirty="0">
                <a:solidFill>
                  <a:srgbClr val="242424"/>
                </a:solidFill>
                <a:effectLst/>
                <a:latin typeface="source-code-pro"/>
              </a:rPr>
              <a:t> </a:t>
            </a:r>
            <a:r>
              <a:rPr lang="en-US" sz="1600" b="0" i="0" dirty="0" err="1">
                <a:solidFill>
                  <a:srgbClr val="1C00CF"/>
                </a:solidFill>
                <a:effectLst/>
                <a:latin typeface="source-code-pro"/>
              </a:rPr>
              <a:t>getBalance</a:t>
            </a:r>
            <a:r>
              <a:rPr lang="en-US" sz="1600" b="0" i="0" dirty="0">
                <a:solidFill>
                  <a:srgbClr val="242424"/>
                </a:solidFill>
                <a:effectLst/>
                <a:latin typeface="source-code-pro"/>
              </a:rPr>
              <a:t>() { </a:t>
            </a:r>
            <a:r>
              <a:rPr lang="en-US" sz="1600" b="0" i="0" dirty="0">
                <a:solidFill>
                  <a:srgbClr val="AA0D91"/>
                </a:solidFill>
                <a:effectLst/>
                <a:latin typeface="source-code-pro"/>
              </a:rPr>
              <a:t>return</a:t>
            </a:r>
            <a:r>
              <a:rPr lang="en-US" sz="1600" b="0" i="0" dirty="0">
                <a:solidFill>
                  <a:srgbClr val="242424"/>
                </a:solidFill>
                <a:effectLst/>
                <a:latin typeface="source-code-pro"/>
              </a:rPr>
              <a:t> balance; }</a:t>
            </a:r>
            <a:br>
              <a:rPr lang="en-US" sz="1600" dirty="0"/>
            </a:br>
            <a:r>
              <a:rPr lang="en-US" sz="1600" b="0" i="0" dirty="0">
                <a:solidFill>
                  <a:srgbClr val="AA0D91"/>
                </a:solidFill>
                <a:effectLst/>
                <a:latin typeface="source-code-pro"/>
              </a:rPr>
              <a:t>private</a:t>
            </a:r>
            <a:r>
              <a:rPr lang="en-US" sz="1600" b="0" i="0" dirty="0">
                <a:solidFill>
                  <a:srgbClr val="242424"/>
                </a:solidFill>
                <a:effectLst/>
                <a:latin typeface="source-code-pro"/>
              </a:rPr>
              <a:t>:</a:t>
            </a:r>
            <a:br>
              <a:rPr lang="en-US" sz="1600" dirty="0"/>
            </a:br>
            <a:r>
              <a:rPr lang="en-US" sz="1600" b="0" i="0" dirty="0">
                <a:solidFill>
                  <a:srgbClr val="5C2699"/>
                </a:solidFill>
                <a:effectLst/>
                <a:latin typeface="source-code-pro"/>
              </a:rPr>
              <a:t>int</a:t>
            </a:r>
            <a:r>
              <a:rPr lang="en-US" sz="1600" b="0" i="0" dirty="0">
                <a:solidFill>
                  <a:srgbClr val="242424"/>
                </a:solidFill>
                <a:effectLst/>
                <a:latin typeface="source-code-pro"/>
              </a:rPr>
              <a:t> id;</a:t>
            </a:r>
            <a:br>
              <a:rPr lang="en-US" sz="1600" dirty="0"/>
            </a:br>
            <a:r>
              <a:rPr lang="en-US" sz="1600" b="0" i="0" dirty="0">
                <a:solidFill>
                  <a:srgbClr val="5C2699"/>
                </a:solidFill>
                <a:effectLst/>
                <a:latin typeface="source-code-pro"/>
              </a:rPr>
              <a:t>double</a:t>
            </a:r>
            <a:r>
              <a:rPr lang="en-US" sz="1600" b="0" i="0" dirty="0">
                <a:solidFill>
                  <a:srgbClr val="242424"/>
                </a:solidFill>
                <a:effectLst/>
                <a:latin typeface="source-code-pro"/>
              </a:rPr>
              <a:t> balance;</a:t>
            </a:r>
            <a:br>
              <a:rPr lang="en-US" sz="1600" dirty="0"/>
            </a:br>
            <a:r>
              <a:rPr lang="en-US" sz="1600" b="0" i="0" dirty="0">
                <a:solidFill>
                  <a:srgbClr val="242424"/>
                </a:solidFill>
                <a:effectLst/>
                <a:latin typeface="source-code-pro"/>
              </a:rPr>
              <a:t>};</a:t>
            </a:r>
            <a:br>
              <a:rPr lang="en-US" sz="1600" dirty="0"/>
            </a:br>
            <a:br>
              <a:rPr lang="en-US" sz="1600" dirty="0"/>
            </a:br>
            <a:r>
              <a:rPr lang="en-US" sz="1600" b="0" i="0" dirty="0">
                <a:solidFill>
                  <a:srgbClr val="5C2699"/>
                </a:solidFill>
                <a:effectLst/>
                <a:latin typeface="source-code-pro"/>
              </a:rPr>
              <a:t>int</a:t>
            </a:r>
            <a:r>
              <a:rPr lang="en-US" sz="1600" b="0" i="0" dirty="0">
                <a:solidFill>
                  <a:srgbClr val="242424"/>
                </a:solidFill>
                <a:effectLst/>
                <a:latin typeface="source-code-pro"/>
              </a:rPr>
              <a:t> </a:t>
            </a:r>
            <a:r>
              <a:rPr lang="en-US" sz="1600" b="0" i="0" dirty="0">
                <a:solidFill>
                  <a:srgbClr val="1C00CF"/>
                </a:solidFill>
                <a:effectLst/>
                <a:latin typeface="source-code-pro"/>
              </a:rPr>
              <a:t>main</a:t>
            </a:r>
            <a:r>
              <a:rPr lang="en-US" sz="1600" b="0" i="0" dirty="0">
                <a:solidFill>
                  <a:srgbClr val="242424"/>
                </a:solidFill>
                <a:effectLst/>
                <a:latin typeface="source-code-pro"/>
              </a:rPr>
              <a:t>() {</a:t>
            </a:r>
            <a:br>
              <a:rPr lang="en-US" sz="1600" dirty="0"/>
            </a:br>
            <a:r>
              <a:rPr lang="en-US" sz="1600" b="0" i="0" dirty="0">
                <a:solidFill>
                  <a:srgbClr val="242424"/>
                </a:solidFill>
                <a:effectLst/>
                <a:latin typeface="source-code-pro"/>
              </a:rPr>
              <a:t>Account* account1 = </a:t>
            </a:r>
            <a:r>
              <a:rPr lang="en-US" sz="1600" b="0" i="0" dirty="0">
                <a:solidFill>
                  <a:srgbClr val="AA0D91"/>
                </a:solidFill>
                <a:effectLst/>
                <a:latin typeface="source-code-pro"/>
              </a:rPr>
              <a:t>new</a:t>
            </a:r>
            <a:r>
              <a:rPr lang="en-US" sz="1600" b="0" i="0" dirty="0">
                <a:solidFill>
                  <a:srgbClr val="242424"/>
                </a:solidFill>
                <a:effectLst/>
                <a:latin typeface="source-code-pro"/>
              </a:rPr>
              <a:t> Account(</a:t>
            </a:r>
            <a:r>
              <a:rPr lang="en-US" sz="1600" b="0" i="0" dirty="0">
                <a:solidFill>
                  <a:srgbClr val="1C00CF"/>
                </a:solidFill>
                <a:effectLst/>
                <a:latin typeface="source-code-pro"/>
              </a:rPr>
              <a:t>123</a:t>
            </a:r>
            <a:r>
              <a:rPr lang="en-US" sz="1600" b="0" i="0" dirty="0">
                <a:solidFill>
                  <a:srgbClr val="242424"/>
                </a:solidFill>
                <a:effectLst/>
                <a:latin typeface="source-code-pro"/>
              </a:rPr>
              <a:t>, </a:t>
            </a:r>
            <a:r>
              <a:rPr lang="en-US" sz="1600" b="0" i="0" dirty="0">
                <a:solidFill>
                  <a:srgbClr val="1C00CF"/>
                </a:solidFill>
                <a:effectLst/>
                <a:latin typeface="source-code-pro"/>
              </a:rPr>
              <a:t>1000.00</a:t>
            </a:r>
            <a:r>
              <a:rPr lang="en-US" sz="1600" b="0" i="0" dirty="0">
                <a:solidFill>
                  <a:srgbClr val="242424"/>
                </a:solidFill>
                <a:effectLst/>
                <a:latin typeface="source-code-pro"/>
              </a:rPr>
              <a:t>)</a:t>
            </a:r>
            <a:br>
              <a:rPr lang="en-US" sz="1600" dirty="0"/>
            </a:br>
            <a:r>
              <a:rPr lang="en-US" sz="1600" b="0" i="0" dirty="0">
                <a:solidFill>
                  <a:srgbClr val="242424"/>
                </a:solidFill>
                <a:effectLst/>
                <a:latin typeface="source-code-pro"/>
              </a:rPr>
              <a:t>Account* account2 = </a:t>
            </a:r>
            <a:r>
              <a:rPr lang="en-US" sz="1600" b="0" i="0" dirty="0">
                <a:solidFill>
                  <a:srgbClr val="AA0D91"/>
                </a:solidFill>
                <a:effectLst/>
                <a:latin typeface="source-code-pro"/>
              </a:rPr>
              <a:t>new</a:t>
            </a:r>
            <a:r>
              <a:rPr lang="en-US" sz="1600" b="0" i="0" dirty="0">
                <a:solidFill>
                  <a:srgbClr val="242424"/>
                </a:solidFill>
                <a:effectLst/>
                <a:latin typeface="source-code-pro"/>
              </a:rPr>
              <a:t> Account(</a:t>
            </a:r>
            <a:r>
              <a:rPr lang="en-US" sz="1600" b="0" i="0" dirty="0">
                <a:solidFill>
                  <a:srgbClr val="1C00CF"/>
                </a:solidFill>
                <a:effectLst/>
                <a:latin typeface="source-code-pro"/>
              </a:rPr>
              <a:t>456</a:t>
            </a:r>
            <a:r>
              <a:rPr lang="en-US" sz="1600" b="0" i="0" dirty="0">
                <a:solidFill>
                  <a:srgbClr val="242424"/>
                </a:solidFill>
                <a:effectLst/>
                <a:latin typeface="source-code-pro"/>
              </a:rPr>
              <a:t>, </a:t>
            </a:r>
            <a:r>
              <a:rPr lang="en-US" sz="1600" b="0" i="0" dirty="0">
                <a:solidFill>
                  <a:srgbClr val="1C00CF"/>
                </a:solidFill>
                <a:effectLst/>
                <a:latin typeface="source-code-pro"/>
              </a:rPr>
              <a:t>500.00</a:t>
            </a:r>
            <a:r>
              <a:rPr lang="en-US" sz="1600" b="0" i="0" dirty="0">
                <a:solidFill>
                  <a:srgbClr val="242424"/>
                </a:solidFill>
                <a:effectLst/>
                <a:latin typeface="source-code-pro"/>
              </a:rPr>
              <a:t>);</a:t>
            </a:r>
            <a:br>
              <a:rPr lang="en-US" sz="1600" dirty="0"/>
            </a:br>
            <a:r>
              <a:rPr lang="en-US" sz="1600" b="0" i="0" dirty="0">
                <a:solidFill>
                  <a:srgbClr val="242424"/>
                </a:solidFill>
                <a:effectLst/>
                <a:latin typeface="source-code-pro"/>
              </a:rPr>
              <a:t>Bank </a:t>
            </a:r>
            <a:r>
              <a:rPr lang="en-US" sz="1600" b="0" i="0" dirty="0" err="1">
                <a:solidFill>
                  <a:srgbClr val="242424"/>
                </a:solidFill>
                <a:effectLst/>
                <a:latin typeface="source-code-pro"/>
              </a:rPr>
              <a:t>bank</a:t>
            </a:r>
            <a:r>
              <a:rPr lang="en-US" sz="1600" b="0" i="0" dirty="0">
                <a:solidFill>
                  <a:srgbClr val="242424"/>
                </a:solidFill>
                <a:effectLst/>
                <a:latin typeface="source-code-pro"/>
              </a:rPr>
              <a:t>;</a:t>
            </a:r>
            <a:br>
              <a:rPr lang="en-US" sz="1600" dirty="0"/>
            </a:br>
            <a:r>
              <a:rPr lang="en-US" sz="1600" b="0" i="0" dirty="0" err="1">
                <a:solidFill>
                  <a:srgbClr val="242424"/>
                </a:solidFill>
                <a:effectLst/>
                <a:latin typeface="source-code-pro"/>
              </a:rPr>
              <a:t>bank.transferMoney</a:t>
            </a:r>
            <a:r>
              <a:rPr lang="en-US" sz="1600" b="0" i="0" dirty="0">
                <a:solidFill>
                  <a:srgbClr val="242424"/>
                </a:solidFill>
                <a:effectLst/>
                <a:latin typeface="source-code-pro"/>
              </a:rPr>
              <a:t>(account1, account2, </a:t>
            </a:r>
            <a:r>
              <a:rPr lang="en-US" sz="1600" b="0" i="0" dirty="0">
                <a:solidFill>
                  <a:srgbClr val="1C00CF"/>
                </a:solidFill>
                <a:effectLst/>
                <a:latin typeface="source-code-pro"/>
              </a:rPr>
              <a:t>250.00</a:t>
            </a:r>
            <a:r>
              <a:rPr lang="en-US" sz="1600" b="0" i="0" dirty="0">
                <a:solidFill>
                  <a:srgbClr val="242424"/>
                </a:solidFill>
                <a:effectLst/>
                <a:latin typeface="source-code-pro"/>
              </a:rPr>
              <a:t>);</a:t>
            </a:r>
            <a:br>
              <a:rPr lang="en-US" sz="1600" dirty="0"/>
            </a:br>
            <a:r>
              <a:rPr lang="en-US" sz="1600" b="0" i="0" dirty="0">
                <a:solidFill>
                  <a:srgbClr val="AA0D91"/>
                </a:solidFill>
                <a:effectLst/>
                <a:latin typeface="source-code-pro"/>
              </a:rPr>
              <a:t>return</a:t>
            </a:r>
            <a:r>
              <a:rPr lang="en-US" sz="1600" b="0" i="0" dirty="0">
                <a:solidFill>
                  <a:srgbClr val="242424"/>
                </a:solidFill>
                <a:effectLst/>
                <a:latin typeface="source-code-pro"/>
              </a:rPr>
              <a:t> </a:t>
            </a:r>
            <a:r>
              <a:rPr lang="en-US" sz="1600" b="0" i="0" dirty="0">
                <a:solidFill>
                  <a:srgbClr val="1C00CF"/>
                </a:solidFill>
                <a:effectLst/>
                <a:latin typeface="source-code-pro"/>
              </a:rPr>
              <a:t>0</a:t>
            </a:r>
            <a:r>
              <a:rPr lang="en-US" sz="1600" b="0" i="0" dirty="0">
                <a:solidFill>
                  <a:srgbClr val="242424"/>
                </a:solidFill>
                <a:effectLst/>
                <a:latin typeface="source-code-pro"/>
              </a:rPr>
              <a:t>;</a:t>
            </a:r>
            <a:br>
              <a:rPr lang="en-US" sz="1600" dirty="0"/>
            </a:br>
            <a:r>
              <a:rPr lang="en-US" sz="1600" b="0" i="0" dirty="0">
                <a:solidFill>
                  <a:srgbClr val="242424"/>
                </a:solidFill>
                <a:effectLst/>
                <a:latin typeface="source-code-pro"/>
              </a:rPr>
              <a:t>}</a:t>
            </a:r>
            <a:endParaRPr lang="en-US" sz="1600" dirty="0"/>
          </a:p>
        </p:txBody>
      </p:sp>
    </p:spTree>
    <p:extLst>
      <p:ext uri="{BB962C8B-B14F-4D97-AF65-F5344CB8AC3E}">
        <p14:creationId xmlns:p14="http://schemas.microsoft.com/office/powerpoint/2010/main" val="1391969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2">
            <a:extLst>
              <a:ext uri="{FF2B5EF4-FFF2-40B4-BE49-F238E27FC236}">
                <a16:creationId xmlns:a16="http://schemas.microsoft.com/office/drawing/2014/main" id="{1427091C-36E5-D961-274B-8CD69344795E}"/>
              </a:ext>
            </a:extLst>
          </p:cNvPr>
          <p:cNvGrpSpPr/>
          <p:nvPr/>
        </p:nvGrpSpPr>
        <p:grpSpPr>
          <a:xfrm>
            <a:off x="1086611" y="243840"/>
            <a:ext cx="248920" cy="167640"/>
            <a:chOff x="1086611" y="243840"/>
            <a:chExt cx="248920" cy="167640"/>
          </a:xfrm>
        </p:grpSpPr>
        <p:pic>
          <p:nvPicPr>
            <p:cNvPr id="5" name="object 3">
              <a:extLst>
                <a:ext uri="{FF2B5EF4-FFF2-40B4-BE49-F238E27FC236}">
                  <a16:creationId xmlns:a16="http://schemas.microsoft.com/office/drawing/2014/main" id="{DE962C2F-80D2-F515-C8E8-E17E1D63AFDC}"/>
                </a:ext>
              </a:extLst>
            </p:cNvPr>
            <p:cNvPicPr/>
            <p:nvPr/>
          </p:nvPicPr>
          <p:blipFill>
            <a:blip r:embed="rId2" cstate="print"/>
            <a:stretch>
              <a:fillRect/>
            </a:stretch>
          </p:blipFill>
          <p:spPr>
            <a:xfrm>
              <a:off x="1228343" y="243840"/>
              <a:ext cx="106680" cy="167640"/>
            </a:xfrm>
            <a:prstGeom prst="rect">
              <a:avLst/>
            </a:prstGeom>
          </p:spPr>
        </p:pic>
        <p:pic>
          <p:nvPicPr>
            <p:cNvPr id="6" name="object 4">
              <a:extLst>
                <a:ext uri="{FF2B5EF4-FFF2-40B4-BE49-F238E27FC236}">
                  <a16:creationId xmlns:a16="http://schemas.microsoft.com/office/drawing/2014/main" id="{AF0807C2-64EE-DD5A-F6C8-E29E76F3590E}"/>
                </a:ext>
              </a:extLst>
            </p:cNvPr>
            <p:cNvPicPr/>
            <p:nvPr/>
          </p:nvPicPr>
          <p:blipFill>
            <a:blip r:embed="rId3" cstate="print"/>
            <a:stretch>
              <a:fillRect/>
            </a:stretch>
          </p:blipFill>
          <p:spPr>
            <a:xfrm>
              <a:off x="1086611" y="252984"/>
              <a:ext cx="114300" cy="158496"/>
            </a:xfrm>
            <a:prstGeom prst="rect">
              <a:avLst/>
            </a:prstGeom>
          </p:spPr>
        </p:pic>
      </p:grpSp>
      <p:pic>
        <p:nvPicPr>
          <p:cNvPr id="7" name="object 5">
            <a:extLst>
              <a:ext uri="{FF2B5EF4-FFF2-40B4-BE49-F238E27FC236}">
                <a16:creationId xmlns:a16="http://schemas.microsoft.com/office/drawing/2014/main" id="{D6C82B79-A6B3-B4EC-1C51-3664E80A9061}"/>
              </a:ext>
            </a:extLst>
          </p:cNvPr>
          <p:cNvPicPr/>
          <p:nvPr/>
        </p:nvPicPr>
        <p:blipFill>
          <a:blip r:embed="rId4" cstate="print"/>
          <a:stretch>
            <a:fillRect/>
          </a:stretch>
        </p:blipFill>
        <p:spPr>
          <a:xfrm>
            <a:off x="2293620" y="243840"/>
            <a:ext cx="108204" cy="167640"/>
          </a:xfrm>
          <a:prstGeom prst="rect">
            <a:avLst/>
          </a:prstGeom>
        </p:spPr>
      </p:pic>
      <p:grpSp>
        <p:nvGrpSpPr>
          <p:cNvPr id="8" name="object 6">
            <a:extLst>
              <a:ext uri="{FF2B5EF4-FFF2-40B4-BE49-F238E27FC236}">
                <a16:creationId xmlns:a16="http://schemas.microsoft.com/office/drawing/2014/main" id="{34F24000-2BC4-5EB4-7DF4-3F84FE6985A3}"/>
              </a:ext>
            </a:extLst>
          </p:cNvPr>
          <p:cNvGrpSpPr/>
          <p:nvPr/>
        </p:nvGrpSpPr>
        <p:grpSpPr>
          <a:xfrm>
            <a:off x="1086611" y="518159"/>
            <a:ext cx="248920" cy="167640"/>
            <a:chOff x="1086611" y="518159"/>
            <a:chExt cx="248920" cy="167640"/>
          </a:xfrm>
        </p:grpSpPr>
        <p:pic>
          <p:nvPicPr>
            <p:cNvPr id="9" name="object 7">
              <a:extLst>
                <a:ext uri="{FF2B5EF4-FFF2-40B4-BE49-F238E27FC236}">
                  <a16:creationId xmlns:a16="http://schemas.microsoft.com/office/drawing/2014/main" id="{8B358EC3-2E3E-0CCC-323E-ECDB3CB9059D}"/>
                </a:ext>
              </a:extLst>
            </p:cNvPr>
            <p:cNvPicPr/>
            <p:nvPr/>
          </p:nvPicPr>
          <p:blipFill>
            <a:blip r:embed="rId2" cstate="print"/>
            <a:stretch>
              <a:fillRect/>
            </a:stretch>
          </p:blipFill>
          <p:spPr>
            <a:xfrm>
              <a:off x="1228343" y="518159"/>
              <a:ext cx="106680" cy="167639"/>
            </a:xfrm>
            <a:prstGeom prst="rect">
              <a:avLst/>
            </a:prstGeom>
          </p:spPr>
        </p:pic>
        <p:pic>
          <p:nvPicPr>
            <p:cNvPr id="10" name="object 8">
              <a:extLst>
                <a:ext uri="{FF2B5EF4-FFF2-40B4-BE49-F238E27FC236}">
                  <a16:creationId xmlns:a16="http://schemas.microsoft.com/office/drawing/2014/main" id="{AB25F650-057D-D0C1-EF23-D5EDE94454CF}"/>
                </a:ext>
              </a:extLst>
            </p:cNvPr>
            <p:cNvPicPr/>
            <p:nvPr/>
          </p:nvPicPr>
          <p:blipFill>
            <a:blip r:embed="rId3" cstate="print"/>
            <a:stretch>
              <a:fillRect/>
            </a:stretch>
          </p:blipFill>
          <p:spPr>
            <a:xfrm>
              <a:off x="1086611" y="527303"/>
              <a:ext cx="114300" cy="158496"/>
            </a:xfrm>
            <a:prstGeom prst="rect">
              <a:avLst/>
            </a:prstGeom>
          </p:spPr>
        </p:pic>
      </p:grpSp>
      <p:pic>
        <p:nvPicPr>
          <p:cNvPr id="11" name="object 9">
            <a:extLst>
              <a:ext uri="{FF2B5EF4-FFF2-40B4-BE49-F238E27FC236}">
                <a16:creationId xmlns:a16="http://schemas.microsoft.com/office/drawing/2014/main" id="{FB27470E-BE65-614B-3B04-A7EDF26F7797}"/>
              </a:ext>
            </a:extLst>
          </p:cNvPr>
          <p:cNvPicPr/>
          <p:nvPr/>
        </p:nvPicPr>
        <p:blipFill>
          <a:blip r:embed="rId4" cstate="print"/>
          <a:stretch>
            <a:fillRect/>
          </a:stretch>
        </p:blipFill>
        <p:spPr>
          <a:xfrm>
            <a:off x="2694432" y="518159"/>
            <a:ext cx="108204" cy="167639"/>
          </a:xfrm>
          <a:prstGeom prst="rect">
            <a:avLst/>
          </a:prstGeom>
        </p:spPr>
      </p:pic>
      <p:pic>
        <p:nvPicPr>
          <p:cNvPr id="12" name="object 10">
            <a:extLst>
              <a:ext uri="{FF2B5EF4-FFF2-40B4-BE49-F238E27FC236}">
                <a16:creationId xmlns:a16="http://schemas.microsoft.com/office/drawing/2014/main" id="{8D53280A-6A16-BF05-5DB7-D68F4A8179F2}"/>
              </a:ext>
            </a:extLst>
          </p:cNvPr>
          <p:cNvPicPr/>
          <p:nvPr/>
        </p:nvPicPr>
        <p:blipFill>
          <a:blip r:embed="rId5" cstate="print"/>
          <a:stretch>
            <a:fillRect/>
          </a:stretch>
        </p:blipFill>
        <p:spPr>
          <a:xfrm>
            <a:off x="1360932" y="792480"/>
            <a:ext cx="108203" cy="167639"/>
          </a:xfrm>
          <a:prstGeom prst="rect">
            <a:avLst/>
          </a:prstGeom>
        </p:spPr>
      </p:pic>
      <p:sp>
        <p:nvSpPr>
          <p:cNvPr id="13" name="object 11">
            <a:extLst>
              <a:ext uri="{FF2B5EF4-FFF2-40B4-BE49-F238E27FC236}">
                <a16:creationId xmlns:a16="http://schemas.microsoft.com/office/drawing/2014/main" id="{647C71E9-7CA1-39E6-6BC7-920E76D37CA2}"/>
              </a:ext>
            </a:extLst>
          </p:cNvPr>
          <p:cNvSpPr txBox="1">
            <a:spLocks noGrp="1"/>
          </p:cNvSpPr>
          <p:nvPr>
            <p:ph type="title"/>
          </p:nvPr>
        </p:nvSpPr>
        <p:spPr>
          <a:xfrm>
            <a:off x="1331467" y="198483"/>
            <a:ext cx="2176145" cy="505267"/>
          </a:xfrm>
          <a:prstGeom prst="rect">
            <a:avLst/>
          </a:prstGeom>
        </p:spPr>
        <p:txBody>
          <a:bodyPr vert="horz" wrap="square" lIns="0" tIns="12700" rIns="0" bIns="0" rtlCol="0">
            <a:spAutoFit/>
          </a:bodyPr>
          <a:lstStyle/>
          <a:p>
            <a:pPr marL="12700">
              <a:lnSpc>
                <a:spcPct val="100000"/>
              </a:lnSpc>
              <a:spcBef>
                <a:spcPts val="100"/>
              </a:spcBef>
              <a:tabLst>
                <a:tab pos="1080770" algn="l"/>
              </a:tabLst>
            </a:pPr>
            <a:r>
              <a:rPr sz="1600" spc="95" dirty="0">
                <a:solidFill>
                  <a:srgbClr val="808080"/>
                </a:solidFill>
              </a:rPr>
              <a:t>nclu</a:t>
            </a:r>
            <a:r>
              <a:rPr sz="1600" spc="-165" dirty="0">
                <a:solidFill>
                  <a:srgbClr val="808080"/>
                </a:solidFill>
              </a:rPr>
              <a:t> </a:t>
            </a:r>
            <a:r>
              <a:rPr sz="1600" spc="-25" dirty="0">
                <a:solidFill>
                  <a:srgbClr val="808080"/>
                </a:solidFill>
              </a:rPr>
              <a:t>de</a:t>
            </a:r>
            <a:r>
              <a:rPr sz="1600" spc="-25" dirty="0"/>
              <a:t>&lt;</a:t>
            </a:r>
            <a:r>
              <a:rPr lang="en-US" sz="1600" spc="-25" dirty="0" err="1"/>
              <a:t>i</a:t>
            </a:r>
            <a:r>
              <a:rPr sz="1600" dirty="0" err="1"/>
              <a:t>os</a:t>
            </a:r>
            <a:r>
              <a:rPr sz="1600" spc="-280" dirty="0"/>
              <a:t> </a:t>
            </a:r>
            <a:r>
              <a:rPr sz="1600" dirty="0"/>
              <a:t>t</a:t>
            </a:r>
            <a:r>
              <a:rPr sz="1600" spc="-285" dirty="0"/>
              <a:t> </a:t>
            </a:r>
            <a:r>
              <a:rPr sz="1600" dirty="0"/>
              <a:t>r</a:t>
            </a:r>
            <a:r>
              <a:rPr sz="1600" spc="-275" dirty="0"/>
              <a:t> </a:t>
            </a:r>
            <a:r>
              <a:rPr sz="1600" spc="-10" dirty="0"/>
              <a:t>e</a:t>
            </a:r>
            <a:r>
              <a:rPr sz="1600" spc="-190" dirty="0"/>
              <a:t> </a:t>
            </a:r>
            <a:r>
              <a:rPr sz="1600" spc="-25" dirty="0"/>
              <a:t>am&gt;</a:t>
            </a:r>
          </a:p>
          <a:p>
            <a:pPr marL="12700">
              <a:lnSpc>
                <a:spcPct val="100000"/>
              </a:lnSpc>
              <a:spcBef>
                <a:spcPts val="5"/>
              </a:spcBef>
              <a:tabLst>
                <a:tab pos="1481455" algn="l"/>
              </a:tabLst>
            </a:pPr>
            <a:r>
              <a:rPr sz="1600" spc="165" dirty="0">
                <a:solidFill>
                  <a:srgbClr val="808080"/>
                </a:solidFill>
              </a:rPr>
              <a:t>nclude</a:t>
            </a:r>
            <a:r>
              <a:rPr sz="1600" spc="165" dirty="0"/>
              <a:t>&lt;</a:t>
            </a:r>
            <a:r>
              <a:rPr sz="1600" spc="165" dirty="0" err="1"/>
              <a:t>str</a:t>
            </a:r>
            <a:r>
              <a:rPr sz="1600" spc="35" dirty="0" err="1"/>
              <a:t>ng</a:t>
            </a:r>
            <a:r>
              <a:rPr sz="1600" spc="35" dirty="0"/>
              <a:t>&gt;</a:t>
            </a:r>
          </a:p>
        </p:txBody>
      </p:sp>
      <p:sp>
        <p:nvSpPr>
          <p:cNvPr id="14" name="object 12">
            <a:extLst>
              <a:ext uri="{FF2B5EF4-FFF2-40B4-BE49-F238E27FC236}">
                <a16:creationId xmlns:a16="http://schemas.microsoft.com/office/drawing/2014/main" id="{20FB61D9-FE69-D1CE-96B6-19695496DD7A}"/>
              </a:ext>
            </a:extLst>
          </p:cNvPr>
          <p:cNvSpPr txBox="1"/>
          <p:nvPr/>
        </p:nvSpPr>
        <p:spPr>
          <a:xfrm>
            <a:off x="1064767" y="712978"/>
            <a:ext cx="2640965" cy="299720"/>
          </a:xfrm>
          <a:prstGeom prst="rect">
            <a:avLst/>
          </a:prstGeom>
        </p:spPr>
        <p:txBody>
          <a:bodyPr vert="horz" wrap="square" lIns="0" tIns="12700" rIns="0" bIns="0" rtlCol="0">
            <a:spAutoFit/>
          </a:bodyPr>
          <a:lstStyle/>
          <a:p>
            <a:pPr marL="12700">
              <a:lnSpc>
                <a:spcPct val="100000"/>
              </a:lnSpc>
              <a:spcBef>
                <a:spcPts val="100"/>
              </a:spcBef>
              <a:tabLst>
                <a:tab pos="413384" algn="l"/>
                <a:tab pos="812165" algn="l"/>
                <a:tab pos="2146300" algn="l"/>
              </a:tabLst>
            </a:pPr>
            <a:r>
              <a:rPr sz="1800" spc="60" dirty="0">
                <a:solidFill>
                  <a:srgbClr val="0000FF"/>
                </a:solidFill>
                <a:latin typeface="Trebuchet MS"/>
                <a:cs typeface="Trebuchet MS"/>
              </a:rPr>
              <a:t>us</a:t>
            </a:r>
            <a:r>
              <a:rPr sz="1800" dirty="0">
                <a:solidFill>
                  <a:srgbClr val="0000FF"/>
                </a:solidFill>
                <a:latin typeface="Trebuchet MS"/>
                <a:cs typeface="Trebuchet MS"/>
              </a:rPr>
              <a:t>	</a:t>
            </a:r>
            <a:r>
              <a:rPr sz="1800" spc="-25" dirty="0">
                <a:solidFill>
                  <a:srgbClr val="0000FF"/>
                </a:solidFill>
                <a:latin typeface="Trebuchet MS"/>
                <a:cs typeface="Trebuchet MS"/>
              </a:rPr>
              <a:t>ng</a:t>
            </a:r>
            <a:r>
              <a:rPr sz="1800" dirty="0">
                <a:solidFill>
                  <a:srgbClr val="0000FF"/>
                </a:solidFill>
                <a:latin typeface="Trebuchet MS"/>
                <a:cs typeface="Trebuchet MS"/>
              </a:rPr>
              <a:t>	</a:t>
            </a:r>
            <a:r>
              <a:rPr sz="1800" spc="-60" dirty="0">
                <a:solidFill>
                  <a:srgbClr val="0000FF"/>
                </a:solidFill>
                <a:latin typeface="Trebuchet MS"/>
                <a:cs typeface="Trebuchet MS"/>
              </a:rPr>
              <a:t>names</a:t>
            </a:r>
            <a:r>
              <a:rPr sz="1800" spc="-190" dirty="0">
                <a:solidFill>
                  <a:srgbClr val="0000FF"/>
                </a:solidFill>
                <a:latin typeface="Trebuchet MS"/>
                <a:cs typeface="Trebuchet MS"/>
              </a:rPr>
              <a:t> </a:t>
            </a:r>
            <a:r>
              <a:rPr sz="1800" spc="35" dirty="0">
                <a:solidFill>
                  <a:srgbClr val="0000FF"/>
                </a:solidFill>
                <a:latin typeface="Trebuchet MS"/>
                <a:cs typeface="Trebuchet MS"/>
              </a:rPr>
              <a:t>pace</a:t>
            </a:r>
            <a:r>
              <a:rPr sz="1800" dirty="0">
                <a:solidFill>
                  <a:srgbClr val="0000FF"/>
                </a:solidFill>
                <a:latin typeface="Trebuchet MS"/>
                <a:cs typeface="Trebuchet MS"/>
              </a:rPr>
              <a:t>	</a:t>
            </a:r>
            <a:r>
              <a:rPr sz="1800" dirty="0">
                <a:latin typeface="Trebuchet MS"/>
                <a:cs typeface="Trebuchet MS"/>
              </a:rPr>
              <a:t>s</a:t>
            </a:r>
            <a:r>
              <a:rPr sz="1800" spc="-229" dirty="0">
                <a:latin typeface="Trebuchet MS"/>
                <a:cs typeface="Trebuchet MS"/>
              </a:rPr>
              <a:t> </a:t>
            </a:r>
            <a:r>
              <a:rPr sz="1800" spc="95" dirty="0">
                <a:latin typeface="Trebuchet MS"/>
                <a:cs typeface="Trebuchet MS"/>
              </a:rPr>
              <a:t>td;</a:t>
            </a:r>
            <a:endParaRPr sz="1800">
              <a:latin typeface="Trebuchet MS"/>
              <a:cs typeface="Trebuchet MS"/>
            </a:endParaRPr>
          </a:p>
        </p:txBody>
      </p:sp>
      <p:pic>
        <p:nvPicPr>
          <p:cNvPr id="15" name="object 13">
            <a:extLst>
              <a:ext uri="{FF2B5EF4-FFF2-40B4-BE49-F238E27FC236}">
                <a16:creationId xmlns:a16="http://schemas.microsoft.com/office/drawing/2014/main" id="{A3D979DC-4264-91D1-D2F7-3DD0138AB463}"/>
              </a:ext>
            </a:extLst>
          </p:cNvPr>
          <p:cNvPicPr/>
          <p:nvPr/>
        </p:nvPicPr>
        <p:blipFill>
          <a:blip r:embed="rId6" cstate="print"/>
          <a:stretch>
            <a:fillRect/>
          </a:stretch>
        </p:blipFill>
        <p:spPr>
          <a:xfrm>
            <a:off x="1952244" y="1615439"/>
            <a:ext cx="106680" cy="167639"/>
          </a:xfrm>
          <a:prstGeom prst="rect">
            <a:avLst/>
          </a:prstGeom>
        </p:spPr>
      </p:pic>
      <p:pic>
        <p:nvPicPr>
          <p:cNvPr id="16" name="object 14">
            <a:extLst>
              <a:ext uri="{FF2B5EF4-FFF2-40B4-BE49-F238E27FC236}">
                <a16:creationId xmlns:a16="http://schemas.microsoft.com/office/drawing/2014/main" id="{1633BE4D-21BD-97E0-4A12-C92F8B99AD86}"/>
              </a:ext>
            </a:extLst>
          </p:cNvPr>
          <p:cNvPicPr/>
          <p:nvPr/>
        </p:nvPicPr>
        <p:blipFill>
          <a:blip r:embed="rId5" cstate="print"/>
          <a:stretch>
            <a:fillRect/>
          </a:stretch>
        </p:blipFill>
        <p:spPr>
          <a:xfrm>
            <a:off x="1627632" y="1889760"/>
            <a:ext cx="108204" cy="167639"/>
          </a:xfrm>
          <a:prstGeom prst="rect">
            <a:avLst/>
          </a:prstGeom>
        </p:spPr>
      </p:pic>
      <p:pic>
        <p:nvPicPr>
          <p:cNvPr id="17" name="object 15">
            <a:extLst>
              <a:ext uri="{FF2B5EF4-FFF2-40B4-BE49-F238E27FC236}">
                <a16:creationId xmlns:a16="http://schemas.microsoft.com/office/drawing/2014/main" id="{ACC2CB15-A8DD-28D4-6B26-C9EBACCBD24A}"/>
              </a:ext>
            </a:extLst>
          </p:cNvPr>
          <p:cNvPicPr/>
          <p:nvPr/>
        </p:nvPicPr>
        <p:blipFill>
          <a:blip r:embed="rId6" cstate="print"/>
          <a:stretch>
            <a:fillRect/>
          </a:stretch>
        </p:blipFill>
        <p:spPr>
          <a:xfrm>
            <a:off x="3017520" y="2164079"/>
            <a:ext cx="108204" cy="167639"/>
          </a:xfrm>
          <a:prstGeom prst="rect">
            <a:avLst/>
          </a:prstGeom>
        </p:spPr>
      </p:pic>
      <p:pic>
        <p:nvPicPr>
          <p:cNvPr id="18" name="object 16">
            <a:extLst>
              <a:ext uri="{FF2B5EF4-FFF2-40B4-BE49-F238E27FC236}">
                <a16:creationId xmlns:a16="http://schemas.microsoft.com/office/drawing/2014/main" id="{71900F92-0F24-8D65-9FB6-51C93757F040}"/>
              </a:ext>
            </a:extLst>
          </p:cNvPr>
          <p:cNvPicPr/>
          <p:nvPr/>
        </p:nvPicPr>
        <p:blipFill>
          <a:blip r:embed="rId5" cstate="print"/>
          <a:stretch>
            <a:fillRect/>
          </a:stretch>
        </p:blipFill>
        <p:spPr>
          <a:xfrm>
            <a:off x="2275332" y="2712720"/>
            <a:ext cx="106680" cy="167639"/>
          </a:xfrm>
          <a:prstGeom prst="rect">
            <a:avLst/>
          </a:prstGeom>
        </p:spPr>
      </p:pic>
      <p:pic>
        <p:nvPicPr>
          <p:cNvPr id="19" name="object 17">
            <a:extLst>
              <a:ext uri="{FF2B5EF4-FFF2-40B4-BE49-F238E27FC236}">
                <a16:creationId xmlns:a16="http://schemas.microsoft.com/office/drawing/2014/main" id="{53038101-AE4E-E5FD-4EF1-E2F66BC09DC6}"/>
              </a:ext>
            </a:extLst>
          </p:cNvPr>
          <p:cNvPicPr/>
          <p:nvPr/>
        </p:nvPicPr>
        <p:blipFill>
          <a:blip r:embed="rId6" cstate="print"/>
          <a:stretch>
            <a:fillRect/>
          </a:stretch>
        </p:blipFill>
        <p:spPr>
          <a:xfrm>
            <a:off x="1952244" y="3261359"/>
            <a:ext cx="106680" cy="167639"/>
          </a:xfrm>
          <a:prstGeom prst="rect">
            <a:avLst/>
          </a:prstGeom>
        </p:spPr>
      </p:pic>
      <p:pic>
        <p:nvPicPr>
          <p:cNvPr id="20" name="object 18">
            <a:extLst>
              <a:ext uri="{FF2B5EF4-FFF2-40B4-BE49-F238E27FC236}">
                <a16:creationId xmlns:a16="http://schemas.microsoft.com/office/drawing/2014/main" id="{B8328040-B465-B0B7-28E7-3062A34F7BDB}"/>
              </a:ext>
            </a:extLst>
          </p:cNvPr>
          <p:cNvPicPr/>
          <p:nvPr/>
        </p:nvPicPr>
        <p:blipFill>
          <a:blip r:embed="rId5" cstate="print"/>
          <a:stretch>
            <a:fillRect/>
          </a:stretch>
        </p:blipFill>
        <p:spPr>
          <a:xfrm>
            <a:off x="3209544" y="3810000"/>
            <a:ext cx="108202" cy="167639"/>
          </a:xfrm>
          <a:prstGeom prst="rect">
            <a:avLst/>
          </a:prstGeom>
        </p:spPr>
      </p:pic>
      <p:sp>
        <p:nvSpPr>
          <p:cNvPr id="21" name="object 19">
            <a:extLst>
              <a:ext uri="{FF2B5EF4-FFF2-40B4-BE49-F238E27FC236}">
                <a16:creationId xmlns:a16="http://schemas.microsoft.com/office/drawing/2014/main" id="{B5D481FB-1129-2AE2-A3C7-3755872B8D0B}"/>
              </a:ext>
            </a:extLst>
          </p:cNvPr>
          <p:cNvSpPr txBox="1"/>
          <p:nvPr/>
        </p:nvSpPr>
        <p:spPr>
          <a:xfrm>
            <a:off x="1064767" y="987044"/>
            <a:ext cx="1708785" cy="574040"/>
          </a:xfrm>
          <a:prstGeom prst="rect">
            <a:avLst/>
          </a:prstGeom>
        </p:spPr>
        <p:txBody>
          <a:bodyPr vert="horz" wrap="square" lIns="0" tIns="12700" rIns="0" bIns="0" rtlCol="0">
            <a:spAutoFit/>
          </a:bodyPr>
          <a:lstStyle/>
          <a:p>
            <a:pPr marL="12700">
              <a:lnSpc>
                <a:spcPct val="100000"/>
              </a:lnSpc>
              <a:spcBef>
                <a:spcPts val="100"/>
              </a:spcBef>
              <a:tabLst>
                <a:tab pos="812165" algn="l"/>
              </a:tabLst>
            </a:pPr>
            <a:r>
              <a:rPr sz="1800" dirty="0">
                <a:solidFill>
                  <a:srgbClr val="0000FF"/>
                </a:solidFill>
                <a:latin typeface="Trebuchet MS"/>
                <a:cs typeface="Trebuchet MS"/>
              </a:rPr>
              <a:t>c</a:t>
            </a:r>
            <a:r>
              <a:rPr sz="1800" spc="-260" dirty="0">
                <a:solidFill>
                  <a:srgbClr val="0000FF"/>
                </a:solidFill>
                <a:latin typeface="Trebuchet MS"/>
                <a:cs typeface="Trebuchet MS"/>
              </a:rPr>
              <a:t> </a:t>
            </a:r>
            <a:r>
              <a:rPr sz="1800" dirty="0">
                <a:solidFill>
                  <a:srgbClr val="0000FF"/>
                </a:solidFill>
                <a:latin typeface="Trebuchet MS"/>
                <a:cs typeface="Trebuchet MS"/>
              </a:rPr>
              <a:t>l</a:t>
            </a:r>
            <a:r>
              <a:rPr sz="1800" spc="-260" dirty="0">
                <a:solidFill>
                  <a:srgbClr val="0000FF"/>
                </a:solidFill>
                <a:latin typeface="Trebuchet MS"/>
                <a:cs typeface="Trebuchet MS"/>
              </a:rPr>
              <a:t> </a:t>
            </a:r>
            <a:r>
              <a:rPr sz="1800" spc="-10" dirty="0">
                <a:solidFill>
                  <a:srgbClr val="0000FF"/>
                </a:solidFill>
                <a:latin typeface="Trebuchet MS"/>
                <a:cs typeface="Trebuchet MS"/>
              </a:rPr>
              <a:t>a</a:t>
            </a:r>
            <a:r>
              <a:rPr sz="1800" spc="-254" dirty="0">
                <a:solidFill>
                  <a:srgbClr val="0000FF"/>
                </a:solidFill>
                <a:latin typeface="Trebuchet MS"/>
                <a:cs typeface="Trebuchet MS"/>
              </a:rPr>
              <a:t> </a:t>
            </a:r>
            <a:r>
              <a:rPr sz="1800" dirty="0">
                <a:solidFill>
                  <a:srgbClr val="0000FF"/>
                </a:solidFill>
                <a:latin typeface="Trebuchet MS"/>
                <a:cs typeface="Trebuchet MS"/>
              </a:rPr>
              <a:t>s</a:t>
            </a:r>
            <a:r>
              <a:rPr sz="1800" spc="-250" dirty="0">
                <a:solidFill>
                  <a:srgbClr val="0000FF"/>
                </a:solidFill>
                <a:latin typeface="Trebuchet MS"/>
                <a:cs typeface="Trebuchet MS"/>
              </a:rPr>
              <a:t> </a:t>
            </a:r>
            <a:r>
              <a:rPr sz="1800" spc="-50" dirty="0">
                <a:solidFill>
                  <a:srgbClr val="0000FF"/>
                </a:solidFill>
                <a:latin typeface="Trebuchet MS"/>
                <a:cs typeface="Trebuchet MS"/>
              </a:rPr>
              <a:t>s</a:t>
            </a:r>
            <a:r>
              <a:rPr sz="1800" dirty="0">
                <a:solidFill>
                  <a:srgbClr val="0000FF"/>
                </a:solidFill>
                <a:latin typeface="Trebuchet MS"/>
                <a:cs typeface="Trebuchet MS"/>
              </a:rPr>
              <a:t>	</a:t>
            </a:r>
            <a:r>
              <a:rPr sz="1800" spc="35" dirty="0">
                <a:solidFill>
                  <a:srgbClr val="2B91AD"/>
                </a:solidFill>
                <a:latin typeface="Trebuchet MS"/>
                <a:cs typeface="Trebuchet MS"/>
              </a:rPr>
              <a:t>Teacher</a:t>
            </a:r>
            <a:endParaRPr sz="1800">
              <a:latin typeface="Trebuchet MS"/>
              <a:cs typeface="Trebuchet MS"/>
            </a:endParaRPr>
          </a:p>
          <a:p>
            <a:pPr marL="12700">
              <a:lnSpc>
                <a:spcPct val="100000"/>
              </a:lnSpc>
            </a:pPr>
            <a:r>
              <a:rPr sz="1800" spc="-50" dirty="0">
                <a:latin typeface="Trebuchet MS"/>
                <a:cs typeface="Trebuchet MS"/>
              </a:rPr>
              <a:t>{</a:t>
            </a:r>
            <a:endParaRPr sz="1800">
              <a:latin typeface="Trebuchet MS"/>
              <a:cs typeface="Trebuchet MS"/>
            </a:endParaRPr>
          </a:p>
        </p:txBody>
      </p:sp>
      <p:sp>
        <p:nvSpPr>
          <p:cNvPr id="22" name="object 20">
            <a:extLst>
              <a:ext uri="{FF2B5EF4-FFF2-40B4-BE49-F238E27FC236}">
                <a16:creationId xmlns:a16="http://schemas.microsoft.com/office/drawing/2014/main" id="{D670070B-77A0-28B4-2560-9822A41E9300}"/>
              </a:ext>
            </a:extLst>
          </p:cNvPr>
          <p:cNvSpPr txBox="1"/>
          <p:nvPr/>
        </p:nvSpPr>
        <p:spPr>
          <a:xfrm>
            <a:off x="1521967" y="1535379"/>
            <a:ext cx="1622425" cy="289823"/>
          </a:xfrm>
          <a:prstGeom prst="rect">
            <a:avLst/>
          </a:prstGeom>
        </p:spPr>
        <p:txBody>
          <a:bodyPr vert="horz" wrap="square" lIns="0" tIns="12700" rIns="0" bIns="0" rtlCol="0">
            <a:spAutoFit/>
          </a:bodyPr>
          <a:lstStyle/>
          <a:p>
            <a:pPr marL="12700">
              <a:lnSpc>
                <a:spcPct val="100000"/>
              </a:lnSpc>
              <a:spcBef>
                <a:spcPts val="100"/>
              </a:spcBef>
              <a:tabLst>
                <a:tab pos="946785" algn="l"/>
              </a:tabLst>
            </a:pPr>
            <a:r>
              <a:rPr lang="en-US" sz="1800" dirty="0">
                <a:solidFill>
                  <a:srgbClr val="2B91AD"/>
                </a:solidFill>
                <a:latin typeface="Trebuchet MS"/>
                <a:cs typeface="Trebuchet MS"/>
              </a:rPr>
              <a:t>	</a:t>
            </a:r>
            <a:r>
              <a:rPr sz="1800" spc="-20" dirty="0">
                <a:latin typeface="Trebuchet MS"/>
                <a:cs typeface="Trebuchet MS"/>
              </a:rPr>
              <a:t>name;</a:t>
            </a:r>
            <a:endParaRPr sz="1800" dirty="0">
              <a:latin typeface="Trebuchet MS"/>
              <a:cs typeface="Trebuchet MS"/>
            </a:endParaRPr>
          </a:p>
        </p:txBody>
      </p:sp>
      <p:sp>
        <p:nvSpPr>
          <p:cNvPr id="23" name="object 21">
            <a:extLst>
              <a:ext uri="{FF2B5EF4-FFF2-40B4-BE49-F238E27FC236}">
                <a16:creationId xmlns:a16="http://schemas.microsoft.com/office/drawing/2014/main" id="{986D2E21-6E16-1D08-4560-FFEBCEDA8D12}"/>
              </a:ext>
            </a:extLst>
          </p:cNvPr>
          <p:cNvSpPr txBox="1"/>
          <p:nvPr/>
        </p:nvSpPr>
        <p:spPr>
          <a:xfrm>
            <a:off x="1064767" y="1810258"/>
            <a:ext cx="537210" cy="299720"/>
          </a:xfrm>
          <a:prstGeom prst="rect">
            <a:avLst/>
          </a:prstGeom>
        </p:spPr>
        <p:txBody>
          <a:bodyPr vert="horz" wrap="square" lIns="0" tIns="12700" rIns="0" bIns="0" rtlCol="0">
            <a:spAutoFit/>
          </a:bodyPr>
          <a:lstStyle/>
          <a:p>
            <a:pPr marL="12700">
              <a:lnSpc>
                <a:spcPct val="100000"/>
              </a:lnSpc>
              <a:spcBef>
                <a:spcPts val="100"/>
              </a:spcBef>
            </a:pPr>
            <a:r>
              <a:rPr sz="1800" spc="105" dirty="0">
                <a:solidFill>
                  <a:srgbClr val="0000FF"/>
                </a:solidFill>
                <a:latin typeface="Trebuchet MS"/>
                <a:cs typeface="Trebuchet MS"/>
              </a:rPr>
              <a:t>publ</a:t>
            </a:r>
            <a:endParaRPr sz="1800">
              <a:latin typeface="Trebuchet MS"/>
              <a:cs typeface="Trebuchet MS"/>
            </a:endParaRPr>
          </a:p>
        </p:txBody>
      </p:sp>
      <p:sp>
        <p:nvSpPr>
          <p:cNvPr id="24" name="object 22">
            <a:extLst>
              <a:ext uri="{FF2B5EF4-FFF2-40B4-BE49-F238E27FC236}">
                <a16:creationId xmlns:a16="http://schemas.microsoft.com/office/drawing/2014/main" id="{1076068D-D53E-7C95-FCEB-F6A96F416510}"/>
              </a:ext>
            </a:extLst>
          </p:cNvPr>
          <p:cNvSpPr txBox="1"/>
          <p:nvPr/>
        </p:nvSpPr>
        <p:spPr>
          <a:xfrm>
            <a:off x="1732279" y="1810258"/>
            <a:ext cx="25717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00FF"/>
                </a:solidFill>
                <a:latin typeface="Trebuchet MS"/>
                <a:cs typeface="Trebuchet MS"/>
              </a:rPr>
              <a:t>c</a:t>
            </a:r>
            <a:r>
              <a:rPr sz="1800" spc="-270" dirty="0">
                <a:solidFill>
                  <a:srgbClr val="0000FF"/>
                </a:solidFill>
                <a:latin typeface="Trebuchet MS"/>
                <a:cs typeface="Trebuchet MS"/>
              </a:rPr>
              <a:t> </a:t>
            </a:r>
            <a:r>
              <a:rPr sz="1800" spc="-50" dirty="0">
                <a:latin typeface="Trebuchet MS"/>
                <a:cs typeface="Trebuchet MS"/>
              </a:rPr>
              <a:t>:</a:t>
            </a:r>
            <a:endParaRPr sz="1800">
              <a:latin typeface="Trebuchet MS"/>
              <a:cs typeface="Trebuchet MS"/>
            </a:endParaRPr>
          </a:p>
        </p:txBody>
      </p:sp>
      <p:sp>
        <p:nvSpPr>
          <p:cNvPr id="25" name="object 23">
            <a:extLst>
              <a:ext uri="{FF2B5EF4-FFF2-40B4-BE49-F238E27FC236}">
                <a16:creationId xmlns:a16="http://schemas.microsoft.com/office/drawing/2014/main" id="{2E3F1A58-2E1B-5D9C-CACA-C4C625448C4F}"/>
              </a:ext>
            </a:extLst>
          </p:cNvPr>
          <p:cNvSpPr txBox="1"/>
          <p:nvPr/>
        </p:nvSpPr>
        <p:spPr>
          <a:xfrm>
            <a:off x="1521967" y="2084578"/>
            <a:ext cx="2453640" cy="848994"/>
          </a:xfrm>
          <a:prstGeom prst="rect">
            <a:avLst/>
          </a:prstGeom>
        </p:spPr>
        <p:txBody>
          <a:bodyPr vert="horz" wrap="square" lIns="0" tIns="12700" rIns="0" bIns="0" rtlCol="0">
            <a:spAutoFit/>
          </a:bodyPr>
          <a:lstStyle/>
          <a:p>
            <a:pPr marL="12700">
              <a:lnSpc>
                <a:spcPct val="100000"/>
              </a:lnSpc>
              <a:spcBef>
                <a:spcPts val="100"/>
              </a:spcBef>
              <a:tabLst>
                <a:tab pos="1612900" algn="l"/>
                <a:tab pos="2012314" algn="l"/>
              </a:tabLst>
            </a:pPr>
            <a:r>
              <a:rPr sz="1800" spc="135" dirty="0">
                <a:latin typeface="Trebuchet MS"/>
                <a:cs typeface="Trebuchet MS"/>
              </a:rPr>
              <a:t>Teacher(</a:t>
            </a:r>
            <a:r>
              <a:rPr sz="1800" spc="-310" dirty="0">
                <a:latin typeface="Trebuchet MS"/>
                <a:cs typeface="Trebuchet MS"/>
              </a:rPr>
              <a:t> </a:t>
            </a:r>
            <a:r>
              <a:rPr sz="1800" spc="105" dirty="0">
                <a:solidFill>
                  <a:srgbClr val="2B91AD"/>
                </a:solidFill>
                <a:latin typeface="Trebuchet MS"/>
                <a:cs typeface="Trebuchet MS"/>
              </a:rPr>
              <a:t>str</a:t>
            </a:r>
            <a:r>
              <a:rPr sz="1800" dirty="0">
                <a:solidFill>
                  <a:srgbClr val="2B91AD"/>
                </a:solidFill>
                <a:latin typeface="Trebuchet MS"/>
                <a:cs typeface="Trebuchet MS"/>
              </a:rPr>
              <a:t>	</a:t>
            </a:r>
            <a:r>
              <a:rPr sz="1800" spc="-25" dirty="0">
                <a:solidFill>
                  <a:srgbClr val="2B91AD"/>
                </a:solidFill>
                <a:latin typeface="Trebuchet MS"/>
                <a:cs typeface="Trebuchet MS"/>
              </a:rPr>
              <a:t>ng</a:t>
            </a:r>
            <a:r>
              <a:rPr sz="1800" dirty="0">
                <a:solidFill>
                  <a:srgbClr val="2B91AD"/>
                </a:solidFill>
                <a:latin typeface="Trebuchet MS"/>
                <a:cs typeface="Trebuchet MS"/>
              </a:rPr>
              <a:t>	</a:t>
            </a:r>
            <a:r>
              <a:rPr sz="1800" spc="-10" dirty="0">
                <a:solidFill>
                  <a:srgbClr val="808080"/>
                </a:solidFill>
                <a:latin typeface="Trebuchet MS"/>
                <a:cs typeface="Trebuchet MS"/>
              </a:rPr>
              <a:t>n</a:t>
            </a:r>
            <a:r>
              <a:rPr sz="1800" spc="-315" dirty="0">
                <a:solidFill>
                  <a:srgbClr val="808080"/>
                </a:solidFill>
                <a:latin typeface="Trebuchet MS"/>
                <a:cs typeface="Trebuchet MS"/>
              </a:rPr>
              <a:t> </a:t>
            </a:r>
            <a:r>
              <a:rPr sz="1800" spc="-50" dirty="0">
                <a:latin typeface="Trebuchet MS"/>
                <a:cs typeface="Trebuchet MS"/>
              </a:rPr>
              <a:t>)</a:t>
            </a:r>
            <a:endParaRPr sz="1800" dirty="0">
              <a:latin typeface="Trebuchet MS"/>
              <a:cs typeface="Trebuchet MS"/>
            </a:endParaRPr>
          </a:p>
          <a:p>
            <a:pPr marL="12700">
              <a:lnSpc>
                <a:spcPct val="100000"/>
              </a:lnSpc>
            </a:pPr>
            <a:r>
              <a:rPr sz="1800" spc="-50" dirty="0">
                <a:latin typeface="Trebuchet MS"/>
                <a:cs typeface="Trebuchet MS"/>
              </a:rPr>
              <a:t>{</a:t>
            </a:r>
            <a:endParaRPr sz="1800" dirty="0">
              <a:latin typeface="Trebuchet MS"/>
              <a:cs typeface="Trebuchet MS"/>
            </a:endParaRPr>
          </a:p>
          <a:p>
            <a:pPr marL="469900">
              <a:lnSpc>
                <a:spcPct val="100000"/>
              </a:lnSpc>
              <a:tabLst>
                <a:tab pos="870585" algn="l"/>
                <a:tab pos="1936114" algn="l"/>
                <a:tab pos="2202815" algn="l"/>
              </a:tabLst>
            </a:pPr>
            <a:r>
              <a:rPr sz="1800" spc="60" dirty="0">
                <a:solidFill>
                  <a:srgbClr val="0000FF"/>
                </a:solidFill>
                <a:latin typeface="Trebuchet MS"/>
                <a:cs typeface="Trebuchet MS"/>
              </a:rPr>
              <a:t>th</a:t>
            </a:r>
            <a:r>
              <a:rPr sz="1800" dirty="0">
                <a:solidFill>
                  <a:srgbClr val="0000FF"/>
                </a:solidFill>
                <a:latin typeface="Trebuchet MS"/>
                <a:cs typeface="Trebuchet MS"/>
              </a:rPr>
              <a:t>	</a:t>
            </a:r>
            <a:r>
              <a:rPr sz="1800" spc="75" dirty="0">
                <a:solidFill>
                  <a:srgbClr val="0000FF"/>
                </a:solidFill>
                <a:latin typeface="Trebuchet MS"/>
                <a:cs typeface="Trebuchet MS"/>
              </a:rPr>
              <a:t>s</a:t>
            </a:r>
            <a:r>
              <a:rPr sz="1800" spc="75" dirty="0">
                <a:latin typeface="Trebuchet MS"/>
                <a:cs typeface="Trebuchet MS"/>
              </a:rPr>
              <a:t>-</a:t>
            </a:r>
            <a:r>
              <a:rPr sz="1800" spc="35" dirty="0">
                <a:latin typeface="Trebuchet MS"/>
                <a:cs typeface="Trebuchet MS"/>
              </a:rPr>
              <a:t>&gt;name</a:t>
            </a:r>
            <a:r>
              <a:rPr sz="1800" dirty="0">
                <a:latin typeface="Trebuchet MS"/>
                <a:cs typeface="Trebuchet MS"/>
              </a:rPr>
              <a:t>	</a:t>
            </a:r>
            <a:r>
              <a:rPr sz="1800" spc="-50" dirty="0">
                <a:solidFill>
                  <a:srgbClr val="008080"/>
                </a:solidFill>
                <a:latin typeface="Trebuchet MS"/>
                <a:cs typeface="Trebuchet MS"/>
              </a:rPr>
              <a:t>=</a:t>
            </a:r>
            <a:r>
              <a:rPr sz="1800" dirty="0">
                <a:solidFill>
                  <a:srgbClr val="008080"/>
                </a:solidFill>
                <a:latin typeface="Trebuchet MS"/>
                <a:cs typeface="Trebuchet MS"/>
              </a:rPr>
              <a:t>	</a:t>
            </a:r>
            <a:r>
              <a:rPr sz="1800" spc="-10" dirty="0">
                <a:solidFill>
                  <a:srgbClr val="808080"/>
                </a:solidFill>
                <a:latin typeface="Trebuchet MS"/>
                <a:cs typeface="Trebuchet MS"/>
              </a:rPr>
              <a:t>n</a:t>
            </a:r>
            <a:r>
              <a:rPr sz="1800" spc="-320" dirty="0">
                <a:solidFill>
                  <a:srgbClr val="808080"/>
                </a:solidFill>
                <a:latin typeface="Trebuchet MS"/>
                <a:cs typeface="Trebuchet MS"/>
              </a:rPr>
              <a:t> </a:t>
            </a:r>
            <a:r>
              <a:rPr sz="1800" spc="-50" dirty="0">
                <a:latin typeface="Trebuchet MS"/>
                <a:cs typeface="Trebuchet MS"/>
              </a:rPr>
              <a:t>;</a:t>
            </a:r>
            <a:endParaRPr sz="1800" dirty="0">
              <a:latin typeface="Trebuchet MS"/>
              <a:cs typeface="Trebuchet MS"/>
            </a:endParaRPr>
          </a:p>
        </p:txBody>
      </p:sp>
      <p:sp>
        <p:nvSpPr>
          <p:cNvPr id="26" name="object 24">
            <a:extLst>
              <a:ext uri="{FF2B5EF4-FFF2-40B4-BE49-F238E27FC236}">
                <a16:creationId xmlns:a16="http://schemas.microsoft.com/office/drawing/2014/main" id="{9512BD73-7695-9548-A90E-C405D57396B5}"/>
              </a:ext>
            </a:extLst>
          </p:cNvPr>
          <p:cNvSpPr txBox="1"/>
          <p:nvPr/>
        </p:nvSpPr>
        <p:spPr>
          <a:xfrm>
            <a:off x="1521967" y="2907919"/>
            <a:ext cx="10985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Trebuchet MS"/>
                <a:cs typeface="Trebuchet MS"/>
              </a:rPr>
              <a:t>}</a:t>
            </a:r>
            <a:endParaRPr sz="1800">
              <a:latin typeface="Trebuchet MS"/>
              <a:cs typeface="Trebuchet MS"/>
            </a:endParaRPr>
          </a:p>
        </p:txBody>
      </p:sp>
      <p:sp>
        <p:nvSpPr>
          <p:cNvPr id="27" name="object 25">
            <a:extLst>
              <a:ext uri="{FF2B5EF4-FFF2-40B4-BE49-F238E27FC236}">
                <a16:creationId xmlns:a16="http://schemas.microsoft.com/office/drawing/2014/main" id="{1A5691F6-8991-882F-1AF1-8F7926CD4C67}"/>
              </a:ext>
            </a:extLst>
          </p:cNvPr>
          <p:cNvSpPr txBox="1"/>
          <p:nvPr/>
        </p:nvSpPr>
        <p:spPr>
          <a:xfrm>
            <a:off x="1521967" y="3182239"/>
            <a:ext cx="3030855" cy="574040"/>
          </a:xfrm>
          <a:prstGeom prst="rect">
            <a:avLst/>
          </a:prstGeom>
        </p:spPr>
        <p:txBody>
          <a:bodyPr vert="horz" wrap="square" lIns="0" tIns="12700" rIns="0" bIns="0" rtlCol="0">
            <a:spAutoFit/>
          </a:bodyPr>
          <a:lstStyle/>
          <a:p>
            <a:pPr marL="12700">
              <a:lnSpc>
                <a:spcPct val="100000"/>
              </a:lnSpc>
              <a:spcBef>
                <a:spcPts val="100"/>
              </a:spcBef>
              <a:tabLst>
                <a:tab pos="946785" algn="l"/>
              </a:tabLst>
            </a:pPr>
            <a:r>
              <a:rPr sz="1800" dirty="0">
                <a:solidFill>
                  <a:srgbClr val="2B91AD"/>
                </a:solidFill>
                <a:latin typeface="Trebuchet MS"/>
                <a:cs typeface="Trebuchet MS"/>
              </a:rPr>
              <a:t>s</a:t>
            </a:r>
            <a:r>
              <a:rPr sz="1800" spc="-185" dirty="0">
                <a:solidFill>
                  <a:srgbClr val="2B91AD"/>
                </a:solidFill>
                <a:latin typeface="Trebuchet MS"/>
                <a:cs typeface="Trebuchet MS"/>
              </a:rPr>
              <a:t> </a:t>
            </a:r>
            <a:r>
              <a:rPr sz="1800" dirty="0">
                <a:solidFill>
                  <a:srgbClr val="2B91AD"/>
                </a:solidFill>
                <a:latin typeface="Trebuchet MS"/>
                <a:cs typeface="Trebuchet MS"/>
              </a:rPr>
              <a:t>t</a:t>
            </a:r>
            <a:r>
              <a:rPr sz="1800" spc="-195" dirty="0">
                <a:solidFill>
                  <a:srgbClr val="2B91AD"/>
                </a:solidFill>
                <a:latin typeface="Trebuchet MS"/>
                <a:cs typeface="Trebuchet MS"/>
              </a:rPr>
              <a:t> </a:t>
            </a:r>
            <a:r>
              <a:rPr sz="1800" spc="-10" dirty="0">
                <a:solidFill>
                  <a:srgbClr val="2B91AD"/>
                </a:solidFill>
                <a:latin typeface="Trebuchet MS"/>
                <a:cs typeface="Trebuchet MS"/>
              </a:rPr>
              <a:t>r</a:t>
            </a:r>
            <a:r>
              <a:rPr sz="1800" spc="-185" dirty="0">
                <a:solidFill>
                  <a:srgbClr val="2B91AD"/>
                </a:solidFill>
                <a:latin typeface="Trebuchet MS"/>
                <a:cs typeface="Trebuchet MS"/>
              </a:rPr>
              <a:t> </a:t>
            </a:r>
            <a:r>
              <a:rPr sz="1800" spc="145" dirty="0">
                <a:solidFill>
                  <a:srgbClr val="2B91AD"/>
                </a:solidFill>
                <a:latin typeface="Trebuchet MS"/>
                <a:cs typeface="Trebuchet MS"/>
              </a:rPr>
              <a:t>ng</a:t>
            </a:r>
            <a:r>
              <a:rPr sz="1800" dirty="0">
                <a:solidFill>
                  <a:srgbClr val="2B91AD"/>
                </a:solidFill>
                <a:latin typeface="Trebuchet MS"/>
                <a:cs typeface="Trebuchet MS"/>
              </a:rPr>
              <a:t>	</a:t>
            </a:r>
            <a:r>
              <a:rPr sz="1800" spc="65" dirty="0">
                <a:latin typeface="Trebuchet MS"/>
                <a:cs typeface="Trebuchet MS"/>
              </a:rPr>
              <a:t>getTeachername()</a:t>
            </a:r>
            <a:endParaRPr sz="1800" dirty="0">
              <a:latin typeface="Trebuchet MS"/>
              <a:cs typeface="Trebuchet MS"/>
            </a:endParaRPr>
          </a:p>
          <a:p>
            <a:pPr marL="12700">
              <a:lnSpc>
                <a:spcPct val="100000"/>
              </a:lnSpc>
            </a:pPr>
            <a:r>
              <a:rPr sz="1800" spc="-50" dirty="0">
                <a:latin typeface="Trebuchet MS"/>
                <a:cs typeface="Trebuchet MS"/>
              </a:rPr>
              <a:t>{</a:t>
            </a:r>
            <a:endParaRPr sz="1800" dirty="0">
              <a:latin typeface="Trebuchet MS"/>
              <a:cs typeface="Trebuchet MS"/>
            </a:endParaRPr>
          </a:p>
        </p:txBody>
      </p:sp>
      <p:sp>
        <p:nvSpPr>
          <p:cNvPr id="28" name="object 26">
            <a:extLst>
              <a:ext uri="{FF2B5EF4-FFF2-40B4-BE49-F238E27FC236}">
                <a16:creationId xmlns:a16="http://schemas.microsoft.com/office/drawing/2014/main" id="{C0497C8F-23EC-C012-A55E-8AAB2D96A602}"/>
              </a:ext>
            </a:extLst>
          </p:cNvPr>
          <p:cNvSpPr txBox="1"/>
          <p:nvPr/>
        </p:nvSpPr>
        <p:spPr>
          <a:xfrm>
            <a:off x="1979167" y="3730879"/>
            <a:ext cx="2266950" cy="299720"/>
          </a:xfrm>
          <a:prstGeom prst="rect">
            <a:avLst/>
          </a:prstGeom>
        </p:spPr>
        <p:txBody>
          <a:bodyPr vert="horz" wrap="square" lIns="0" tIns="12700" rIns="0" bIns="0" rtlCol="0">
            <a:spAutoFit/>
          </a:bodyPr>
          <a:lstStyle/>
          <a:p>
            <a:pPr marL="12700">
              <a:lnSpc>
                <a:spcPct val="100000"/>
              </a:lnSpc>
              <a:spcBef>
                <a:spcPts val="100"/>
              </a:spcBef>
              <a:tabLst>
                <a:tab pos="946785" algn="l"/>
              </a:tabLst>
            </a:pPr>
            <a:r>
              <a:rPr sz="1800" spc="145" dirty="0">
                <a:solidFill>
                  <a:srgbClr val="0000FF"/>
                </a:solidFill>
                <a:latin typeface="Trebuchet MS"/>
                <a:cs typeface="Trebuchet MS"/>
              </a:rPr>
              <a:t>return</a:t>
            </a:r>
            <a:r>
              <a:rPr sz="1800" dirty="0">
                <a:solidFill>
                  <a:srgbClr val="0000FF"/>
                </a:solidFill>
                <a:latin typeface="Trebuchet MS"/>
                <a:cs typeface="Trebuchet MS"/>
              </a:rPr>
              <a:t>	</a:t>
            </a:r>
            <a:r>
              <a:rPr sz="1800" spc="120" dirty="0">
                <a:solidFill>
                  <a:srgbClr val="0000FF"/>
                </a:solidFill>
                <a:latin typeface="Trebuchet MS"/>
                <a:cs typeface="Trebuchet MS"/>
              </a:rPr>
              <a:t>ths</a:t>
            </a:r>
            <a:r>
              <a:rPr sz="1800" spc="120" dirty="0">
                <a:latin typeface="Trebuchet MS"/>
                <a:cs typeface="Trebuchet MS"/>
              </a:rPr>
              <a:t>-</a:t>
            </a:r>
            <a:r>
              <a:rPr sz="1800" spc="85" dirty="0">
                <a:latin typeface="Trebuchet MS"/>
                <a:cs typeface="Trebuchet MS"/>
              </a:rPr>
              <a:t>&gt;name;</a:t>
            </a:r>
            <a:endParaRPr sz="1800">
              <a:latin typeface="Trebuchet MS"/>
              <a:cs typeface="Trebuchet MS"/>
            </a:endParaRPr>
          </a:p>
        </p:txBody>
      </p:sp>
      <p:sp>
        <p:nvSpPr>
          <p:cNvPr id="29" name="object 27">
            <a:extLst>
              <a:ext uri="{FF2B5EF4-FFF2-40B4-BE49-F238E27FC236}">
                <a16:creationId xmlns:a16="http://schemas.microsoft.com/office/drawing/2014/main" id="{BF9BB724-5402-EB74-F8EC-29A52E00D115}"/>
              </a:ext>
            </a:extLst>
          </p:cNvPr>
          <p:cNvSpPr txBox="1"/>
          <p:nvPr/>
        </p:nvSpPr>
        <p:spPr>
          <a:xfrm>
            <a:off x="1521967" y="4004894"/>
            <a:ext cx="109855" cy="300355"/>
          </a:xfrm>
          <a:prstGeom prst="rect">
            <a:avLst/>
          </a:prstGeom>
        </p:spPr>
        <p:txBody>
          <a:bodyPr vert="horz" wrap="square" lIns="0" tIns="12700" rIns="0" bIns="0" rtlCol="0">
            <a:spAutoFit/>
          </a:bodyPr>
          <a:lstStyle/>
          <a:p>
            <a:pPr marL="12700">
              <a:lnSpc>
                <a:spcPct val="100000"/>
              </a:lnSpc>
              <a:spcBef>
                <a:spcPts val="100"/>
              </a:spcBef>
            </a:pPr>
            <a:r>
              <a:rPr sz="1800" spc="-50" dirty="0">
                <a:latin typeface="Trebuchet MS"/>
                <a:cs typeface="Trebuchet MS"/>
              </a:rPr>
              <a:t>}</a:t>
            </a:r>
            <a:endParaRPr sz="1800">
              <a:latin typeface="Trebuchet MS"/>
              <a:cs typeface="Trebuchet MS"/>
            </a:endParaRPr>
          </a:p>
        </p:txBody>
      </p:sp>
      <p:sp>
        <p:nvSpPr>
          <p:cNvPr id="30" name="object 28">
            <a:extLst>
              <a:ext uri="{FF2B5EF4-FFF2-40B4-BE49-F238E27FC236}">
                <a16:creationId xmlns:a16="http://schemas.microsoft.com/office/drawing/2014/main" id="{3F3897D5-0CF1-C6D2-5A1A-A0802971F50E}"/>
              </a:ext>
            </a:extLst>
          </p:cNvPr>
          <p:cNvSpPr txBox="1"/>
          <p:nvPr/>
        </p:nvSpPr>
        <p:spPr>
          <a:xfrm>
            <a:off x="1064767" y="4279772"/>
            <a:ext cx="294005" cy="299720"/>
          </a:xfrm>
          <a:prstGeom prst="rect">
            <a:avLst/>
          </a:prstGeom>
        </p:spPr>
        <p:txBody>
          <a:bodyPr vert="horz" wrap="square" lIns="0" tIns="12700" rIns="0" bIns="0" rtlCol="0">
            <a:spAutoFit/>
          </a:bodyPr>
          <a:lstStyle/>
          <a:p>
            <a:pPr marL="12700">
              <a:lnSpc>
                <a:spcPct val="100000"/>
              </a:lnSpc>
              <a:spcBef>
                <a:spcPts val="100"/>
              </a:spcBef>
            </a:pPr>
            <a:r>
              <a:rPr sz="1800" spc="160" dirty="0">
                <a:latin typeface="Trebuchet MS"/>
                <a:cs typeface="Trebuchet MS"/>
              </a:rPr>
              <a:t>}; </a:t>
            </a:r>
            <a:endParaRPr sz="1800">
              <a:latin typeface="Trebuchet MS"/>
              <a:cs typeface="Trebuchet MS"/>
            </a:endParaRPr>
          </a:p>
        </p:txBody>
      </p:sp>
      <p:pic>
        <p:nvPicPr>
          <p:cNvPr id="31" name="object 29">
            <a:extLst>
              <a:ext uri="{FF2B5EF4-FFF2-40B4-BE49-F238E27FC236}">
                <a16:creationId xmlns:a16="http://schemas.microsoft.com/office/drawing/2014/main" id="{B359E525-9F85-5726-7685-AB59ABF82E15}"/>
              </a:ext>
            </a:extLst>
          </p:cNvPr>
          <p:cNvPicPr/>
          <p:nvPr/>
        </p:nvPicPr>
        <p:blipFill>
          <a:blip r:embed="rId6" cstate="print"/>
          <a:stretch>
            <a:fillRect/>
          </a:stretch>
        </p:blipFill>
        <p:spPr>
          <a:xfrm>
            <a:off x="6588252" y="1207008"/>
            <a:ext cx="108203" cy="169163"/>
          </a:xfrm>
          <a:prstGeom prst="rect">
            <a:avLst/>
          </a:prstGeom>
        </p:spPr>
      </p:pic>
      <p:pic>
        <p:nvPicPr>
          <p:cNvPr id="32" name="object 30">
            <a:extLst>
              <a:ext uri="{FF2B5EF4-FFF2-40B4-BE49-F238E27FC236}">
                <a16:creationId xmlns:a16="http://schemas.microsoft.com/office/drawing/2014/main" id="{7E4DC61A-0535-45C4-608E-EBF43FAC2BAA}"/>
              </a:ext>
            </a:extLst>
          </p:cNvPr>
          <p:cNvPicPr/>
          <p:nvPr/>
        </p:nvPicPr>
        <p:blipFill>
          <a:blip r:embed="rId5" cstate="print"/>
          <a:stretch>
            <a:fillRect/>
          </a:stretch>
        </p:blipFill>
        <p:spPr>
          <a:xfrm>
            <a:off x="6263640" y="1481327"/>
            <a:ext cx="108202" cy="169163"/>
          </a:xfrm>
          <a:prstGeom prst="rect">
            <a:avLst/>
          </a:prstGeom>
        </p:spPr>
      </p:pic>
      <p:pic>
        <p:nvPicPr>
          <p:cNvPr id="33" name="object 31">
            <a:extLst>
              <a:ext uri="{FF2B5EF4-FFF2-40B4-BE49-F238E27FC236}">
                <a16:creationId xmlns:a16="http://schemas.microsoft.com/office/drawing/2014/main" id="{A3D4FB61-67DB-BF39-6271-EC501E38944F}"/>
              </a:ext>
            </a:extLst>
          </p:cNvPr>
          <p:cNvPicPr/>
          <p:nvPr/>
        </p:nvPicPr>
        <p:blipFill>
          <a:blip r:embed="rId6" cstate="print"/>
          <a:stretch>
            <a:fillRect/>
          </a:stretch>
        </p:blipFill>
        <p:spPr>
          <a:xfrm>
            <a:off x="8054340" y="1755648"/>
            <a:ext cx="108203" cy="169163"/>
          </a:xfrm>
          <a:prstGeom prst="rect">
            <a:avLst/>
          </a:prstGeom>
        </p:spPr>
      </p:pic>
      <p:pic>
        <p:nvPicPr>
          <p:cNvPr id="34" name="object 32">
            <a:extLst>
              <a:ext uri="{FF2B5EF4-FFF2-40B4-BE49-F238E27FC236}">
                <a16:creationId xmlns:a16="http://schemas.microsoft.com/office/drawing/2014/main" id="{5B43DE15-95BC-61F0-A00A-4CC082E70843}"/>
              </a:ext>
            </a:extLst>
          </p:cNvPr>
          <p:cNvPicPr/>
          <p:nvPr/>
        </p:nvPicPr>
        <p:blipFill>
          <a:blip r:embed="rId5" cstate="print"/>
          <a:stretch>
            <a:fillRect/>
          </a:stretch>
        </p:blipFill>
        <p:spPr>
          <a:xfrm>
            <a:off x="6911340" y="2304288"/>
            <a:ext cx="108203" cy="169163"/>
          </a:xfrm>
          <a:prstGeom prst="rect">
            <a:avLst/>
          </a:prstGeom>
        </p:spPr>
      </p:pic>
      <p:pic>
        <p:nvPicPr>
          <p:cNvPr id="35" name="object 33">
            <a:extLst>
              <a:ext uri="{FF2B5EF4-FFF2-40B4-BE49-F238E27FC236}">
                <a16:creationId xmlns:a16="http://schemas.microsoft.com/office/drawing/2014/main" id="{29FEF1C3-D809-197F-A11D-43F16D886222}"/>
              </a:ext>
            </a:extLst>
          </p:cNvPr>
          <p:cNvPicPr/>
          <p:nvPr/>
        </p:nvPicPr>
        <p:blipFill>
          <a:blip r:embed="rId6" cstate="print"/>
          <a:stretch>
            <a:fillRect/>
          </a:stretch>
        </p:blipFill>
        <p:spPr>
          <a:xfrm>
            <a:off x="6588252" y="2854451"/>
            <a:ext cx="108202" cy="167639"/>
          </a:xfrm>
          <a:prstGeom prst="rect">
            <a:avLst/>
          </a:prstGeom>
        </p:spPr>
      </p:pic>
      <p:pic>
        <p:nvPicPr>
          <p:cNvPr id="36" name="object 34">
            <a:extLst>
              <a:ext uri="{FF2B5EF4-FFF2-40B4-BE49-F238E27FC236}">
                <a16:creationId xmlns:a16="http://schemas.microsoft.com/office/drawing/2014/main" id="{0DEB9757-8704-8643-FCEF-2A0DA7FA4051}"/>
              </a:ext>
            </a:extLst>
          </p:cNvPr>
          <p:cNvPicPr/>
          <p:nvPr/>
        </p:nvPicPr>
        <p:blipFill>
          <a:blip r:embed="rId5" cstate="print"/>
          <a:stretch>
            <a:fillRect/>
          </a:stretch>
        </p:blipFill>
        <p:spPr>
          <a:xfrm>
            <a:off x="7845552" y="3403091"/>
            <a:ext cx="108203" cy="167639"/>
          </a:xfrm>
          <a:prstGeom prst="rect">
            <a:avLst/>
          </a:prstGeom>
        </p:spPr>
      </p:pic>
      <p:sp>
        <p:nvSpPr>
          <p:cNvPr id="37" name="object 35">
            <a:extLst>
              <a:ext uri="{FF2B5EF4-FFF2-40B4-BE49-F238E27FC236}">
                <a16:creationId xmlns:a16="http://schemas.microsoft.com/office/drawing/2014/main" id="{495BCA1D-C2C2-FFB8-DF01-E684117AAC6A}"/>
              </a:ext>
            </a:extLst>
          </p:cNvPr>
          <p:cNvSpPr txBox="1"/>
          <p:nvPr/>
        </p:nvSpPr>
        <p:spPr>
          <a:xfrm>
            <a:off x="5701665" y="579882"/>
            <a:ext cx="2142490" cy="574040"/>
          </a:xfrm>
          <a:prstGeom prst="rect">
            <a:avLst/>
          </a:prstGeom>
        </p:spPr>
        <p:txBody>
          <a:bodyPr vert="horz" wrap="square" lIns="0" tIns="12700" rIns="0" bIns="0" rtlCol="0">
            <a:spAutoFit/>
          </a:bodyPr>
          <a:lstStyle/>
          <a:p>
            <a:pPr marL="12700">
              <a:lnSpc>
                <a:spcPct val="100000"/>
              </a:lnSpc>
              <a:spcBef>
                <a:spcPts val="100"/>
              </a:spcBef>
              <a:tabLst>
                <a:tab pos="812165" algn="l"/>
              </a:tabLst>
            </a:pPr>
            <a:r>
              <a:rPr sz="1800" dirty="0">
                <a:solidFill>
                  <a:srgbClr val="0000FF"/>
                </a:solidFill>
                <a:latin typeface="Trebuchet MS"/>
                <a:cs typeface="Trebuchet MS"/>
              </a:rPr>
              <a:t>c</a:t>
            </a:r>
            <a:r>
              <a:rPr sz="1800" spc="-260" dirty="0">
                <a:solidFill>
                  <a:srgbClr val="0000FF"/>
                </a:solidFill>
                <a:latin typeface="Trebuchet MS"/>
                <a:cs typeface="Trebuchet MS"/>
              </a:rPr>
              <a:t> </a:t>
            </a:r>
            <a:r>
              <a:rPr sz="1800" dirty="0">
                <a:solidFill>
                  <a:srgbClr val="0000FF"/>
                </a:solidFill>
                <a:latin typeface="Trebuchet MS"/>
                <a:cs typeface="Trebuchet MS"/>
              </a:rPr>
              <a:t>l</a:t>
            </a:r>
            <a:r>
              <a:rPr sz="1800" spc="-260" dirty="0">
                <a:solidFill>
                  <a:srgbClr val="0000FF"/>
                </a:solidFill>
                <a:latin typeface="Trebuchet MS"/>
                <a:cs typeface="Trebuchet MS"/>
              </a:rPr>
              <a:t> </a:t>
            </a:r>
            <a:r>
              <a:rPr sz="1800" spc="-10" dirty="0">
                <a:solidFill>
                  <a:srgbClr val="0000FF"/>
                </a:solidFill>
                <a:latin typeface="Trebuchet MS"/>
                <a:cs typeface="Trebuchet MS"/>
              </a:rPr>
              <a:t>a</a:t>
            </a:r>
            <a:r>
              <a:rPr sz="1800" spc="-254" dirty="0">
                <a:solidFill>
                  <a:srgbClr val="0000FF"/>
                </a:solidFill>
                <a:latin typeface="Trebuchet MS"/>
                <a:cs typeface="Trebuchet MS"/>
              </a:rPr>
              <a:t> </a:t>
            </a:r>
            <a:r>
              <a:rPr sz="1800" dirty="0">
                <a:solidFill>
                  <a:srgbClr val="0000FF"/>
                </a:solidFill>
                <a:latin typeface="Trebuchet MS"/>
                <a:cs typeface="Trebuchet MS"/>
              </a:rPr>
              <a:t>s</a:t>
            </a:r>
            <a:r>
              <a:rPr sz="1800" spc="-250" dirty="0">
                <a:solidFill>
                  <a:srgbClr val="0000FF"/>
                </a:solidFill>
                <a:latin typeface="Trebuchet MS"/>
                <a:cs typeface="Trebuchet MS"/>
              </a:rPr>
              <a:t> </a:t>
            </a:r>
            <a:r>
              <a:rPr sz="1800" spc="-50" dirty="0">
                <a:solidFill>
                  <a:srgbClr val="0000FF"/>
                </a:solidFill>
                <a:latin typeface="Trebuchet MS"/>
                <a:cs typeface="Trebuchet MS"/>
              </a:rPr>
              <a:t>s</a:t>
            </a:r>
            <a:r>
              <a:rPr sz="1800" dirty="0">
                <a:solidFill>
                  <a:srgbClr val="0000FF"/>
                </a:solidFill>
                <a:latin typeface="Trebuchet MS"/>
                <a:cs typeface="Trebuchet MS"/>
              </a:rPr>
              <a:t>	</a:t>
            </a:r>
            <a:r>
              <a:rPr sz="1800" spc="55" dirty="0">
                <a:solidFill>
                  <a:srgbClr val="2B91AD"/>
                </a:solidFill>
                <a:latin typeface="Trebuchet MS"/>
                <a:cs typeface="Trebuchet MS"/>
              </a:rPr>
              <a:t>Department</a:t>
            </a:r>
            <a:endParaRPr sz="1800">
              <a:latin typeface="Trebuchet MS"/>
              <a:cs typeface="Trebuchet MS"/>
            </a:endParaRPr>
          </a:p>
          <a:p>
            <a:pPr marL="12700">
              <a:lnSpc>
                <a:spcPct val="100000"/>
              </a:lnSpc>
            </a:pPr>
            <a:r>
              <a:rPr sz="1800" spc="-50" dirty="0">
                <a:latin typeface="Trebuchet MS"/>
                <a:cs typeface="Trebuchet MS"/>
              </a:rPr>
              <a:t>{</a:t>
            </a:r>
            <a:endParaRPr sz="1800">
              <a:latin typeface="Trebuchet MS"/>
              <a:cs typeface="Trebuchet MS"/>
            </a:endParaRPr>
          </a:p>
        </p:txBody>
      </p:sp>
      <p:sp>
        <p:nvSpPr>
          <p:cNvPr id="38" name="object 36">
            <a:extLst>
              <a:ext uri="{FF2B5EF4-FFF2-40B4-BE49-F238E27FC236}">
                <a16:creationId xmlns:a16="http://schemas.microsoft.com/office/drawing/2014/main" id="{75B2E2F5-4B6C-7885-1C76-5B1B157AD009}"/>
              </a:ext>
            </a:extLst>
          </p:cNvPr>
          <p:cNvSpPr txBox="1"/>
          <p:nvPr/>
        </p:nvSpPr>
        <p:spPr>
          <a:xfrm>
            <a:off x="6158865" y="1128521"/>
            <a:ext cx="1622425" cy="299720"/>
          </a:xfrm>
          <a:prstGeom prst="rect">
            <a:avLst/>
          </a:prstGeom>
        </p:spPr>
        <p:txBody>
          <a:bodyPr vert="horz" wrap="square" lIns="0" tIns="12700" rIns="0" bIns="0" rtlCol="0">
            <a:spAutoFit/>
          </a:bodyPr>
          <a:lstStyle/>
          <a:p>
            <a:pPr marL="12700">
              <a:lnSpc>
                <a:spcPct val="100000"/>
              </a:lnSpc>
              <a:spcBef>
                <a:spcPts val="100"/>
              </a:spcBef>
              <a:tabLst>
                <a:tab pos="946785" algn="l"/>
              </a:tabLst>
            </a:pPr>
            <a:r>
              <a:rPr sz="1800" dirty="0">
                <a:solidFill>
                  <a:srgbClr val="2B91AD"/>
                </a:solidFill>
                <a:latin typeface="Trebuchet MS"/>
                <a:cs typeface="Trebuchet MS"/>
              </a:rPr>
              <a:t>s</a:t>
            </a:r>
            <a:r>
              <a:rPr sz="1800" spc="-185" dirty="0">
                <a:solidFill>
                  <a:srgbClr val="2B91AD"/>
                </a:solidFill>
                <a:latin typeface="Trebuchet MS"/>
                <a:cs typeface="Trebuchet MS"/>
              </a:rPr>
              <a:t> </a:t>
            </a:r>
            <a:r>
              <a:rPr sz="1800" dirty="0">
                <a:solidFill>
                  <a:srgbClr val="2B91AD"/>
                </a:solidFill>
                <a:latin typeface="Trebuchet MS"/>
                <a:cs typeface="Trebuchet MS"/>
              </a:rPr>
              <a:t>t</a:t>
            </a:r>
            <a:r>
              <a:rPr sz="1800" spc="-195" dirty="0">
                <a:solidFill>
                  <a:srgbClr val="2B91AD"/>
                </a:solidFill>
                <a:latin typeface="Trebuchet MS"/>
                <a:cs typeface="Trebuchet MS"/>
              </a:rPr>
              <a:t> </a:t>
            </a:r>
            <a:r>
              <a:rPr sz="1800" spc="-10" dirty="0">
                <a:solidFill>
                  <a:srgbClr val="2B91AD"/>
                </a:solidFill>
                <a:latin typeface="Trebuchet MS"/>
                <a:cs typeface="Trebuchet MS"/>
              </a:rPr>
              <a:t>r</a:t>
            </a:r>
            <a:r>
              <a:rPr sz="1800" spc="-185" dirty="0">
                <a:solidFill>
                  <a:srgbClr val="2B91AD"/>
                </a:solidFill>
                <a:latin typeface="Trebuchet MS"/>
                <a:cs typeface="Trebuchet MS"/>
              </a:rPr>
              <a:t> </a:t>
            </a:r>
            <a:r>
              <a:rPr sz="1800" spc="145" dirty="0">
                <a:solidFill>
                  <a:srgbClr val="2B91AD"/>
                </a:solidFill>
                <a:latin typeface="Trebuchet MS"/>
                <a:cs typeface="Trebuchet MS"/>
              </a:rPr>
              <a:t>ng</a:t>
            </a:r>
            <a:r>
              <a:rPr sz="1800" dirty="0">
                <a:solidFill>
                  <a:srgbClr val="2B91AD"/>
                </a:solidFill>
                <a:latin typeface="Trebuchet MS"/>
                <a:cs typeface="Trebuchet MS"/>
              </a:rPr>
              <a:t>	</a:t>
            </a:r>
            <a:r>
              <a:rPr sz="1800" spc="-20" dirty="0">
                <a:latin typeface="Trebuchet MS"/>
                <a:cs typeface="Trebuchet MS"/>
              </a:rPr>
              <a:t>name;</a:t>
            </a:r>
            <a:endParaRPr sz="1800">
              <a:latin typeface="Trebuchet MS"/>
              <a:cs typeface="Trebuchet MS"/>
            </a:endParaRPr>
          </a:p>
        </p:txBody>
      </p:sp>
      <p:sp>
        <p:nvSpPr>
          <p:cNvPr id="39" name="object 37">
            <a:extLst>
              <a:ext uri="{FF2B5EF4-FFF2-40B4-BE49-F238E27FC236}">
                <a16:creationId xmlns:a16="http://schemas.microsoft.com/office/drawing/2014/main" id="{32675265-4076-A870-50A0-13D5B17A85D3}"/>
              </a:ext>
            </a:extLst>
          </p:cNvPr>
          <p:cNvSpPr txBox="1"/>
          <p:nvPr/>
        </p:nvSpPr>
        <p:spPr>
          <a:xfrm>
            <a:off x="5701665" y="1402841"/>
            <a:ext cx="925194" cy="299720"/>
          </a:xfrm>
          <a:prstGeom prst="rect">
            <a:avLst/>
          </a:prstGeom>
        </p:spPr>
        <p:txBody>
          <a:bodyPr vert="horz" wrap="square" lIns="0" tIns="12700" rIns="0" bIns="0" rtlCol="0">
            <a:spAutoFit/>
          </a:bodyPr>
          <a:lstStyle/>
          <a:p>
            <a:pPr marL="12700">
              <a:lnSpc>
                <a:spcPct val="100000"/>
              </a:lnSpc>
              <a:spcBef>
                <a:spcPts val="100"/>
              </a:spcBef>
              <a:tabLst>
                <a:tab pos="680085" algn="l"/>
              </a:tabLst>
            </a:pPr>
            <a:r>
              <a:rPr sz="1800" spc="105" dirty="0">
                <a:solidFill>
                  <a:srgbClr val="0000FF"/>
                </a:solidFill>
                <a:latin typeface="Trebuchet MS"/>
                <a:cs typeface="Trebuchet MS"/>
              </a:rPr>
              <a:t>publ</a:t>
            </a:r>
            <a:r>
              <a:rPr sz="1800" dirty="0">
                <a:solidFill>
                  <a:srgbClr val="0000FF"/>
                </a:solidFill>
                <a:latin typeface="Trebuchet MS"/>
                <a:cs typeface="Trebuchet MS"/>
              </a:rPr>
              <a:t>	c</a:t>
            </a:r>
            <a:r>
              <a:rPr sz="1800" spc="-280" dirty="0">
                <a:solidFill>
                  <a:srgbClr val="0000FF"/>
                </a:solidFill>
                <a:latin typeface="Trebuchet MS"/>
                <a:cs typeface="Trebuchet MS"/>
              </a:rPr>
              <a:t> </a:t>
            </a:r>
            <a:r>
              <a:rPr sz="1800" spc="-50" dirty="0">
                <a:latin typeface="Trebuchet MS"/>
                <a:cs typeface="Trebuchet MS"/>
              </a:rPr>
              <a:t>:</a:t>
            </a:r>
            <a:endParaRPr sz="1800">
              <a:latin typeface="Trebuchet MS"/>
              <a:cs typeface="Trebuchet MS"/>
            </a:endParaRPr>
          </a:p>
        </p:txBody>
      </p:sp>
      <p:sp>
        <p:nvSpPr>
          <p:cNvPr id="40" name="object 38">
            <a:extLst>
              <a:ext uri="{FF2B5EF4-FFF2-40B4-BE49-F238E27FC236}">
                <a16:creationId xmlns:a16="http://schemas.microsoft.com/office/drawing/2014/main" id="{8418A5A6-8741-9037-F4B4-09B158D42DA6}"/>
              </a:ext>
            </a:extLst>
          </p:cNvPr>
          <p:cNvSpPr txBox="1"/>
          <p:nvPr/>
        </p:nvSpPr>
        <p:spPr>
          <a:xfrm>
            <a:off x="6158865" y="1676857"/>
            <a:ext cx="2664460" cy="574675"/>
          </a:xfrm>
          <a:prstGeom prst="rect">
            <a:avLst/>
          </a:prstGeom>
        </p:spPr>
        <p:txBody>
          <a:bodyPr vert="horz" wrap="square" lIns="0" tIns="12700" rIns="0" bIns="0" rtlCol="0">
            <a:spAutoFit/>
          </a:bodyPr>
          <a:lstStyle/>
          <a:p>
            <a:pPr marL="12700">
              <a:lnSpc>
                <a:spcPct val="100000"/>
              </a:lnSpc>
              <a:spcBef>
                <a:spcPts val="100"/>
              </a:spcBef>
              <a:tabLst>
                <a:tab pos="2413000" algn="l"/>
              </a:tabLst>
            </a:pPr>
            <a:r>
              <a:rPr sz="1800" spc="160" dirty="0">
                <a:latin typeface="Trebuchet MS"/>
                <a:cs typeface="Trebuchet MS"/>
              </a:rPr>
              <a:t>Department(</a:t>
            </a:r>
            <a:r>
              <a:rPr sz="1800" spc="-295" dirty="0">
                <a:latin typeface="Trebuchet MS"/>
                <a:cs typeface="Trebuchet MS"/>
              </a:rPr>
              <a:t> </a:t>
            </a:r>
            <a:r>
              <a:rPr sz="1800" spc="130" dirty="0">
                <a:solidFill>
                  <a:srgbClr val="2B91AD"/>
                </a:solidFill>
                <a:latin typeface="Trebuchet MS"/>
                <a:cs typeface="Trebuchet MS"/>
              </a:rPr>
              <a:t>strng</a:t>
            </a:r>
            <a:r>
              <a:rPr sz="1800" dirty="0">
                <a:solidFill>
                  <a:srgbClr val="2B91AD"/>
                </a:solidFill>
                <a:latin typeface="Trebuchet MS"/>
                <a:cs typeface="Trebuchet MS"/>
              </a:rPr>
              <a:t>	</a:t>
            </a:r>
            <a:r>
              <a:rPr sz="1800" spc="-10" dirty="0">
                <a:solidFill>
                  <a:srgbClr val="808080"/>
                </a:solidFill>
                <a:latin typeface="Trebuchet MS"/>
                <a:cs typeface="Trebuchet MS"/>
              </a:rPr>
              <a:t>n</a:t>
            </a:r>
            <a:r>
              <a:rPr sz="1800" spc="-320" dirty="0">
                <a:solidFill>
                  <a:srgbClr val="808080"/>
                </a:solidFill>
                <a:latin typeface="Trebuchet MS"/>
                <a:cs typeface="Trebuchet MS"/>
              </a:rPr>
              <a:t> </a:t>
            </a:r>
            <a:r>
              <a:rPr sz="1800" spc="-50" dirty="0">
                <a:latin typeface="Trebuchet MS"/>
                <a:cs typeface="Trebuchet MS"/>
              </a:rPr>
              <a:t>)</a:t>
            </a:r>
            <a:endParaRPr sz="1800">
              <a:latin typeface="Trebuchet MS"/>
              <a:cs typeface="Trebuchet MS"/>
            </a:endParaRPr>
          </a:p>
          <a:p>
            <a:pPr marL="12700">
              <a:lnSpc>
                <a:spcPct val="100000"/>
              </a:lnSpc>
              <a:spcBef>
                <a:spcPts val="5"/>
              </a:spcBef>
            </a:pPr>
            <a:r>
              <a:rPr sz="1800" spc="-50" dirty="0">
                <a:latin typeface="Trebuchet MS"/>
                <a:cs typeface="Trebuchet MS"/>
              </a:rPr>
              <a:t>{</a:t>
            </a:r>
            <a:endParaRPr sz="1800">
              <a:latin typeface="Trebuchet MS"/>
              <a:cs typeface="Trebuchet MS"/>
            </a:endParaRPr>
          </a:p>
        </p:txBody>
      </p:sp>
      <p:sp>
        <p:nvSpPr>
          <p:cNvPr id="41" name="object 39">
            <a:extLst>
              <a:ext uri="{FF2B5EF4-FFF2-40B4-BE49-F238E27FC236}">
                <a16:creationId xmlns:a16="http://schemas.microsoft.com/office/drawing/2014/main" id="{02AB74E9-D976-D8D5-D943-19B89E86AF73}"/>
              </a:ext>
            </a:extLst>
          </p:cNvPr>
          <p:cNvSpPr txBox="1"/>
          <p:nvPr/>
        </p:nvSpPr>
        <p:spPr>
          <a:xfrm>
            <a:off x="6616065" y="2226055"/>
            <a:ext cx="1996439" cy="299720"/>
          </a:xfrm>
          <a:prstGeom prst="rect">
            <a:avLst/>
          </a:prstGeom>
        </p:spPr>
        <p:txBody>
          <a:bodyPr vert="horz" wrap="square" lIns="0" tIns="12700" rIns="0" bIns="0" rtlCol="0">
            <a:spAutoFit/>
          </a:bodyPr>
          <a:lstStyle/>
          <a:p>
            <a:pPr marL="12700">
              <a:lnSpc>
                <a:spcPct val="100000"/>
              </a:lnSpc>
              <a:spcBef>
                <a:spcPts val="100"/>
              </a:spcBef>
              <a:tabLst>
                <a:tab pos="413384" algn="l"/>
                <a:tab pos="1478915" algn="l"/>
                <a:tab pos="1745614" algn="l"/>
              </a:tabLst>
            </a:pPr>
            <a:r>
              <a:rPr sz="1800" spc="60" dirty="0">
                <a:solidFill>
                  <a:srgbClr val="0000FF"/>
                </a:solidFill>
                <a:latin typeface="Trebuchet MS"/>
                <a:cs typeface="Trebuchet MS"/>
              </a:rPr>
              <a:t>th</a:t>
            </a:r>
            <a:r>
              <a:rPr sz="1800" dirty="0">
                <a:solidFill>
                  <a:srgbClr val="0000FF"/>
                </a:solidFill>
                <a:latin typeface="Trebuchet MS"/>
                <a:cs typeface="Trebuchet MS"/>
              </a:rPr>
              <a:t>	</a:t>
            </a:r>
            <a:r>
              <a:rPr sz="1800" spc="75" dirty="0">
                <a:solidFill>
                  <a:srgbClr val="0000FF"/>
                </a:solidFill>
                <a:latin typeface="Trebuchet MS"/>
                <a:cs typeface="Trebuchet MS"/>
              </a:rPr>
              <a:t>s</a:t>
            </a:r>
            <a:r>
              <a:rPr sz="1800" spc="75" dirty="0">
                <a:latin typeface="Trebuchet MS"/>
                <a:cs typeface="Trebuchet MS"/>
              </a:rPr>
              <a:t>-</a:t>
            </a:r>
            <a:r>
              <a:rPr sz="1800" spc="35" dirty="0">
                <a:latin typeface="Trebuchet MS"/>
                <a:cs typeface="Trebuchet MS"/>
              </a:rPr>
              <a:t>&gt;name</a:t>
            </a:r>
            <a:r>
              <a:rPr sz="1800" dirty="0">
                <a:latin typeface="Trebuchet MS"/>
                <a:cs typeface="Trebuchet MS"/>
              </a:rPr>
              <a:t>	</a:t>
            </a:r>
            <a:r>
              <a:rPr sz="1800" spc="-50" dirty="0">
                <a:solidFill>
                  <a:srgbClr val="008080"/>
                </a:solidFill>
                <a:latin typeface="Trebuchet MS"/>
                <a:cs typeface="Trebuchet MS"/>
              </a:rPr>
              <a:t>=</a:t>
            </a:r>
            <a:r>
              <a:rPr sz="1800" dirty="0">
                <a:solidFill>
                  <a:srgbClr val="008080"/>
                </a:solidFill>
                <a:latin typeface="Trebuchet MS"/>
                <a:cs typeface="Trebuchet MS"/>
              </a:rPr>
              <a:t>	</a:t>
            </a:r>
            <a:r>
              <a:rPr sz="1800" spc="-10" dirty="0">
                <a:solidFill>
                  <a:srgbClr val="808080"/>
                </a:solidFill>
                <a:latin typeface="Trebuchet MS"/>
                <a:cs typeface="Trebuchet MS"/>
              </a:rPr>
              <a:t>n</a:t>
            </a:r>
            <a:r>
              <a:rPr sz="1800" spc="-315" dirty="0">
                <a:solidFill>
                  <a:srgbClr val="808080"/>
                </a:solidFill>
                <a:latin typeface="Trebuchet MS"/>
                <a:cs typeface="Trebuchet MS"/>
              </a:rPr>
              <a:t> </a:t>
            </a:r>
            <a:r>
              <a:rPr sz="1800" spc="-50" dirty="0">
                <a:latin typeface="Trebuchet MS"/>
                <a:cs typeface="Trebuchet MS"/>
              </a:rPr>
              <a:t>;</a:t>
            </a:r>
            <a:endParaRPr sz="1800">
              <a:latin typeface="Trebuchet MS"/>
              <a:cs typeface="Trebuchet MS"/>
            </a:endParaRPr>
          </a:p>
        </p:txBody>
      </p:sp>
      <p:sp>
        <p:nvSpPr>
          <p:cNvPr id="42" name="object 40">
            <a:extLst>
              <a:ext uri="{FF2B5EF4-FFF2-40B4-BE49-F238E27FC236}">
                <a16:creationId xmlns:a16="http://schemas.microsoft.com/office/drawing/2014/main" id="{0608FE88-B141-9FA8-2255-B937947F84F1}"/>
              </a:ext>
            </a:extLst>
          </p:cNvPr>
          <p:cNvSpPr txBox="1"/>
          <p:nvPr/>
        </p:nvSpPr>
        <p:spPr>
          <a:xfrm>
            <a:off x="6158865" y="2500376"/>
            <a:ext cx="10985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Trebuchet MS"/>
                <a:cs typeface="Trebuchet MS"/>
              </a:rPr>
              <a:t>}</a:t>
            </a:r>
            <a:endParaRPr sz="1800">
              <a:latin typeface="Trebuchet MS"/>
              <a:cs typeface="Trebuchet MS"/>
            </a:endParaRPr>
          </a:p>
        </p:txBody>
      </p:sp>
      <p:sp>
        <p:nvSpPr>
          <p:cNvPr id="43" name="object 41">
            <a:extLst>
              <a:ext uri="{FF2B5EF4-FFF2-40B4-BE49-F238E27FC236}">
                <a16:creationId xmlns:a16="http://schemas.microsoft.com/office/drawing/2014/main" id="{18058A48-4432-A412-C44A-C89EEEBB30C7}"/>
              </a:ext>
            </a:extLst>
          </p:cNvPr>
          <p:cNvSpPr txBox="1"/>
          <p:nvPr/>
        </p:nvSpPr>
        <p:spPr>
          <a:xfrm>
            <a:off x="6158865" y="2774391"/>
            <a:ext cx="3461385" cy="574675"/>
          </a:xfrm>
          <a:prstGeom prst="rect">
            <a:avLst/>
          </a:prstGeom>
        </p:spPr>
        <p:txBody>
          <a:bodyPr vert="horz" wrap="square" lIns="0" tIns="12700" rIns="0" bIns="0" rtlCol="0">
            <a:spAutoFit/>
          </a:bodyPr>
          <a:lstStyle/>
          <a:p>
            <a:pPr marL="12700">
              <a:lnSpc>
                <a:spcPct val="100000"/>
              </a:lnSpc>
              <a:spcBef>
                <a:spcPts val="100"/>
              </a:spcBef>
              <a:tabLst>
                <a:tab pos="946785" algn="l"/>
              </a:tabLst>
            </a:pPr>
            <a:r>
              <a:rPr sz="1800" dirty="0">
                <a:solidFill>
                  <a:srgbClr val="2B91AD"/>
                </a:solidFill>
                <a:latin typeface="Trebuchet MS"/>
                <a:cs typeface="Trebuchet MS"/>
              </a:rPr>
              <a:t>s</a:t>
            </a:r>
            <a:r>
              <a:rPr sz="1800" spc="-185" dirty="0">
                <a:solidFill>
                  <a:srgbClr val="2B91AD"/>
                </a:solidFill>
                <a:latin typeface="Trebuchet MS"/>
                <a:cs typeface="Trebuchet MS"/>
              </a:rPr>
              <a:t> </a:t>
            </a:r>
            <a:r>
              <a:rPr sz="1800" dirty="0">
                <a:solidFill>
                  <a:srgbClr val="2B91AD"/>
                </a:solidFill>
                <a:latin typeface="Trebuchet MS"/>
                <a:cs typeface="Trebuchet MS"/>
              </a:rPr>
              <a:t>t</a:t>
            </a:r>
            <a:r>
              <a:rPr sz="1800" spc="-190" dirty="0">
                <a:solidFill>
                  <a:srgbClr val="2B91AD"/>
                </a:solidFill>
                <a:latin typeface="Trebuchet MS"/>
                <a:cs typeface="Trebuchet MS"/>
              </a:rPr>
              <a:t> </a:t>
            </a:r>
            <a:r>
              <a:rPr sz="1800" dirty="0">
                <a:solidFill>
                  <a:srgbClr val="2B91AD"/>
                </a:solidFill>
                <a:latin typeface="Trebuchet MS"/>
                <a:cs typeface="Trebuchet MS"/>
              </a:rPr>
              <a:t>r</a:t>
            </a:r>
            <a:r>
              <a:rPr sz="1800" spc="-185" dirty="0">
                <a:solidFill>
                  <a:srgbClr val="2B91AD"/>
                </a:solidFill>
                <a:latin typeface="Trebuchet MS"/>
                <a:cs typeface="Trebuchet MS"/>
              </a:rPr>
              <a:t> </a:t>
            </a:r>
            <a:r>
              <a:rPr sz="1800" spc="145" dirty="0">
                <a:solidFill>
                  <a:srgbClr val="2B91AD"/>
                </a:solidFill>
                <a:latin typeface="Trebuchet MS"/>
                <a:cs typeface="Trebuchet MS"/>
              </a:rPr>
              <a:t>ng</a:t>
            </a:r>
            <a:r>
              <a:rPr sz="1800" dirty="0">
                <a:solidFill>
                  <a:srgbClr val="2B91AD"/>
                </a:solidFill>
                <a:latin typeface="Trebuchet MS"/>
                <a:cs typeface="Trebuchet MS"/>
              </a:rPr>
              <a:t>	</a:t>
            </a:r>
            <a:r>
              <a:rPr sz="1800" spc="70" dirty="0">
                <a:latin typeface="Trebuchet MS"/>
                <a:cs typeface="Trebuchet MS"/>
              </a:rPr>
              <a:t>getDepartmentname()</a:t>
            </a:r>
            <a:endParaRPr sz="1800">
              <a:latin typeface="Trebuchet MS"/>
              <a:cs typeface="Trebuchet MS"/>
            </a:endParaRPr>
          </a:p>
          <a:p>
            <a:pPr marL="12700">
              <a:lnSpc>
                <a:spcPct val="100000"/>
              </a:lnSpc>
              <a:spcBef>
                <a:spcPts val="5"/>
              </a:spcBef>
            </a:pPr>
            <a:r>
              <a:rPr sz="1800" spc="-50" dirty="0">
                <a:latin typeface="Trebuchet MS"/>
                <a:cs typeface="Trebuchet MS"/>
              </a:rPr>
              <a:t>{</a:t>
            </a:r>
            <a:endParaRPr sz="1800">
              <a:latin typeface="Trebuchet MS"/>
              <a:cs typeface="Trebuchet MS"/>
            </a:endParaRPr>
          </a:p>
        </p:txBody>
      </p:sp>
      <p:sp>
        <p:nvSpPr>
          <p:cNvPr id="44" name="object 42">
            <a:extLst>
              <a:ext uri="{FF2B5EF4-FFF2-40B4-BE49-F238E27FC236}">
                <a16:creationId xmlns:a16="http://schemas.microsoft.com/office/drawing/2014/main" id="{0E4C1547-ACDE-5BFF-E961-F17F171D26A1}"/>
              </a:ext>
            </a:extLst>
          </p:cNvPr>
          <p:cNvSpPr txBox="1"/>
          <p:nvPr/>
        </p:nvSpPr>
        <p:spPr>
          <a:xfrm>
            <a:off x="6616065" y="3323590"/>
            <a:ext cx="2266950" cy="299720"/>
          </a:xfrm>
          <a:prstGeom prst="rect">
            <a:avLst/>
          </a:prstGeom>
        </p:spPr>
        <p:txBody>
          <a:bodyPr vert="horz" wrap="square" lIns="0" tIns="12700" rIns="0" bIns="0" rtlCol="0">
            <a:spAutoFit/>
          </a:bodyPr>
          <a:lstStyle/>
          <a:p>
            <a:pPr marL="12700">
              <a:lnSpc>
                <a:spcPct val="100000"/>
              </a:lnSpc>
              <a:spcBef>
                <a:spcPts val="100"/>
              </a:spcBef>
              <a:tabLst>
                <a:tab pos="946785" algn="l"/>
              </a:tabLst>
            </a:pPr>
            <a:r>
              <a:rPr sz="1800" spc="145" dirty="0">
                <a:solidFill>
                  <a:srgbClr val="0000FF"/>
                </a:solidFill>
                <a:latin typeface="Trebuchet MS"/>
                <a:cs typeface="Trebuchet MS"/>
              </a:rPr>
              <a:t>return</a:t>
            </a:r>
            <a:r>
              <a:rPr sz="1800" dirty="0">
                <a:solidFill>
                  <a:srgbClr val="0000FF"/>
                </a:solidFill>
                <a:latin typeface="Trebuchet MS"/>
                <a:cs typeface="Trebuchet MS"/>
              </a:rPr>
              <a:t>	</a:t>
            </a:r>
            <a:r>
              <a:rPr sz="1800" spc="125" dirty="0">
                <a:solidFill>
                  <a:srgbClr val="0000FF"/>
                </a:solidFill>
                <a:latin typeface="Trebuchet MS"/>
                <a:cs typeface="Trebuchet MS"/>
              </a:rPr>
              <a:t>ths</a:t>
            </a:r>
            <a:r>
              <a:rPr sz="1800" spc="125" dirty="0">
                <a:latin typeface="Trebuchet MS"/>
                <a:cs typeface="Trebuchet MS"/>
              </a:rPr>
              <a:t>-</a:t>
            </a:r>
            <a:r>
              <a:rPr sz="1800" spc="85" dirty="0">
                <a:latin typeface="Trebuchet MS"/>
                <a:cs typeface="Trebuchet MS"/>
              </a:rPr>
              <a:t>&gt;name;</a:t>
            </a:r>
            <a:endParaRPr sz="1800">
              <a:latin typeface="Trebuchet MS"/>
              <a:cs typeface="Trebuchet MS"/>
            </a:endParaRPr>
          </a:p>
        </p:txBody>
      </p:sp>
      <p:sp>
        <p:nvSpPr>
          <p:cNvPr id="45" name="object 43">
            <a:extLst>
              <a:ext uri="{FF2B5EF4-FFF2-40B4-BE49-F238E27FC236}">
                <a16:creationId xmlns:a16="http://schemas.microsoft.com/office/drawing/2014/main" id="{C17CBB25-EB5F-51D4-055D-74215AFA67C1}"/>
              </a:ext>
            </a:extLst>
          </p:cNvPr>
          <p:cNvSpPr txBox="1"/>
          <p:nvPr/>
        </p:nvSpPr>
        <p:spPr>
          <a:xfrm>
            <a:off x="6158865" y="3597909"/>
            <a:ext cx="10985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Trebuchet MS"/>
                <a:cs typeface="Trebuchet MS"/>
              </a:rPr>
              <a:t>}</a:t>
            </a:r>
            <a:endParaRPr sz="1800">
              <a:latin typeface="Trebuchet MS"/>
              <a:cs typeface="Trebuchet MS"/>
            </a:endParaRPr>
          </a:p>
        </p:txBody>
      </p:sp>
      <p:sp>
        <p:nvSpPr>
          <p:cNvPr id="46" name="object 44">
            <a:extLst>
              <a:ext uri="{FF2B5EF4-FFF2-40B4-BE49-F238E27FC236}">
                <a16:creationId xmlns:a16="http://schemas.microsoft.com/office/drawing/2014/main" id="{2E8730C6-BE9F-5382-C594-0C5E3D83EA6C}"/>
              </a:ext>
            </a:extLst>
          </p:cNvPr>
          <p:cNvSpPr txBox="1"/>
          <p:nvPr/>
        </p:nvSpPr>
        <p:spPr>
          <a:xfrm>
            <a:off x="5701665" y="3872229"/>
            <a:ext cx="294005" cy="299720"/>
          </a:xfrm>
          <a:prstGeom prst="rect">
            <a:avLst/>
          </a:prstGeom>
        </p:spPr>
        <p:txBody>
          <a:bodyPr vert="horz" wrap="square" lIns="0" tIns="12700" rIns="0" bIns="0" rtlCol="0">
            <a:spAutoFit/>
          </a:bodyPr>
          <a:lstStyle/>
          <a:p>
            <a:pPr marL="12700">
              <a:lnSpc>
                <a:spcPct val="100000"/>
              </a:lnSpc>
              <a:spcBef>
                <a:spcPts val="100"/>
              </a:spcBef>
            </a:pPr>
            <a:r>
              <a:rPr sz="1800" spc="160" dirty="0">
                <a:latin typeface="Trebuchet MS"/>
                <a:cs typeface="Trebuchet MS"/>
              </a:rPr>
              <a:t>}; </a:t>
            </a:r>
            <a:endParaRPr sz="1800">
              <a:latin typeface="Trebuchet MS"/>
              <a:cs typeface="Trebuchet MS"/>
            </a:endParaRPr>
          </a:p>
        </p:txBody>
      </p:sp>
      <p:pic>
        <p:nvPicPr>
          <p:cNvPr id="47" name="object 45">
            <a:extLst>
              <a:ext uri="{FF2B5EF4-FFF2-40B4-BE49-F238E27FC236}">
                <a16:creationId xmlns:a16="http://schemas.microsoft.com/office/drawing/2014/main" id="{0F388BBC-8E32-6AAA-216F-3FA572AC299F}"/>
              </a:ext>
            </a:extLst>
          </p:cNvPr>
          <p:cNvPicPr/>
          <p:nvPr/>
        </p:nvPicPr>
        <p:blipFill>
          <a:blip r:embed="rId5" cstate="print"/>
          <a:stretch>
            <a:fillRect/>
          </a:stretch>
        </p:blipFill>
        <p:spPr>
          <a:xfrm>
            <a:off x="252984" y="4885944"/>
            <a:ext cx="108204" cy="167639"/>
          </a:xfrm>
          <a:prstGeom prst="rect">
            <a:avLst/>
          </a:prstGeom>
        </p:spPr>
      </p:pic>
      <p:pic>
        <p:nvPicPr>
          <p:cNvPr id="48" name="object 46">
            <a:extLst>
              <a:ext uri="{FF2B5EF4-FFF2-40B4-BE49-F238E27FC236}">
                <a16:creationId xmlns:a16="http://schemas.microsoft.com/office/drawing/2014/main" id="{64096358-DD73-0B1E-15AE-3F9FCAB3CA03}"/>
              </a:ext>
            </a:extLst>
          </p:cNvPr>
          <p:cNvPicPr/>
          <p:nvPr/>
        </p:nvPicPr>
        <p:blipFill>
          <a:blip r:embed="rId7" cstate="print"/>
          <a:stretch>
            <a:fillRect/>
          </a:stretch>
        </p:blipFill>
        <p:spPr>
          <a:xfrm>
            <a:off x="1053083" y="4885944"/>
            <a:ext cx="108203" cy="167639"/>
          </a:xfrm>
          <a:prstGeom prst="rect">
            <a:avLst/>
          </a:prstGeom>
        </p:spPr>
      </p:pic>
      <p:sp>
        <p:nvSpPr>
          <p:cNvPr id="49" name="object 47">
            <a:extLst>
              <a:ext uri="{FF2B5EF4-FFF2-40B4-BE49-F238E27FC236}">
                <a16:creationId xmlns:a16="http://schemas.microsoft.com/office/drawing/2014/main" id="{2ECF0426-ADEF-B24F-4144-88A0C7692E5A}"/>
              </a:ext>
            </a:extLst>
          </p:cNvPr>
          <p:cNvSpPr txBox="1"/>
          <p:nvPr/>
        </p:nvSpPr>
        <p:spPr>
          <a:xfrm>
            <a:off x="357936" y="4807077"/>
            <a:ext cx="3780790" cy="1398270"/>
          </a:xfrm>
          <a:prstGeom prst="rect">
            <a:avLst/>
          </a:prstGeom>
        </p:spPr>
        <p:txBody>
          <a:bodyPr vert="horz" wrap="square" lIns="0" tIns="12700" rIns="0" bIns="0" rtlCol="0">
            <a:spAutoFit/>
          </a:bodyPr>
          <a:lstStyle/>
          <a:p>
            <a:pPr marL="12700">
              <a:lnSpc>
                <a:spcPct val="100000"/>
              </a:lnSpc>
              <a:spcBef>
                <a:spcPts val="100"/>
              </a:spcBef>
              <a:tabLst>
                <a:tab pos="411480" algn="l"/>
              </a:tabLst>
            </a:pPr>
            <a:r>
              <a:rPr sz="1800" spc="-25" dirty="0">
                <a:solidFill>
                  <a:srgbClr val="0000FF"/>
                </a:solidFill>
                <a:latin typeface="Trebuchet MS"/>
                <a:cs typeface="Trebuchet MS"/>
              </a:rPr>
              <a:t>nt</a:t>
            </a:r>
            <a:r>
              <a:rPr sz="1800" dirty="0">
                <a:solidFill>
                  <a:srgbClr val="0000FF"/>
                </a:solidFill>
                <a:latin typeface="Trebuchet MS"/>
                <a:cs typeface="Trebuchet MS"/>
              </a:rPr>
              <a:t>	</a:t>
            </a:r>
            <a:r>
              <a:rPr sz="1800" dirty="0">
                <a:latin typeface="Trebuchet MS"/>
                <a:cs typeface="Trebuchet MS"/>
              </a:rPr>
              <a:t>ma</a:t>
            </a:r>
            <a:r>
              <a:rPr sz="1800" spc="135" dirty="0">
                <a:latin typeface="Trebuchet MS"/>
                <a:cs typeface="Trebuchet MS"/>
              </a:rPr>
              <a:t> </a:t>
            </a:r>
            <a:r>
              <a:rPr sz="1800" spc="114" dirty="0">
                <a:latin typeface="Trebuchet MS"/>
                <a:cs typeface="Trebuchet MS"/>
              </a:rPr>
              <a:t>n() </a:t>
            </a:r>
            <a:endParaRPr sz="1800">
              <a:latin typeface="Trebuchet MS"/>
              <a:cs typeface="Trebuchet MS"/>
            </a:endParaRPr>
          </a:p>
          <a:p>
            <a:pPr>
              <a:lnSpc>
                <a:spcPct val="100000"/>
              </a:lnSpc>
              <a:spcBef>
                <a:spcPts val="75"/>
              </a:spcBef>
            </a:pPr>
            <a:endParaRPr sz="1800">
              <a:latin typeface="Trebuchet MS"/>
              <a:cs typeface="Trebuchet MS"/>
            </a:endParaRPr>
          </a:p>
          <a:p>
            <a:pPr marL="335280" marR="904875">
              <a:lnSpc>
                <a:spcPct val="100000"/>
              </a:lnSpc>
              <a:tabLst>
                <a:tab pos="1402080" algn="l"/>
                <a:tab pos="1801495" algn="l"/>
              </a:tabLst>
            </a:pPr>
            <a:r>
              <a:rPr sz="1800" spc="35" dirty="0">
                <a:solidFill>
                  <a:srgbClr val="2B91AD"/>
                </a:solidFill>
                <a:latin typeface="Trebuchet MS"/>
                <a:cs typeface="Trebuchet MS"/>
              </a:rPr>
              <a:t>Teacher</a:t>
            </a:r>
            <a:r>
              <a:rPr sz="1800" dirty="0">
                <a:solidFill>
                  <a:srgbClr val="2B91AD"/>
                </a:solidFill>
                <a:latin typeface="Trebuchet MS"/>
                <a:cs typeface="Trebuchet MS"/>
              </a:rPr>
              <a:t>	</a:t>
            </a:r>
            <a:r>
              <a:rPr sz="1800" spc="155" dirty="0">
                <a:latin typeface="Trebuchet MS"/>
                <a:cs typeface="Trebuchet MS"/>
              </a:rPr>
              <a:t>t(</a:t>
            </a:r>
            <a:r>
              <a:rPr sz="1800" spc="-210" dirty="0">
                <a:latin typeface="Trebuchet MS"/>
                <a:cs typeface="Trebuchet MS"/>
              </a:rPr>
              <a:t> </a:t>
            </a:r>
            <a:r>
              <a:rPr sz="1800" spc="-10" dirty="0">
                <a:solidFill>
                  <a:srgbClr val="A11515"/>
                </a:solidFill>
                <a:latin typeface="Trebuchet MS"/>
                <a:cs typeface="Trebuchet MS"/>
              </a:rPr>
              <a:t>"</a:t>
            </a:r>
            <a:r>
              <a:rPr sz="1800" spc="-204" dirty="0">
                <a:solidFill>
                  <a:srgbClr val="A11515"/>
                </a:solidFill>
                <a:latin typeface="Trebuchet MS"/>
                <a:cs typeface="Trebuchet MS"/>
              </a:rPr>
              <a:t> </a:t>
            </a:r>
            <a:r>
              <a:rPr sz="1800" spc="-20" dirty="0">
                <a:solidFill>
                  <a:srgbClr val="A11515"/>
                </a:solidFill>
                <a:latin typeface="Trebuchet MS"/>
                <a:cs typeface="Trebuchet MS"/>
              </a:rPr>
              <a:t>A</a:t>
            </a:r>
            <a:r>
              <a:rPr sz="1800" spc="-210" dirty="0">
                <a:solidFill>
                  <a:srgbClr val="A11515"/>
                </a:solidFill>
                <a:latin typeface="Trebuchet MS"/>
                <a:cs typeface="Trebuchet MS"/>
              </a:rPr>
              <a:t> </a:t>
            </a:r>
            <a:r>
              <a:rPr sz="1800" spc="-10" dirty="0">
                <a:solidFill>
                  <a:srgbClr val="A11515"/>
                </a:solidFill>
                <a:latin typeface="Trebuchet MS"/>
                <a:cs typeface="Trebuchet MS"/>
              </a:rPr>
              <a:t>L</a:t>
            </a:r>
            <a:r>
              <a:rPr sz="1800" spc="-204" dirty="0">
                <a:solidFill>
                  <a:srgbClr val="A11515"/>
                </a:solidFill>
                <a:latin typeface="Trebuchet MS"/>
                <a:cs typeface="Trebuchet MS"/>
              </a:rPr>
              <a:t> </a:t>
            </a:r>
            <a:r>
              <a:rPr sz="1800" dirty="0">
                <a:solidFill>
                  <a:srgbClr val="A11515"/>
                </a:solidFill>
                <a:latin typeface="Trebuchet MS"/>
                <a:cs typeface="Trebuchet MS"/>
              </a:rPr>
              <a:t>I</a:t>
            </a:r>
            <a:r>
              <a:rPr sz="1800" spc="-200" dirty="0">
                <a:solidFill>
                  <a:srgbClr val="A11515"/>
                </a:solidFill>
                <a:latin typeface="Trebuchet MS"/>
                <a:cs typeface="Trebuchet MS"/>
              </a:rPr>
              <a:t> </a:t>
            </a:r>
            <a:r>
              <a:rPr sz="1800" spc="-10" dirty="0">
                <a:solidFill>
                  <a:srgbClr val="A11515"/>
                </a:solidFill>
                <a:latin typeface="Trebuchet MS"/>
                <a:cs typeface="Trebuchet MS"/>
              </a:rPr>
              <a:t>"</a:t>
            </a:r>
            <a:r>
              <a:rPr sz="1800" spc="-195" dirty="0">
                <a:solidFill>
                  <a:srgbClr val="A11515"/>
                </a:solidFill>
                <a:latin typeface="Trebuchet MS"/>
                <a:cs typeface="Trebuchet MS"/>
              </a:rPr>
              <a:t> </a:t>
            </a:r>
            <a:r>
              <a:rPr sz="1800" spc="130" dirty="0">
                <a:latin typeface="Trebuchet MS"/>
                <a:cs typeface="Trebuchet MS"/>
              </a:rPr>
              <a:t>); </a:t>
            </a:r>
            <a:r>
              <a:rPr sz="1800" spc="75" dirty="0">
                <a:solidFill>
                  <a:srgbClr val="2B91AD"/>
                </a:solidFill>
                <a:latin typeface="Trebuchet MS"/>
                <a:cs typeface="Trebuchet MS"/>
              </a:rPr>
              <a:t>Depart</a:t>
            </a:r>
            <a:r>
              <a:rPr sz="1800" spc="-195" dirty="0">
                <a:solidFill>
                  <a:srgbClr val="2B91AD"/>
                </a:solidFill>
                <a:latin typeface="Trebuchet MS"/>
                <a:cs typeface="Trebuchet MS"/>
              </a:rPr>
              <a:t> </a:t>
            </a:r>
            <a:r>
              <a:rPr sz="1800" spc="-145" dirty="0">
                <a:solidFill>
                  <a:srgbClr val="2B91AD"/>
                </a:solidFill>
                <a:latin typeface="Trebuchet MS"/>
                <a:cs typeface="Trebuchet MS"/>
              </a:rPr>
              <a:t>men</a:t>
            </a:r>
            <a:r>
              <a:rPr sz="1800" spc="-325" dirty="0">
                <a:solidFill>
                  <a:srgbClr val="2B91AD"/>
                </a:solidFill>
                <a:latin typeface="Trebuchet MS"/>
                <a:cs typeface="Trebuchet MS"/>
              </a:rPr>
              <a:t> </a:t>
            </a:r>
            <a:r>
              <a:rPr sz="1800" spc="-50" dirty="0">
                <a:solidFill>
                  <a:srgbClr val="2B91AD"/>
                </a:solidFill>
                <a:latin typeface="Trebuchet MS"/>
                <a:cs typeface="Trebuchet MS"/>
              </a:rPr>
              <a:t>t</a:t>
            </a:r>
            <a:r>
              <a:rPr sz="1800" dirty="0">
                <a:solidFill>
                  <a:srgbClr val="2B91AD"/>
                </a:solidFill>
                <a:latin typeface="Trebuchet MS"/>
                <a:cs typeface="Trebuchet MS"/>
              </a:rPr>
              <a:t>	</a:t>
            </a:r>
            <a:r>
              <a:rPr sz="1800" dirty="0">
                <a:latin typeface="Trebuchet MS"/>
                <a:cs typeface="Trebuchet MS"/>
              </a:rPr>
              <a:t>d</a:t>
            </a:r>
            <a:r>
              <a:rPr sz="1800" spc="-275" dirty="0">
                <a:latin typeface="Trebuchet MS"/>
                <a:cs typeface="Trebuchet MS"/>
              </a:rPr>
              <a:t> </a:t>
            </a:r>
            <a:r>
              <a:rPr sz="1800" spc="70" dirty="0">
                <a:latin typeface="Trebuchet MS"/>
                <a:cs typeface="Trebuchet MS"/>
              </a:rPr>
              <a:t>(</a:t>
            </a:r>
            <a:r>
              <a:rPr sz="1800" spc="70" dirty="0">
                <a:solidFill>
                  <a:srgbClr val="A11515"/>
                </a:solidFill>
                <a:latin typeface="Trebuchet MS"/>
                <a:cs typeface="Trebuchet MS"/>
              </a:rPr>
              <a:t>"</a:t>
            </a:r>
            <a:r>
              <a:rPr sz="1800" spc="-385" dirty="0">
                <a:solidFill>
                  <a:srgbClr val="A11515"/>
                </a:solidFill>
                <a:latin typeface="Trebuchet MS"/>
                <a:cs typeface="Trebuchet MS"/>
              </a:rPr>
              <a:t> </a:t>
            </a:r>
            <a:r>
              <a:rPr sz="1800" dirty="0">
                <a:solidFill>
                  <a:srgbClr val="A11515"/>
                </a:solidFill>
                <a:latin typeface="Trebuchet MS"/>
                <a:cs typeface="Trebuchet MS"/>
              </a:rPr>
              <a:t>C</a:t>
            </a:r>
            <a:r>
              <a:rPr sz="1800" spc="-265" dirty="0">
                <a:solidFill>
                  <a:srgbClr val="A11515"/>
                </a:solidFill>
                <a:latin typeface="Trebuchet MS"/>
                <a:cs typeface="Trebuchet MS"/>
              </a:rPr>
              <a:t> </a:t>
            </a:r>
            <a:r>
              <a:rPr sz="1800" dirty="0">
                <a:solidFill>
                  <a:srgbClr val="A11515"/>
                </a:solidFill>
                <a:latin typeface="Trebuchet MS"/>
                <a:cs typeface="Trebuchet MS"/>
              </a:rPr>
              <a:t>S</a:t>
            </a:r>
            <a:r>
              <a:rPr sz="1800" spc="-145" dirty="0">
                <a:solidFill>
                  <a:srgbClr val="A11515"/>
                </a:solidFill>
                <a:latin typeface="Trebuchet MS"/>
                <a:cs typeface="Trebuchet MS"/>
              </a:rPr>
              <a:t> </a:t>
            </a:r>
            <a:r>
              <a:rPr sz="1800" spc="-10" dirty="0">
                <a:solidFill>
                  <a:srgbClr val="A11515"/>
                </a:solidFill>
                <a:latin typeface="Trebuchet MS"/>
                <a:cs typeface="Trebuchet MS"/>
              </a:rPr>
              <a:t>"</a:t>
            </a:r>
            <a:r>
              <a:rPr sz="1800" spc="-285" dirty="0">
                <a:solidFill>
                  <a:srgbClr val="A11515"/>
                </a:solidFill>
                <a:latin typeface="Trebuchet MS"/>
                <a:cs typeface="Trebuchet MS"/>
              </a:rPr>
              <a:t> </a:t>
            </a:r>
            <a:r>
              <a:rPr sz="1800" spc="160" dirty="0">
                <a:latin typeface="Trebuchet MS"/>
                <a:cs typeface="Trebuchet MS"/>
              </a:rPr>
              <a:t>); </a:t>
            </a:r>
            <a:endParaRPr sz="1800">
              <a:latin typeface="Trebuchet MS"/>
              <a:cs typeface="Trebuchet MS"/>
            </a:endParaRPr>
          </a:p>
          <a:p>
            <a:pPr marL="335280">
              <a:lnSpc>
                <a:spcPct val="100000"/>
              </a:lnSpc>
              <a:tabLst>
                <a:tab pos="1002665" algn="l"/>
                <a:tab pos="1402080" algn="l"/>
              </a:tabLst>
            </a:pPr>
            <a:r>
              <a:rPr sz="1800" spc="80" dirty="0">
                <a:latin typeface="Trebuchet MS"/>
                <a:cs typeface="Trebuchet MS"/>
              </a:rPr>
              <a:t>cout</a:t>
            </a:r>
            <a:r>
              <a:rPr sz="1800" dirty="0">
                <a:latin typeface="Trebuchet MS"/>
                <a:cs typeface="Trebuchet MS"/>
              </a:rPr>
              <a:t>	</a:t>
            </a:r>
            <a:r>
              <a:rPr sz="1800" spc="-25" dirty="0">
                <a:solidFill>
                  <a:srgbClr val="008080"/>
                </a:solidFill>
                <a:latin typeface="Trebuchet MS"/>
                <a:cs typeface="Trebuchet MS"/>
              </a:rPr>
              <a:t>&lt;&lt;</a:t>
            </a:r>
            <a:r>
              <a:rPr sz="1800" dirty="0">
                <a:solidFill>
                  <a:srgbClr val="008080"/>
                </a:solidFill>
                <a:latin typeface="Trebuchet MS"/>
                <a:cs typeface="Trebuchet MS"/>
              </a:rPr>
              <a:t>	</a:t>
            </a:r>
            <a:r>
              <a:rPr sz="1800" dirty="0">
                <a:latin typeface="Trebuchet MS"/>
                <a:cs typeface="Trebuchet MS"/>
              </a:rPr>
              <a:t>t</a:t>
            </a:r>
            <a:r>
              <a:rPr sz="1800" spc="-85" dirty="0">
                <a:latin typeface="Trebuchet MS"/>
                <a:cs typeface="Trebuchet MS"/>
              </a:rPr>
              <a:t> </a:t>
            </a:r>
            <a:r>
              <a:rPr sz="1800" spc="-10" dirty="0">
                <a:latin typeface="Trebuchet MS"/>
                <a:cs typeface="Trebuchet MS"/>
              </a:rPr>
              <a:t>.</a:t>
            </a:r>
            <a:r>
              <a:rPr sz="1800" spc="-140" dirty="0">
                <a:latin typeface="Trebuchet MS"/>
                <a:cs typeface="Trebuchet MS"/>
              </a:rPr>
              <a:t> </a:t>
            </a:r>
            <a:r>
              <a:rPr sz="1800" spc="55" dirty="0">
                <a:latin typeface="Trebuchet MS"/>
                <a:cs typeface="Trebuchet MS"/>
              </a:rPr>
              <a:t>ge</a:t>
            </a:r>
            <a:r>
              <a:rPr sz="1800" spc="-250" dirty="0">
                <a:latin typeface="Trebuchet MS"/>
                <a:cs typeface="Trebuchet MS"/>
              </a:rPr>
              <a:t> </a:t>
            </a:r>
            <a:r>
              <a:rPr sz="1800" dirty="0">
                <a:latin typeface="Trebuchet MS"/>
                <a:cs typeface="Trebuchet MS"/>
              </a:rPr>
              <a:t>tTeacher</a:t>
            </a:r>
            <a:r>
              <a:rPr sz="1800" spc="-335" dirty="0">
                <a:latin typeface="Trebuchet MS"/>
                <a:cs typeface="Trebuchet MS"/>
              </a:rPr>
              <a:t> </a:t>
            </a:r>
            <a:r>
              <a:rPr sz="1800" spc="-10" dirty="0">
                <a:latin typeface="Trebuchet MS"/>
                <a:cs typeface="Trebuchet MS"/>
              </a:rPr>
              <a:t>n</a:t>
            </a:r>
            <a:r>
              <a:rPr sz="1800" spc="-254" dirty="0">
                <a:latin typeface="Trebuchet MS"/>
                <a:cs typeface="Trebuchet MS"/>
              </a:rPr>
              <a:t> </a:t>
            </a:r>
            <a:r>
              <a:rPr sz="1800" spc="-95" dirty="0">
                <a:latin typeface="Trebuchet MS"/>
                <a:cs typeface="Trebuchet MS"/>
              </a:rPr>
              <a:t>ame(</a:t>
            </a:r>
            <a:r>
              <a:rPr sz="1800" spc="-65" dirty="0">
                <a:latin typeface="Trebuchet MS"/>
                <a:cs typeface="Trebuchet MS"/>
              </a:rPr>
              <a:t> </a:t>
            </a:r>
            <a:r>
              <a:rPr sz="1800" spc="-50" dirty="0">
                <a:latin typeface="Trebuchet MS"/>
                <a:cs typeface="Trebuchet MS"/>
              </a:rPr>
              <a:t>) </a:t>
            </a:r>
            <a:endParaRPr sz="1800">
              <a:latin typeface="Trebuchet MS"/>
              <a:cs typeface="Trebuchet MS"/>
            </a:endParaRPr>
          </a:p>
        </p:txBody>
      </p:sp>
      <p:sp>
        <p:nvSpPr>
          <p:cNvPr id="50" name="object 48">
            <a:extLst>
              <a:ext uri="{FF2B5EF4-FFF2-40B4-BE49-F238E27FC236}">
                <a16:creationId xmlns:a16="http://schemas.microsoft.com/office/drawing/2014/main" id="{BB3BA1EE-3C00-87C9-B3C5-531FCF38D309}"/>
              </a:ext>
            </a:extLst>
          </p:cNvPr>
          <p:cNvSpPr txBox="1"/>
          <p:nvPr/>
        </p:nvSpPr>
        <p:spPr>
          <a:xfrm>
            <a:off x="223520" y="5082032"/>
            <a:ext cx="10985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Trebuchet MS"/>
                <a:cs typeface="Trebuchet MS"/>
              </a:rPr>
              <a:t>{</a:t>
            </a:r>
            <a:endParaRPr sz="1800">
              <a:latin typeface="Trebuchet MS"/>
              <a:cs typeface="Trebuchet MS"/>
            </a:endParaRPr>
          </a:p>
        </p:txBody>
      </p:sp>
      <p:pic>
        <p:nvPicPr>
          <p:cNvPr id="51" name="object 49">
            <a:extLst>
              <a:ext uri="{FF2B5EF4-FFF2-40B4-BE49-F238E27FC236}">
                <a16:creationId xmlns:a16="http://schemas.microsoft.com/office/drawing/2014/main" id="{38C6F435-64A9-C756-C8AB-2950C4B39755}"/>
              </a:ext>
            </a:extLst>
          </p:cNvPr>
          <p:cNvPicPr/>
          <p:nvPr/>
        </p:nvPicPr>
        <p:blipFill>
          <a:blip r:embed="rId4" cstate="print"/>
          <a:stretch>
            <a:fillRect/>
          </a:stretch>
        </p:blipFill>
        <p:spPr>
          <a:xfrm>
            <a:off x="4975859" y="5983223"/>
            <a:ext cx="108203" cy="167639"/>
          </a:xfrm>
          <a:prstGeom prst="rect">
            <a:avLst/>
          </a:prstGeom>
        </p:spPr>
      </p:pic>
      <p:sp>
        <p:nvSpPr>
          <p:cNvPr id="52" name="object 50">
            <a:extLst>
              <a:ext uri="{FF2B5EF4-FFF2-40B4-BE49-F238E27FC236}">
                <a16:creationId xmlns:a16="http://schemas.microsoft.com/office/drawing/2014/main" id="{24494BFE-F2EA-6474-9788-4104048477FB}"/>
              </a:ext>
            </a:extLst>
          </p:cNvPr>
          <p:cNvSpPr txBox="1"/>
          <p:nvPr/>
        </p:nvSpPr>
        <p:spPr>
          <a:xfrm>
            <a:off x="4281042" y="5905296"/>
            <a:ext cx="5194935" cy="299720"/>
          </a:xfrm>
          <a:prstGeom prst="rect">
            <a:avLst/>
          </a:prstGeom>
        </p:spPr>
        <p:txBody>
          <a:bodyPr vert="horz" wrap="square" lIns="0" tIns="12700" rIns="0" bIns="0" rtlCol="0">
            <a:spAutoFit/>
          </a:bodyPr>
          <a:lstStyle/>
          <a:p>
            <a:pPr marL="12700">
              <a:lnSpc>
                <a:spcPct val="100000"/>
              </a:lnSpc>
              <a:spcBef>
                <a:spcPts val="100"/>
              </a:spcBef>
              <a:tabLst>
                <a:tab pos="413384" algn="l"/>
                <a:tab pos="811530" algn="l"/>
                <a:tab pos="1078230" algn="l"/>
                <a:tab pos="1746250" algn="l"/>
                <a:tab pos="2012950" algn="l"/>
                <a:tab pos="2411730" algn="l"/>
              </a:tabLst>
            </a:pPr>
            <a:r>
              <a:rPr sz="1800" spc="-25" dirty="0">
                <a:solidFill>
                  <a:srgbClr val="008080"/>
                </a:solidFill>
                <a:latin typeface="Trebuchet MS"/>
                <a:cs typeface="Trebuchet MS"/>
              </a:rPr>
              <a:t>&lt;&lt;</a:t>
            </a:r>
            <a:r>
              <a:rPr sz="1800" dirty="0">
                <a:solidFill>
                  <a:srgbClr val="008080"/>
                </a:solidFill>
                <a:latin typeface="Trebuchet MS"/>
                <a:cs typeface="Trebuchet MS"/>
              </a:rPr>
              <a:t>	</a:t>
            </a:r>
            <a:r>
              <a:rPr sz="1800" spc="-50" dirty="0">
                <a:solidFill>
                  <a:srgbClr val="A11515"/>
                </a:solidFill>
                <a:latin typeface="Trebuchet MS"/>
                <a:cs typeface="Trebuchet MS"/>
              </a:rPr>
              <a:t>"</a:t>
            </a:r>
            <a:r>
              <a:rPr sz="1800" dirty="0">
                <a:solidFill>
                  <a:srgbClr val="A11515"/>
                </a:solidFill>
                <a:latin typeface="Trebuchet MS"/>
                <a:cs typeface="Trebuchet MS"/>
              </a:rPr>
              <a:t>	</a:t>
            </a:r>
            <a:r>
              <a:rPr sz="1800" spc="-50" dirty="0">
                <a:solidFill>
                  <a:srgbClr val="A11515"/>
                </a:solidFill>
                <a:latin typeface="Trebuchet MS"/>
                <a:cs typeface="Trebuchet MS"/>
              </a:rPr>
              <a:t>s</a:t>
            </a:r>
            <a:r>
              <a:rPr sz="1800" dirty="0">
                <a:solidFill>
                  <a:srgbClr val="A11515"/>
                </a:solidFill>
                <a:latin typeface="Trebuchet MS"/>
                <a:cs typeface="Trebuchet MS"/>
              </a:rPr>
              <a:t>	</a:t>
            </a:r>
            <a:r>
              <a:rPr sz="1800" spc="35" dirty="0">
                <a:solidFill>
                  <a:srgbClr val="A11515"/>
                </a:solidFill>
                <a:latin typeface="Trebuchet MS"/>
                <a:cs typeface="Trebuchet MS"/>
              </a:rPr>
              <a:t>from</a:t>
            </a:r>
            <a:r>
              <a:rPr sz="1800" dirty="0">
                <a:solidFill>
                  <a:srgbClr val="A11515"/>
                </a:solidFill>
                <a:latin typeface="Trebuchet MS"/>
                <a:cs typeface="Trebuchet MS"/>
              </a:rPr>
              <a:t>	</a:t>
            </a:r>
            <a:r>
              <a:rPr sz="1800" spc="-50" dirty="0">
                <a:solidFill>
                  <a:srgbClr val="A11515"/>
                </a:solidFill>
                <a:latin typeface="Trebuchet MS"/>
                <a:cs typeface="Trebuchet MS"/>
              </a:rPr>
              <a:t>"</a:t>
            </a:r>
            <a:r>
              <a:rPr sz="1800" dirty="0">
                <a:solidFill>
                  <a:srgbClr val="A11515"/>
                </a:solidFill>
                <a:latin typeface="Trebuchet MS"/>
                <a:cs typeface="Trebuchet MS"/>
              </a:rPr>
              <a:t>	</a:t>
            </a:r>
            <a:r>
              <a:rPr sz="1800" spc="-25" dirty="0">
                <a:solidFill>
                  <a:srgbClr val="008080"/>
                </a:solidFill>
                <a:latin typeface="Trebuchet MS"/>
                <a:cs typeface="Trebuchet MS"/>
              </a:rPr>
              <a:t>&lt;&lt;</a:t>
            </a:r>
            <a:r>
              <a:rPr sz="1800" dirty="0">
                <a:solidFill>
                  <a:srgbClr val="008080"/>
                </a:solidFill>
                <a:latin typeface="Trebuchet MS"/>
                <a:cs typeface="Trebuchet MS"/>
              </a:rPr>
              <a:t>	</a:t>
            </a:r>
            <a:r>
              <a:rPr sz="1800" spc="85" dirty="0">
                <a:latin typeface="Trebuchet MS"/>
                <a:cs typeface="Trebuchet MS"/>
              </a:rPr>
              <a:t>d.getDepartmentname()</a:t>
            </a:r>
            <a:endParaRPr sz="1800">
              <a:latin typeface="Trebuchet MS"/>
              <a:cs typeface="Trebuchet MS"/>
            </a:endParaRPr>
          </a:p>
        </p:txBody>
      </p:sp>
      <p:sp>
        <p:nvSpPr>
          <p:cNvPr id="53" name="object 51">
            <a:extLst>
              <a:ext uri="{FF2B5EF4-FFF2-40B4-BE49-F238E27FC236}">
                <a16:creationId xmlns:a16="http://schemas.microsoft.com/office/drawing/2014/main" id="{2917A052-544B-15FD-F9CD-D4288CB347CD}"/>
              </a:ext>
            </a:extLst>
          </p:cNvPr>
          <p:cNvSpPr txBox="1"/>
          <p:nvPr/>
        </p:nvSpPr>
        <p:spPr>
          <a:xfrm>
            <a:off x="9615043" y="5905296"/>
            <a:ext cx="2275205" cy="299720"/>
          </a:xfrm>
          <a:prstGeom prst="rect">
            <a:avLst/>
          </a:prstGeom>
        </p:spPr>
        <p:txBody>
          <a:bodyPr vert="horz" wrap="square" lIns="0" tIns="12700" rIns="0" bIns="0" rtlCol="0">
            <a:spAutoFit/>
          </a:bodyPr>
          <a:lstStyle/>
          <a:p>
            <a:pPr marL="12700">
              <a:lnSpc>
                <a:spcPct val="100000"/>
              </a:lnSpc>
              <a:spcBef>
                <a:spcPts val="100"/>
              </a:spcBef>
              <a:tabLst>
                <a:tab pos="410209" algn="l"/>
                <a:tab pos="678180" algn="l"/>
              </a:tabLst>
            </a:pPr>
            <a:r>
              <a:rPr sz="1800" spc="-25" dirty="0">
                <a:solidFill>
                  <a:srgbClr val="008080"/>
                </a:solidFill>
                <a:latin typeface="Trebuchet MS"/>
                <a:cs typeface="Trebuchet MS"/>
              </a:rPr>
              <a:t>&lt;&lt;</a:t>
            </a:r>
            <a:r>
              <a:rPr sz="1800" dirty="0">
                <a:solidFill>
                  <a:srgbClr val="008080"/>
                </a:solidFill>
                <a:latin typeface="Trebuchet MS"/>
                <a:cs typeface="Trebuchet MS"/>
              </a:rPr>
              <a:t>	</a:t>
            </a:r>
            <a:r>
              <a:rPr sz="1800" spc="-50" dirty="0">
                <a:solidFill>
                  <a:srgbClr val="A11515"/>
                </a:solidFill>
                <a:latin typeface="Trebuchet MS"/>
                <a:cs typeface="Trebuchet MS"/>
              </a:rPr>
              <a:t>"</a:t>
            </a:r>
            <a:r>
              <a:rPr sz="1800" dirty="0">
                <a:solidFill>
                  <a:srgbClr val="A11515"/>
                </a:solidFill>
                <a:latin typeface="Trebuchet MS"/>
                <a:cs typeface="Trebuchet MS"/>
              </a:rPr>
              <a:t>	</a:t>
            </a:r>
            <a:r>
              <a:rPr sz="1800" spc="120" dirty="0">
                <a:solidFill>
                  <a:srgbClr val="A11515"/>
                </a:solidFill>
                <a:latin typeface="Trebuchet MS"/>
                <a:cs typeface="Trebuchet MS"/>
              </a:rPr>
              <a:t>department"</a:t>
            </a:r>
            <a:r>
              <a:rPr sz="1800" spc="120" dirty="0">
                <a:latin typeface="Trebuchet MS"/>
                <a:cs typeface="Trebuchet MS"/>
              </a:rPr>
              <a:t>;</a:t>
            </a:r>
            <a:endParaRPr sz="1800">
              <a:latin typeface="Trebuchet MS"/>
              <a:cs typeface="Trebuchet MS"/>
            </a:endParaRPr>
          </a:p>
        </p:txBody>
      </p:sp>
      <p:sp>
        <p:nvSpPr>
          <p:cNvPr id="54" name="object 52">
            <a:extLst>
              <a:ext uri="{FF2B5EF4-FFF2-40B4-BE49-F238E27FC236}">
                <a16:creationId xmlns:a16="http://schemas.microsoft.com/office/drawing/2014/main" id="{E5367560-7640-066F-0DE5-8CD84D79C389}"/>
              </a:ext>
            </a:extLst>
          </p:cNvPr>
          <p:cNvSpPr txBox="1"/>
          <p:nvPr/>
        </p:nvSpPr>
        <p:spPr>
          <a:xfrm>
            <a:off x="223520" y="6179921"/>
            <a:ext cx="10985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Trebuchet MS"/>
                <a:cs typeface="Trebuchet MS"/>
              </a:rPr>
              <a:t>}</a:t>
            </a:r>
            <a:endParaRPr sz="1800">
              <a:latin typeface="Trebuchet MS"/>
              <a:cs typeface="Trebuchet MS"/>
            </a:endParaRPr>
          </a:p>
        </p:txBody>
      </p:sp>
      <p:sp>
        <p:nvSpPr>
          <p:cNvPr id="55" name="object 53">
            <a:extLst>
              <a:ext uri="{FF2B5EF4-FFF2-40B4-BE49-F238E27FC236}">
                <a16:creationId xmlns:a16="http://schemas.microsoft.com/office/drawing/2014/main" id="{FC1C51EC-F6C1-AE2C-2027-C0582FCB9458}"/>
              </a:ext>
            </a:extLst>
          </p:cNvPr>
          <p:cNvSpPr txBox="1"/>
          <p:nvPr/>
        </p:nvSpPr>
        <p:spPr>
          <a:xfrm>
            <a:off x="5701665" y="4623053"/>
            <a:ext cx="5945505" cy="666115"/>
          </a:xfrm>
          <a:prstGeom prst="rect">
            <a:avLst/>
          </a:prstGeom>
        </p:spPr>
        <p:txBody>
          <a:bodyPr vert="horz" wrap="square" lIns="0" tIns="12700" rIns="0" bIns="0" rtlCol="0">
            <a:spAutoFit/>
          </a:bodyPr>
          <a:lstStyle/>
          <a:p>
            <a:pPr marL="12700" marR="5080" algn="just">
              <a:lnSpc>
                <a:spcPct val="100000"/>
              </a:lnSpc>
              <a:spcBef>
                <a:spcPts val="100"/>
              </a:spcBef>
            </a:pPr>
            <a:r>
              <a:rPr sz="1400" dirty="0">
                <a:latin typeface="Cambria"/>
                <a:cs typeface="Cambria"/>
              </a:rPr>
              <a:t>two</a:t>
            </a:r>
            <a:r>
              <a:rPr sz="1400" spc="100" dirty="0">
                <a:latin typeface="Cambria"/>
                <a:cs typeface="Cambria"/>
              </a:rPr>
              <a:t>  </a:t>
            </a:r>
            <a:r>
              <a:rPr sz="1400" dirty="0">
                <a:latin typeface="Cambria"/>
                <a:cs typeface="Cambria"/>
              </a:rPr>
              <a:t>separate</a:t>
            </a:r>
            <a:r>
              <a:rPr sz="1400" spc="140" dirty="0">
                <a:latin typeface="Cambria"/>
                <a:cs typeface="Cambria"/>
              </a:rPr>
              <a:t>  </a:t>
            </a:r>
            <a:r>
              <a:rPr sz="1400" dirty="0">
                <a:latin typeface="Cambria"/>
                <a:cs typeface="Cambria"/>
              </a:rPr>
              <a:t>classes</a:t>
            </a:r>
            <a:r>
              <a:rPr sz="1400" spc="150" dirty="0">
                <a:latin typeface="Cambria"/>
                <a:cs typeface="Cambria"/>
              </a:rPr>
              <a:t>  </a:t>
            </a:r>
            <a:r>
              <a:rPr sz="1400" dirty="0">
                <a:latin typeface="Cambria"/>
                <a:cs typeface="Cambria"/>
              </a:rPr>
              <a:t>Teacher</a:t>
            </a:r>
            <a:r>
              <a:rPr sz="1400" spc="145" dirty="0">
                <a:latin typeface="Cambria"/>
                <a:cs typeface="Cambria"/>
              </a:rPr>
              <a:t>  </a:t>
            </a:r>
            <a:r>
              <a:rPr sz="1400" dirty="0">
                <a:latin typeface="Cambria"/>
                <a:cs typeface="Cambria"/>
              </a:rPr>
              <a:t>and</a:t>
            </a:r>
            <a:r>
              <a:rPr sz="1400" spc="150" dirty="0">
                <a:latin typeface="Cambria"/>
                <a:cs typeface="Cambria"/>
              </a:rPr>
              <a:t>  </a:t>
            </a:r>
            <a:r>
              <a:rPr sz="1400" dirty="0">
                <a:latin typeface="Cambria"/>
                <a:cs typeface="Cambria"/>
              </a:rPr>
              <a:t>Department</a:t>
            </a:r>
            <a:r>
              <a:rPr sz="1400" spc="150" dirty="0">
                <a:latin typeface="Cambria"/>
                <a:cs typeface="Cambria"/>
              </a:rPr>
              <a:t>  </a:t>
            </a:r>
            <a:r>
              <a:rPr sz="1400" dirty="0">
                <a:latin typeface="Cambria"/>
                <a:cs typeface="Cambria"/>
              </a:rPr>
              <a:t>are</a:t>
            </a:r>
            <a:r>
              <a:rPr sz="1400" spc="140" dirty="0">
                <a:latin typeface="Cambria"/>
                <a:cs typeface="Cambria"/>
              </a:rPr>
              <a:t>  </a:t>
            </a:r>
            <a:r>
              <a:rPr sz="1400" dirty="0">
                <a:latin typeface="Cambria"/>
                <a:cs typeface="Cambria"/>
              </a:rPr>
              <a:t>associated</a:t>
            </a:r>
            <a:r>
              <a:rPr sz="1400" spc="150" dirty="0">
                <a:latin typeface="Cambria"/>
                <a:cs typeface="Cambria"/>
              </a:rPr>
              <a:t>  </a:t>
            </a:r>
            <a:r>
              <a:rPr sz="1400" spc="-10" dirty="0">
                <a:latin typeface="Cambria"/>
                <a:cs typeface="Cambria"/>
              </a:rPr>
              <a:t>through </a:t>
            </a:r>
            <a:r>
              <a:rPr sz="1400" dirty="0">
                <a:latin typeface="Cambria"/>
                <a:cs typeface="Cambria"/>
              </a:rPr>
              <a:t>their</a:t>
            </a:r>
            <a:r>
              <a:rPr sz="1400" spc="285" dirty="0">
                <a:latin typeface="Cambria"/>
                <a:cs typeface="Cambria"/>
              </a:rPr>
              <a:t> </a:t>
            </a:r>
            <a:r>
              <a:rPr sz="1400" spc="75" dirty="0">
                <a:latin typeface="Cambria"/>
                <a:cs typeface="Cambria"/>
              </a:rPr>
              <a:t>Objects.</a:t>
            </a:r>
            <a:r>
              <a:rPr sz="1400" spc="370" dirty="0">
                <a:latin typeface="Cambria"/>
                <a:cs typeface="Cambria"/>
              </a:rPr>
              <a:t> </a:t>
            </a:r>
            <a:r>
              <a:rPr sz="1400" dirty="0">
                <a:latin typeface="Cambria"/>
                <a:cs typeface="Cambria"/>
              </a:rPr>
              <a:t>A</a:t>
            </a:r>
            <a:r>
              <a:rPr sz="1400" spc="395" dirty="0">
                <a:latin typeface="Cambria"/>
                <a:cs typeface="Cambria"/>
              </a:rPr>
              <a:t> </a:t>
            </a:r>
            <a:r>
              <a:rPr sz="1400" dirty="0">
                <a:latin typeface="Cambria"/>
                <a:cs typeface="Cambria"/>
              </a:rPr>
              <a:t>Department</a:t>
            </a:r>
            <a:r>
              <a:rPr sz="1400" spc="335" dirty="0">
                <a:latin typeface="Cambria"/>
                <a:cs typeface="Cambria"/>
              </a:rPr>
              <a:t> </a:t>
            </a:r>
            <a:r>
              <a:rPr sz="1400" dirty="0">
                <a:latin typeface="Cambria"/>
                <a:cs typeface="Cambria"/>
              </a:rPr>
              <a:t>can</a:t>
            </a:r>
            <a:r>
              <a:rPr sz="1400" spc="340" dirty="0">
                <a:latin typeface="Cambria"/>
                <a:cs typeface="Cambria"/>
              </a:rPr>
              <a:t> </a:t>
            </a:r>
            <a:r>
              <a:rPr sz="1400" dirty="0">
                <a:latin typeface="Cambria"/>
                <a:cs typeface="Cambria"/>
              </a:rPr>
              <a:t>have</a:t>
            </a:r>
            <a:r>
              <a:rPr sz="1400" spc="330" dirty="0">
                <a:latin typeface="Cambria"/>
                <a:cs typeface="Cambria"/>
              </a:rPr>
              <a:t> </a:t>
            </a:r>
            <a:r>
              <a:rPr sz="1400" dirty="0">
                <a:latin typeface="Cambria"/>
                <a:cs typeface="Cambria"/>
              </a:rPr>
              <a:t>many</a:t>
            </a:r>
            <a:r>
              <a:rPr sz="1400" spc="315" dirty="0">
                <a:latin typeface="Cambria"/>
                <a:cs typeface="Cambria"/>
              </a:rPr>
              <a:t> </a:t>
            </a:r>
            <a:r>
              <a:rPr sz="1400" dirty="0">
                <a:latin typeface="Cambria"/>
                <a:cs typeface="Cambria"/>
              </a:rPr>
              <a:t>Teachers,</a:t>
            </a:r>
            <a:r>
              <a:rPr sz="1400" spc="325" dirty="0">
                <a:latin typeface="Cambria"/>
                <a:cs typeface="Cambria"/>
              </a:rPr>
              <a:t> </a:t>
            </a:r>
            <a:r>
              <a:rPr sz="1400" dirty="0">
                <a:latin typeface="Cambria"/>
                <a:cs typeface="Cambria"/>
              </a:rPr>
              <a:t>So</a:t>
            </a:r>
            <a:r>
              <a:rPr sz="1400" spc="325" dirty="0">
                <a:latin typeface="Cambria"/>
                <a:cs typeface="Cambria"/>
              </a:rPr>
              <a:t> </a:t>
            </a:r>
            <a:r>
              <a:rPr sz="1400" dirty="0">
                <a:latin typeface="Cambria"/>
                <a:cs typeface="Cambria"/>
              </a:rPr>
              <a:t>it</a:t>
            </a:r>
            <a:r>
              <a:rPr sz="1400" spc="235" dirty="0">
                <a:latin typeface="Cambria"/>
                <a:cs typeface="Cambria"/>
              </a:rPr>
              <a:t> </a:t>
            </a:r>
            <a:r>
              <a:rPr sz="1400" dirty="0">
                <a:latin typeface="Cambria"/>
                <a:cs typeface="Cambria"/>
              </a:rPr>
              <a:t>is</a:t>
            </a:r>
            <a:r>
              <a:rPr sz="1400" spc="295" dirty="0">
                <a:latin typeface="Cambria"/>
                <a:cs typeface="Cambria"/>
              </a:rPr>
              <a:t> </a:t>
            </a:r>
            <a:r>
              <a:rPr sz="1400" dirty="0">
                <a:latin typeface="Cambria"/>
                <a:cs typeface="Cambria"/>
              </a:rPr>
              <a:t>a</a:t>
            </a:r>
            <a:r>
              <a:rPr sz="1400" spc="340" dirty="0">
                <a:latin typeface="Cambria"/>
                <a:cs typeface="Cambria"/>
              </a:rPr>
              <a:t> </a:t>
            </a:r>
            <a:r>
              <a:rPr sz="1400" dirty="0">
                <a:latin typeface="Cambria"/>
                <a:cs typeface="Cambria"/>
              </a:rPr>
              <a:t>one-</a:t>
            </a:r>
            <a:r>
              <a:rPr sz="1400" spc="-25" dirty="0">
                <a:latin typeface="Cambria"/>
                <a:cs typeface="Cambria"/>
              </a:rPr>
              <a:t>to- </a:t>
            </a:r>
            <a:r>
              <a:rPr sz="1400" dirty="0">
                <a:latin typeface="Cambria"/>
                <a:cs typeface="Cambria"/>
              </a:rPr>
              <a:t>many</a:t>
            </a:r>
            <a:r>
              <a:rPr sz="1400" spc="120" dirty="0">
                <a:latin typeface="Cambria"/>
                <a:cs typeface="Cambria"/>
              </a:rPr>
              <a:t> </a:t>
            </a:r>
            <a:r>
              <a:rPr sz="1400" spc="-10" dirty="0">
                <a:latin typeface="Cambria"/>
                <a:cs typeface="Cambria"/>
              </a:rPr>
              <a:t>relationship.</a:t>
            </a:r>
            <a:endParaRPr sz="1400">
              <a:latin typeface="Cambria"/>
              <a:cs typeface="Cambria"/>
            </a:endParaRPr>
          </a:p>
        </p:txBody>
      </p:sp>
    </p:spTree>
    <p:extLst>
      <p:ext uri="{BB962C8B-B14F-4D97-AF65-F5344CB8AC3E}">
        <p14:creationId xmlns:p14="http://schemas.microsoft.com/office/powerpoint/2010/main" val="3153520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20D79E5-63FB-AA69-F50D-9737F1C8EB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0" y="1002891"/>
            <a:ext cx="8681884" cy="4565266"/>
          </a:xfrm>
        </p:spPr>
      </p:pic>
    </p:spTree>
    <p:extLst>
      <p:ext uri="{BB962C8B-B14F-4D97-AF65-F5344CB8AC3E}">
        <p14:creationId xmlns:p14="http://schemas.microsoft.com/office/powerpoint/2010/main" val="1583120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a:extLst>
              <a:ext uri="{FF2B5EF4-FFF2-40B4-BE49-F238E27FC236}">
                <a16:creationId xmlns:a16="http://schemas.microsoft.com/office/drawing/2014/main" id="{5EFAAB3F-A90C-446C-A066-D866AA04CC9B}"/>
              </a:ext>
            </a:extLst>
          </p:cNvPr>
          <p:cNvPicPr>
            <a:picLocks noGrp="1"/>
          </p:cNvPicPr>
          <p:nvPr>
            <p:ph idx="1"/>
          </p:nvPr>
        </p:nvPicPr>
        <p:blipFill>
          <a:blip r:embed="rId2" cstate="print"/>
          <a:stretch>
            <a:fillRect/>
          </a:stretch>
        </p:blipFill>
        <p:spPr>
          <a:xfrm>
            <a:off x="2716747" y="796414"/>
            <a:ext cx="7675950" cy="4866968"/>
          </a:xfrm>
          <a:prstGeom prst="rect">
            <a:avLst/>
          </a:prstGeom>
        </p:spPr>
      </p:pic>
    </p:spTree>
    <p:extLst>
      <p:ext uri="{BB962C8B-B14F-4D97-AF65-F5344CB8AC3E}">
        <p14:creationId xmlns:p14="http://schemas.microsoft.com/office/powerpoint/2010/main" val="1478553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F2EA8-1CC8-3647-8B26-A03D5F5CD6F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F6AB21-7688-215E-48C9-6CCD12744A57}"/>
              </a:ext>
            </a:extLst>
          </p:cNvPr>
          <p:cNvSpPr>
            <a:spLocks noGrp="1"/>
          </p:cNvSpPr>
          <p:nvPr>
            <p:ph idx="1"/>
          </p:nvPr>
        </p:nvSpPr>
        <p:spPr/>
        <p:txBody>
          <a:bodyPr/>
          <a:lstStyle/>
          <a:p>
            <a:pPr marL="0" indent="0" algn="l">
              <a:buNone/>
            </a:pPr>
            <a:r>
              <a:rPr lang="en-US" b="1" i="0" dirty="0">
                <a:effectLst/>
                <a:latin typeface="Montserrat" panose="00000500000000000000" pitchFamily="2" charset="0"/>
              </a:rPr>
              <a:t>1) IS-A Association</a:t>
            </a:r>
          </a:p>
          <a:p>
            <a:pPr marL="0" indent="0" algn="just">
              <a:buNone/>
            </a:pPr>
            <a:r>
              <a:rPr lang="en-US" b="0" i="0" dirty="0">
                <a:solidFill>
                  <a:srgbClr val="333333"/>
                </a:solidFill>
                <a:effectLst/>
                <a:latin typeface="Montserrat" panose="00000500000000000000" pitchFamily="2" charset="0"/>
              </a:rPr>
              <a:t>The IS-A Association is also referred to as </a:t>
            </a:r>
            <a:r>
              <a:rPr lang="en-US" dirty="0">
                <a:latin typeface="Montserrat" panose="00000500000000000000" pitchFamily="2" charset="0"/>
              </a:rPr>
              <a:t>Inheritance</a:t>
            </a:r>
            <a:r>
              <a:rPr lang="en-US" b="0" i="0" dirty="0">
                <a:solidFill>
                  <a:srgbClr val="333333"/>
                </a:solidFill>
                <a:effectLst/>
                <a:latin typeface="Montserrat" panose="00000500000000000000" pitchFamily="2" charset="0"/>
              </a:rPr>
              <a:t>.</a:t>
            </a:r>
          </a:p>
          <a:p>
            <a:pPr marL="0" indent="0" algn="just">
              <a:buNone/>
            </a:pPr>
            <a:endParaRPr lang="en-US" b="0" i="0" dirty="0">
              <a:solidFill>
                <a:srgbClr val="333333"/>
              </a:solidFill>
              <a:effectLst/>
              <a:latin typeface="Montserrat" panose="00000500000000000000" pitchFamily="2" charset="0"/>
            </a:endParaRPr>
          </a:p>
          <a:p>
            <a:pPr marL="0" indent="0" algn="just">
              <a:buNone/>
            </a:pPr>
            <a:r>
              <a:rPr lang="en-US" b="0" i="0" dirty="0">
                <a:solidFill>
                  <a:srgbClr val="333333"/>
                </a:solidFill>
                <a:effectLst/>
                <a:latin typeface="Montserrat" panose="00000500000000000000" pitchFamily="2" charset="0"/>
              </a:rPr>
              <a:t> </a:t>
            </a:r>
            <a:r>
              <a:rPr lang="en-US" b="1" i="0" dirty="0">
                <a:effectLst/>
                <a:latin typeface="Montserrat" panose="00000500000000000000" pitchFamily="2" charset="0"/>
              </a:rPr>
              <a:t>2) HAS-A Association</a:t>
            </a:r>
          </a:p>
          <a:p>
            <a:pPr marL="0" indent="0" algn="just">
              <a:buNone/>
            </a:pPr>
            <a:r>
              <a:rPr lang="en-US" b="0" i="0" dirty="0">
                <a:solidFill>
                  <a:srgbClr val="333333"/>
                </a:solidFill>
                <a:effectLst/>
                <a:latin typeface="Montserrat" panose="00000500000000000000" pitchFamily="2" charset="0"/>
              </a:rPr>
              <a:t>The </a:t>
            </a:r>
            <a:r>
              <a:rPr lang="en-US" i="0" dirty="0">
                <a:solidFill>
                  <a:srgbClr val="333333"/>
                </a:solidFill>
                <a:effectLst/>
                <a:latin typeface="Montserrat" panose="00000500000000000000" pitchFamily="2" charset="0"/>
              </a:rPr>
              <a:t>HAS-A Association </a:t>
            </a:r>
            <a:r>
              <a:rPr lang="en-US" b="0" i="0" dirty="0">
                <a:solidFill>
                  <a:srgbClr val="333333"/>
                </a:solidFill>
                <a:effectLst/>
                <a:latin typeface="Montserrat" panose="00000500000000000000" pitchFamily="2" charset="0"/>
              </a:rPr>
              <a:t>is further classified into two parts, i.e., Aggregation and Composition. </a:t>
            </a:r>
            <a:endParaRPr lang="en-US" dirty="0"/>
          </a:p>
        </p:txBody>
      </p:sp>
    </p:spTree>
    <p:extLst>
      <p:ext uri="{BB962C8B-B14F-4D97-AF65-F5344CB8AC3E}">
        <p14:creationId xmlns:p14="http://schemas.microsoft.com/office/powerpoint/2010/main" val="3255339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E735D-0970-AE41-A45A-26207224791B}"/>
              </a:ext>
            </a:extLst>
          </p:cNvPr>
          <p:cNvSpPr>
            <a:spLocks noGrp="1"/>
          </p:cNvSpPr>
          <p:nvPr>
            <p:ph type="title"/>
          </p:nvPr>
        </p:nvSpPr>
        <p:spPr/>
        <p:txBody>
          <a:bodyPr/>
          <a:lstStyle/>
          <a:p>
            <a:r>
              <a:rPr lang="en-US" b="1" dirty="0">
                <a:latin typeface="Montserrat" panose="00000500000000000000" pitchFamily="2" charset="0"/>
              </a:rPr>
              <a:t>Aggregation</a:t>
            </a:r>
            <a:endParaRPr lang="en-US" dirty="0"/>
          </a:p>
        </p:txBody>
      </p:sp>
      <p:sp>
        <p:nvSpPr>
          <p:cNvPr id="3" name="Content Placeholder 2">
            <a:extLst>
              <a:ext uri="{FF2B5EF4-FFF2-40B4-BE49-F238E27FC236}">
                <a16:creationId xmlns:a16="http://schemas.microsoft.com/office/drawing/2014/main" id="{D6922D41-B913-D058-8DB0-D25E5FD39DDB}"/>
              </a:ext>
            </a:extLst>
          </p:cNvPr>
          <p:cNvSpPr>
            <a:spLocks noGrp="1"/>
          </p:cNvSpPr>
          <p:nvPr>
            <p:ph idx="1"/>
          </p:nvPr>
        </p:nvSpPr>
        <p:spPr/>
        <p:txBody>
          <a:bodyPr/>
          <a:lstStyle/>
          <a:p>
            <a:pPr marL="0" indent="0">
              <a:buNone/>
            </a:pPr>
            <a:r>
              <a:rPr lang="en-US" b="0" i="0" dirty="0">
                <a:solidFill>
                  <a:srgbClr val="333333"/>
                </a:solidFill>
                <a:effectLst/>
                <a:latin typeface="Montserrat" panose="00000500000000000000" pitchFamily="2" charset="0"/>
              </a:rPr>
              <a:t>the </a:t>
            </a:r>
            <a:r>
              <a:rPr lang="en-US" b="1" dirty="0">
                <a:latin typeface="Montserrat" panose="00000500000000000000" pitchFamily="2" charset="0"/>
              </a:rPr>
              <a:t>Aggregation</a:t>
            </a:r>
            <a:r>
              <a:rPr lang="en-US" b="0" i="0" dirty="0">
                <a:solidFill>
                  <a:srgbClr val="333333"/>
                </a:solidFill>
                <a:effectLst/>
                <a:latin typeface="Montserrat" panose="00000500000000000000" pitchFamily="2" charset="0"/>
              </a:rPr>
              <a:t> association defines the </a:t>
            </a:r>
            <a:r>
              <a:rPr lang="en-US" b="1" i="0" dirty="0">
                <a:solidFill>
                  <a:srgbClr val="333333"/>
                </a:solidFill>
                <a:effectLst/>
                <a:latin typeface="Montserrat" panose="00000500000000000000" pitchFamily="2" charset="0"/>
              </a:rPr>
              <a:t>HAS-A</a:t>
            </a:r>
            <a:r>
              <a:rPr lang="en-US" b="0" i="0" dirty="0">
                <a:solidFill>
                  <a:srgbClr val="333333"/>
                </a:solidFill>
                <a:effectLst/>
                <a:latin typeface="Montserrat" panose="00000500000000000000" pitchFamily="2" charset="0"/>
              </a:rPr>
              <a:t> relationship. </a:t>
            </a:r>
          </a:p>
          <a:p>
            <a:pPr marL="0" indent="0">
              <a:buNone/>
            </a:pPr>
            <a:r>
              <a:rPr lang="en-US" b="0" i="0" dirty="0">
                <a:solidFill>
                  <a:srgbClr val="333333"/>
                </a:solidFill>
                <a:effectLst/>
                <a:latin typeface="Montserrat" panose="00000500000000000000" pitchFamily="2" charset="0"/>
              </a:rPr>
              <a:t>Aggregation follows the one-to-one or one-way relationship. </a:t>
            </a:r>
          </a:p>
          <a:p>
            <a:pPr marL="0" indent="0">
              <a:buNone/>
            </a:pPr>
            <a:r>
              <a:rPr lang="en-US" b="0" i="0" dirty="0">
                <a:solidFill>
                  <a:srgbClr val="333333"/>
                </a:solidFill>
                <a:effectLst/>
                <a:latin typeface="Montserrat" panose="00000500000000000000" pitchFamily="2" charset="0"/>
              </a:rPr>
              <a:t>If two entities are in the aggregation composition, and one entity fails due to some error, it will not affect the other entity.</a:t>
            </a:r>
            <a:endParaRPr lang="en-US" dirty="0"/>
          </a:p>
        </p:txBody>
      </p:sp>
    </p:spTree>
    <p:extLst>
      <p:ext uri="{BB962C8B-B14F-4D97-AF65-F5344CB8AC3E}">
        <p14:creationId xmlns:p14="http://schemas.microsoft.com/office/powerpoint/2010/main" val="293374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19770-7FCE-AA4C-4026-3B725A3D7D0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5AA5CA0E-C2E8-3E9B-BB2A-9AE4E9D5453F}"/>
              </a:ext>
            </a:extLst>
          </p:cNvPr>
          <p:cNvSpPr>
            <a:spLocks noGrp="1"/>
          </p:cNvSpPr>
          <p:nvPr>
            <p:ph idx="1"/>
          </p:nvPr>
        </p:nvSpPr>
        <p:spPr/>
        <p:txBody>
          <a:bodyPr/>
          <a:lstStyle/>
          <a:p>
            <a:pPr marL="0" indent="0">
              <a:buNone/>
            </a:pPr>
            <a:r>
              <a:rPr lang="en-US" b="0" i="0" dirty="0">
                <a:solidFill>
                  <a:srgbClr val="333333"/>
                </a:solidFill>
                <a:effectLst/>
                <a:latin typeface="Montserrat" panose="00000500000000000000" pitchFamily="2" charset="0"/>
              </a:rPr>
              <a:t>Let's take the example of a toy and its battery. The battery belongs to a toy, and if the toy breaks and deletes from our database, the battery will still remaining in our database, and it may still be working. So in Aggregation, objects always have their own lifecycles when the ownership exists there.</a:t>
            </a:r>
            <a:endParaRPr lang="en-US" dirty="0"/>
          </a:p>
        </p:txBody>
      </p:sp>
    </p:spTree>
    <p:extLst>
      <p:ext uri="{BB962C8B-B14F-4D97-AF65-F5344CB8AC3E}">
        <p14:creationId xmlns:p14="http://schemas.microsoft.com/office/powerpoint/2010/main" val="4043104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626852" y="9144"/>
            <a:ext cx="1539240" cy="556260"/>
          </a:xfrm>
          <a:custGeom>
            <a:avLst/>
            <a:gdLst/>
            <a:ahLst/>
            <a:cxnLst/>
            <a:rect l="l" t="t" r="r" b="b"/>
            <a:pathLst>
              <a:path w="1539240" h="556260">
                <a:moveTo>
                  <a:pt x="1539240" y="556259"/>
                </a:moveTo>
                <a:lnTo>
                  <a:pt x="1494027" y="532891"/>
                </a:lnTo>
                <a:lnTo>
                  <a:pt x="1448434" y="509904"/>
                </a:lnTo>
                <a:lnTo>
                  <a:pt x="1402461" y="487425"/>
                </a:lnTo>
                <a:lnTo>
                  <a:pt x="1356232" y="465454"/>
                </a:lnTo>
                <a:lnTo>
                  <a:pt x="1309497" y="443864"/>
                </a:lnTo>
                <a:lnTo>
                  <a:pt x="1262633" y="422782"/>
                </a:lnTo>
                <a:lnTo>
                  <a:pt x="1215390" y="402081"/>
                </a:lnTo>
                <a:lnTo>
                  <a:pt x="1167765" y="381761"/>
                </a:lnTo>
                <a:lnTo>
                  <a:pt x="1120013" y="361822"/>
                </a:lnTo>
                <a:lnTo>
                  <a:pt x="1072006" y="342391"/>
                </a:lnTo>
                <a:lnTo>
                  <a:pt x="1023747" y="323341"/>
                </a:lnTo>
                <a:lnTo>
                  <a:pt x="975359" y="304673"/>
                </a:lnTo>
                <a:lnTo>
                  <a:pt x="926846" y="286257"/>
                </a:lnTo>
                <a:lnTo>
                  <a:pt x="878077" y="268350"/>
                </a:lnTo>
                <a:lnTo>
                  <a:pt x="829309" y="250825"/>
                </a:lnTo>
                <a:lnTo>
                  <a:pt x="780288" y="233552"/>
                </a:lnTo>
                <a:lnTo>
                  <a:pt x="731266" y="216661"/>
                </a:lnTo>
                <a:lnTo>
                  <a:pt x="682244" y="200151"/>
                </a:lnTo>
                <a:lnTo>
                  <a:pt x="633095" y="183896"/>
                </a:lnTo>
                <a:lnTo>
                  <a:pt x="583946" y="168021"/>
                </a:lnTo>
                <a:lnTo>
                  <a:pt x="534797" y="152526"/>
                </a:lnTo>
                <a:lnTo>
                  <a:pt x="485648" y="137286"/>
                </a:lnTo>
                <a:lnTo>
                  <a:pt x="436499" y="122300"/>
                </a:lnTo>
                <a:lnTo>
                  <a:pt x="387476" y="107569"/>
                </a:lnTo>
                <a:lnTo>
                  <a:pt x="338581" y="93217"/>
                </a:lnTo>
                <a:lnTo>
                  <a:pt x="289687" y="79121"/>
                </a:lnTo>
                <a:lnTo>
                  <a:pt x="241046" y="65404"/>
                </a:lnTo>
                <a:lnTo>
                  <a:pt x="192404" y="51815"/>
                </a:lnTo>
                <a:lnTo>
                  <a:pt x="144018" y="38480"/>
                </a:lnTo>
                <a:lnTo>
                  <a:pt x="95757" y="25400"/>
                </a:lnTo>
                <a:lnTo>
                  <a:pt x="47751" y="12573"/>
                </a:lnTo>
                <a:lnTo>
                  <a:pt x="0" y="0"/>
                </a:lnTo>
              </a:path>
            </a:pathLst>
          </a:custGeom>
          <a:ln w="9143">
            <a:solidFill>
              <a:srgbClr val="000000"/>
            </a:solidFill>
          </a:ln>
        </p:spPr>
        <p:txBody>
          <a:bodyPr wrap="square" lIns="0" tIns="0" rIns="0" bIns="0" rtlCol="0"/>
          <a:lstStyle/>
          <a:p>
            <a:endParaRPr/>
          </a:p>
        </p:txBody>
      </p:sp>
      <p:sp>
        <p:nvSpPr>
          <p:cNvPr id="3" name="object 3"/>
          <p:cNvSpPr/>
          <p:nvPr/>
        </p:nvSpPr>
        <p:spPr>
          <a:xfrm>
            <a:off x="10247376" y="5013959"/>
            <a:ext cx="1918970" cy="1830070"/>
          </a:xfrm>
          <a:custGeom>
            <a:avLst/>
            <a:gdLst/>
            <a:ahLst/>
            <a:cxnLst/>
            <a:rect l="l" t="t" r="r" b="b"/>
            <a:pathLst>
              <a:path w="1918970" h="1830070">
                <a:moveTo>
                  <a:pt x="0" y="1829942"/>
                </a:moveTo>
                <a:lnTo>
                  <a:pt x="40004" y="1798867"/>
                </a:lnTo>
                <a:lnTo>
                  <a:pt x="79882" y="1767612"/>
                </a:lnTo>
                <a:lnTo>
                  <a:pt x="119633" y="1736181"/>
                </a:lnTo>
                <a:lnTo>
                  <a:pt x="159384" y="1704568"/>
                </a:lnTo>
                <a:lnTo>
                  <a:pt x="199008" y="1672793"/>
                </a:lnTo>
                <a:lnTo>
                  <a:pt x="238632" y="1640839"/>
                </a:lnTo>
                <a:lnTo>
                  <a:pt x="278002" y="1608696"/>
                </a:lnTo>
                <a:lnTo>
                  <a:pt x="317373" y="1576400"/>
                </a:lnTo>
                <a:lnTo>
                  <a:pt x="356743" y="1543926"/>
                </a:lnTo>
                <a:lnTo>
                  <a:pt x="395858" y="1511287"/>
                </a:lnTo>
                <a:lnTo>
                  <a:pt x="434975" y="1478470"/>
                </a:lnTo>
                <a:lnTo>
                  <a:pt x="473964" y="1445488"/>
                </a:lnTo>
                <a:lnTo>
                  <a:pt x="512825" y="1412341"/>
                </a:lnTo>
                <a:lnTo>
                  <a:pt x="551560" y="1379029"/>
                </a:lnTo>
                <a:lnTo>
                  <a:pt x="590169" y="1345539"/>
                </a:lnTo>
                <a:lnTo>
                  <a:pt x="628776" y="1311897"/>
                </a:lnTo>
                <a:lnTo>
                  <a:pt x="667130" y="1278089"/>
                </a:lnTo>
                <a:lnTo>
                  <a:pt x="705484" y="1244130"/>
                </a:lnTo>
                <a:lnTo>
                  <a:pt x="743712" y="1209992"/>
                </a:lnTo>
                <a:lnTo>
                  <a:pt x="781684" y="1175702"/>
                </a:lnTo>
                <a:lnTo>
                  <a:pt x="819657" y="1141260"/>
                </a:lnTo>
                <a:lnTo>
                  <a:pt x="857503" y="1106652"/>
                </a:lnTo>
                <a:lnTo>
                  <a:pt x="895096" y="1071892"/>
                </a:lnTo>
                <a:lnTo>
                  <a:pt x="932688" y="1036967"/>
                </a:lnTo>
                <a:lnTo>
                  <a:pt x="970026" y="1001890"/>
                </a:lnTo>
                <a:lnTo>
                  <a:pt x="1007364" y="966660"/>
                </a:lnTo>
                <a:lnTo>
                  <a:pt x="1044448" y="931278"/>
                </a:lnTo>
                <a:lnTo>
                  <a:pt x="1081404" y="895743"/>
                </a:lnTo>
                <a:lnTo>
                  <a:pt x="1118234" y="860056"/>
                </a:lnTo>
                <a:lnTo>
                  <a:pt x="1154938" y="824229"/>
                </a:lnTo>
                <a:lnTo>
                  <a:pt x="1191387" y="788238"/>
                </a:lnTo>
                <a:lnTo>
                  <a:pt x="1227835" y="752106"/>
                </a:lnTo>
                <a:lnTo>
                  <a:pt x="1264030" y="715835"/>
                </a:lnTo>
                <a:lnTo>
                  <a:pt x="1300099" y="679411"/>
                </a:lnTo>
                <a:lnTo>
                  <a:pt x="1335913" y="642848"/>
                </a:lnTo>
                <a:lnTo>
                  <a:pt x="1371727" y="606132"/>
                </a:lnTo>
                <a:lnTo>
                  <a:pt x="1407287" y="569213"/>
                </a:lnTo>
                <a:lnTo>
                  <a:pt x="1442593" y="532256"/>
                </a:lnTo>
                <a:lnTo>
                  <a:pt x="1477772" y="495172"/>
                </a:lnTo>
                <a:lnTo>
                  <a:pt x="1512824" y="457834"/>
                </a:lnTo>
                <a:lnTo>
                  <a:pt x="1547749" y="420496"/>
                </a:lnTo>
                <a:lnTo>
                  <a:pt x="1582420" y="382904"/>
                </a:lnTo>
                <a:lnTo>
                  <a:pt x="1616837" y="345185"/>
                </a:lnTo>
                <a:lnTo>
                  <a:pt x="1651127" y="307339"/>
                </a:lnTo>
                <a:lnTo>
                  <a:pt x="1685290" y="269366"/>
                </a:lnTo>
                <a:lnTo>
                  <a:pt x="1719199" y="231266"/>
                </a:lnTo>
                <a:lnTo>
                  <a:pt x="1752853" y="193039"/>
                </a:lnTo>
                <a:lnTo>
                  <a:pt x="1786381" y="154685"/>
                </a:lnTo>
                <a:lnTo>
                  <a:pt x="1819782" y="116204"/>
                </a:lnTo>
                <a:lnTo>
                  <a:pt x="1852802" y="77596"/>
                </a:lnTo>
                <a:lnTo>
                  <a:pt x="1885696" y="38862"/>
                </a:lnTo>
                <a:lnTo>
                  <a:pt x="1918462" y="0"/>
                </a:lnTo>
              </a:path>
            </a:pathLst>
          </a:custGeom>
          <a:ln w="9144">
            <a:solidFill>
              <a:srgbClr val="000000"/>
            </a:solidFill>
          </a:ln>
        </p:spPr>
        <p:txBody>
          <a:bodyPr wrap="square" lIns="0" tIns="0" rIns="0" bIns="0" rtlCol="0"/>
          <a:lstStyle/>
          <a:p>
            <a:endParaRPr/>
          </a:p>
        </p:txBody>
      </p:sp>
      <p:sp>
        <p:nvSpPr>
          <p:cNvPr id="4" name="object 4"/>
          <p:cNvSpPr/>
          <p:nvPr/>
        </p:nvSpPr>
        <p:spPr>
          <a:xfrm>
            <a:off x="11202923" y="9144"/>
            <a:ext cx="963294" cy="367030"/>
          </a:xfrm>
          <a:custGeom>
            <a:avLst/>
            <a:gdLst/>
            <a:ahLst/>
            <a:cxnLst/>
            <a:rect l="l" t="t" r="r" b="b"/>
            <a:pathLst>
              <a:path w="963295" h="367030">
                <a:moveTo>
                  <a:pt x="963041" y="366902"/>
                </a:moveTo>
                <a:lnTo>
                  <a:pt x="916558" y="344931"/>
                </a:lnTo>
                <a:lnTo>
                  <a:pt x="869823" y="323469"/>
                </a:lnTo>
                <a:lnTo>
                  <a:pt x="822832" y="302386"/>
                </a:lnTo>
                <a:lnTo>
                  <a:pt x="775461" y="281685"/>
                </a:lnTo>
                <a:lnTo>
                  <a:pt x="727836" y="261365"/>
                </a:lnTo>
                <a:lnTo>
                  <a:pt x="679957" y="241426"/>
                </a:lnTo>
                <a:lnTo>
                  <a:pt x="631951" y="221869"/>
                </a:lnTo>
                <a:lnTo>
                  <a:pt x="583692" y="202819"/>
                </a:lnTo>
                <a:lnTo>
                  <a:pt x="535304" y="184023"/>
                </a:lnTo>
                <a:lnTo>
                  <a:pt x="486791" y="165607"/>
                </a:lnTo>
                <a:lnTo>
                  <a:pt x="438276" y="147574"/>
                </a:lnTo>
                <a:lnTo>
                  <a:pt x="389508" y="129921"/>
                </a:lnTo>
                <a:lnTo>
                  <a:pt x="340741" y="112522"/>
                </a:lnTo>
                <a:lnTo>
                  <a:pt x="291973" y="95503"/>
                </a:lnTo>
                <a:lnTo>
                  <a:pt x="243204" y="78739"/>
                </a:lnTo>
                <a:lnTo>
                  <a:pt x="194436" y="62356"/>
                </a:lnTo>
                <a:lnTo>
                  <a:pt x="145669" y="46354"/>
                </a:lnTo>
                <a:lnTo>
                  <a:pt x="97027" y="30606"/>
                </a:lnTo>
                <a:lnTo>
                  <a:pt x="48386" y="15112"/>
                </a:lnTo>
                <a:lnTo>
                  <a:pt x="0" y="0"/>
                </a:lnTo>
              </a:path>
            </a:pathLst>
          </a:custGeom>
          <a:ln w="9144">
            <a:solidFill>
              <a:srgbClr val="000000"/>
            </a:solidFill>
            <a:prstDash val="sysDash"/>
          </a:ln>
        </p:spPr>
        <p:txBody>
          <a:bodyPr wrap="square" lIns="0" tIns="0" rIns="0" bIns="0" rtlCol="0"/>
          <a:lstStyle/>
          <a:p>
            <a:endParaRPr/>
          </a:p>
        </p:txBody>
      </p:sp>
      <p:sp>
        <p:nvSpPr>
          <p:cNvPr id="5" name="object 5"/>
          <p:cNvSpPr/>
          <p:nvPr/>
        </p:nvSpPr>
        <p:spPr>
          <a:xfrm>
            <a:off x="10494264" y="5274564"/>
            <a:ext cx="1667510" cy="1578610"/>
          </a:xfrm>
          <a:custGeom>
            <a:avLst/>
            <a:gdLst/>
            <a:ahLst/>
            <a:cxnLst/>
            <a:rect l="l" t="t" r="r" b="b"/>
            <a:pathLst>
              <a:path w="1667509" h="1578609">
                <a:moveTo>
                  <a:pt x="0" y="1578481"/>
                </a:moveTo>
                <a:lnTo>
                  <a:pt x="39496" y="1546707"/>
                </a:lnTo>
                <a:lnTo>
                  <a:pt x="78993" y="1514778"/>
                </a:lnTo>
                <a:lnTo>
                  <a:pt x="118363" y="1482695"/>
                </a:lnTo>
                <a:lnTo>
                  <a:pt x="157733" y="1450454"/>
                </a:lnTo>
                <a:lnTo>
                  <a:pt x="196976" y="1418069"/>
                </a:lnTo>
                <a:lnTo>
                  <a:pt x="236092" y="1385519"/>
                </a:lnTo>
                <a:lnTo>
                  <a:pt x="275081" y="1352829"/>
                </a:lnTo>
                <a:lnTo>
                  <a:pt x="314070" y="1319974"/>
                </a:lnTo>
                <a:lnTo>
                  <a:pt x="352932" y="1286979"/>
                </a:lnTo>
                <a:lnTo>
                  <a:pt x="391794" y="1253820"/>
                </a:lnTo>
                <a:lnTo>
                  <a:pt x="430402" y="1220508"/>
                </a:lnTo>
                <a:lnTo>
                  <a:pt x="469010" y="1187056"/>
                </a:lnTo>
                <a:lnTo>
                  <a:pt x="507491" y="1153452"/>
                </a:lnTo>
                <a:lnTo>
                  <a:pt x="545845" y="1119682"/>
                </a:lnTo>
                <a:lnTo>
                  <a:pt x="584200" y="1085773"/>
                </a:lnTo>
                <a:lnTo>
                  <a:pt x="622300" y="1051712"/>
                </a:lnTo>
                <a:lnTo>
                  <a:pt x="660272" y="1017498"/>
                </a:lnTo>
                <a:lnTo>
                  <a:pt x="698245" y="983145"/>
                </a:lnTo>
                <a:lnTo>
                  <a:pt x="735964" y="948639"/>
                </a:lnTo>
                <a:lnTo>
                  <a:pt x="773683" y="913980"/>
                </a:lnTo>
                <a:lnTo>
                  <a:pt x="811276" y="879170"/>
                </a:lnTo>
                <a:lnTo>
                  <a:pt x="848613" y="844207"/>
                </a:lnTo>
                <a:lnTo>
                  <a:pt x="885951" y="809104"/>
                </a:lnTo>
                <a:lnTo>
                  <a:pt x="923035" y="773861"/>
                </a:lnTo>
                <a:lnTo>
                  <a:pt x="960119" y="738454"/>
                </a:lnTo>
                <a:lnTo>
                  <a:pt x="996950" y="702906"/>
                </a:lnTo>
                <a:lnTo>
                  <a:pt x="1033652" y="667219"/>
                </a:lnTo>
                <a:lnTo>
                  <a:pt x="1070228" y="631380"/>
                </a:lnTo>
                <a:lnTo>
                  <a:pt x="1106677" y="595388"/>
                </a:lnTo>
                <a:lnTo>
                  <a:pt x="1143000" y="559257"/>
                </a:lnTo>
                <a:lnTo>
                  <a:pt x="1179067" y="522986"/>
                </a:lnTo>
                <a:lnTo>
                  <a:pt x="1215008" y="486562"/>
                </a:lnTo>
                <a:lnTo>
                  <a:pt x="1250822" y="449999"/>
                </a:lnTo>
                <a:lnTo>
                  <a:pt x="1286509" y="413283"/>
                </a:lnTo>
                <a:lnTo>
                  <a:pt x="1321942" y="376428"/>
                </a:lnTo>
                <a:lnTo>
                  <a:pt x="1357249" y="339432"/>
                </a:lnTo>
                <a:lnTo>
                  <a:pt x="1392427" y="302260"/>
                </a:lnTo>
                <a:lnTo>
                  <a:pt x="1427352" y="265049"/>
                </a:lnTo>
                <a:lnTo>
                  <a:pt x="1462151" y="227584"/>
                </a:lnTo>
                <a:lnTo>
                  <a:pt x="1496821" y="189992"/>
                </a:lnTo>
                <a:lnTo>
                  <a:pt x="1531238" y="152273"/>
                </a:lnTo>
                <a:lnTo>
                  <a:pt x="1565402" y="114427"/>
                </a:lnTo>
                <a:lnTo>
                  <a:pt x="1599437" y="76454"/>
                </a:lnTo>
                <a:lnTo>
                  <a:pt x="1633346" y="38227"/>
                </a:lnTo>
                <a:lnTo>
                  <a:pt x="1667002" y="0"/>
                </a:lnTo>
              </a:path>
            </a:pathLst>
          </a:custGeom>
          <a:ln w="9144">
            <a:solidFill>
              <a:srgbClr val="000000"/>
            </a:solidFill>
            <a:prstDash val="sysDash"/>
          </a:ln>
        </p:spPr>
        <p:txBody>
          <a:bodyPr wrap="square" lIns="0" tIns="0" rIns="0" bIns="0" rtlCol="0"/>
          <a:lstStyle/>
          <a:p>
            <a:endParaRPr/>
          </a:p>
        </p:txBody>
      </p:sp>
      <p:sp>
        <p:nvSpPr>
          <p:cNvPr id="6" name="object 6"/>
          <p:cNvSpPr/>
          <p:nvPr/>
        </p:nvSpPr>
        <p:spPr>
          <a:xfrm>
            <a:off x="11501628" y="9144"/>
            <a:ext cx="664210" cy="257810"/>
          </a:xfrm>
          <a:custGeom>
            <a:avLst/>
            <a:gdLst/>
            <a:ahLst/>
            <a:cxnLst/>
            <a:rect l="l" t="t" r="r" b="b"/>
            <a:pathLst>
              <a:path w="664209" h="257810">
                <a:moveTo>
                  <a:pt x="664082" y="257301"/>
                </a:moveTo>
                <a:lnTo>
                  <a:pt x="618236" y="236981"/>
                </a:lnTo>
                <a:lnTo>
                  <a:pt x="572007" y="217042"/>
                </a:lnTo>
                <a:lnTo>
                  <a:pt x="525526" y="197357"/>
                </a:lnTo>
                <a:lnTo>
                  <a:pt x="478917" y="177926"/>
                </a:lnTo>
                <a:lnTo>
                  <a:pt x="431926" y="158876"/>
                </a:lnTo>
                <a:lnTo>
                  <a:pt x="384810" y="140080"/>
                </a:lnTo>
                <a:lnTo>
                  <a:pt x="337312" y="121538"/>
                </a:lnTo>
                <a:lnTo>
                  <a:pt x="289687" y="103250"/>
                </a:lnTo>
                <a:lnTo>
                  <a:pt x="241935" y="85344"/>
                </a:lnTo>
                <a:lnTo>
                  <a:pt x="193928" y="67690"/>
                </a:lnTo>
                <a:lnTo>
                  <a:pt x="145669" y="50291"/>
                </a:lnTo>
                <a:lnTo>
                  <a:pt x="97281" y="33274"/>
                </a:lnTo>
                <a:lnTo>
                  <a:pt x="48768" y="16509"/>
                </a:lnTo>
                <a:lnTo>
                  <a:pt x="0" y="0"/>
                </a:lnTo>
              </a:path>
            </a:pathLst>
          </a:custGeom>
          <a:ln w="9144">
            <a:solidFill>
              <a:srgbClr val="000000"/>
            </a:solidFill>
          </a:ln>
        </p:spPr>
        <p:txBody>
          <a:bodyPr wrap="square" lIns="0" tIns="0" rIns="0" bIns="0" rtlCol="0"/>
          <a:lstStyle/>
          <a:p>
            <a:endParaRPr/>
          </a:p>
        </p:txBody>
      </p:sp>
      <p:sp>
        <p:nvSpPr>
          <p:cNvPr id="7" name="object 7"/>
          <p:cNvSpPr/>
          <p:nvPr/>
        </p:nvSpPr>
        <p:spPr>
          <a:xfrm>
            <a:off x="10640568" y="5408676"/>
            <a:ext cx="1525270" cy="1435735"/>
          </a:xfrm>
          <a:custGeom>
            <a:avLst/>
            <a:gdLst/>
            <a:ahLst/>
            <a:cxnLst/>
            <a:rect l="l" t="t" r="r" b="b"/>
            <a:pathLst>
              <a:path w="1525270" h="1435734">
                <a:moveTo>
                  <a:pt x="0" y="1435481"/>
                </a:moveTo>
                <a:lnTo>
                  <a:pt x="39624" y="1403407"/>
                </a:lnTo>
                <a:lnTo>
                  <a:pt x="79121" y="1371180"/>
                </a:lnTo>
                <a:lnTo>
                  <a:pt x="118490" y="1338802"/>
                </a:lnTo>
                <a:lnTo>
                  <a:pt x="157860" y="1306271"/>
                </a:lnTo>
                <a:lnTo>
                  <a:pt x="197103" y="1273594"/>
                </a:lnTo>
                <a:lnTo>
                  <a:pt x="236220" y="1240764"/>
                </a:lnTo>
                <a:lnTo>
                  <a:pt x="275208" y="1207782"/>
                </a:lnTo>
                <a:lnTo>
                  <a:pt x="314198" y="1174648"/>
                </a:lnTo>
                <a:lnTo>
                  <a:pt x="352932" y="1141374"/>
                </a:lnTo>
                <a:lnTo>
                  <a:pt x="391667" y="1107935"/>
                </a:lnTo>
                <a:lnTo>
                  <a:pt x="430275" y="1074356"/>
                </a:lnTo>
                <a:lnTo>
                  <a:pt x="468756" y="1040638"/>
                </a:lnTo>
                <a:lnTo>
                  <a:pt x="507110" y="1006767"/>
                </a:lnTo>
                <a:lnTo>
                  <a:pt x="545464" y="972743"/>
                </a:lnTo>
                <a:lnTo>
                  <a:pt x="583564" y="938568"/>
                </a:lnTo>
                <a:lnTo>
                  <a:pt x="621537" y="904252"/>
                </a:lnTo>
                <a:lnTo>
                  <a:pt x="659510" y="869797"/>
                </a:lnTo>
                <a:lnTo>
                  <a:pt x="697229" y="835190"/>
                </a:lnTo>
                <a:lnTo>
                  <a:pt x="734822" y="800442"/>
                </a:lnTo>
                <a:lnTo>
                  <a:pt x="772413" y="765543"/>
                </a:lnTo>
                <a:lnTo>
                  <a:pt x="809751" y="730504"/>
                </a:lnTo>
                <a:lnTo>
                  <a:pt x="846962" y="695312"/>
                </a:lnTo>
                <a:lnTo>
                  <a:pt x="884047" y="659993"/>
                </a:lnTo>
                <a:lnTo>
                  <a:pt x="921003" y="624522"/>
                </a:lnTo>
                <a:lnTo>
                  <a:pt x="957833" y="588899"/>
                </a:lnTo>
                <a:lnTo>
                  <a:pt x="994536" y="553148"/>
                </a:lnTo>
                <a:lnTo>
                  <a:pt x="1030985" y="517245"/>
                </a:lnTo>
                <a:lnTo>
                  <a:pt x="1067434" y="481203"/>
                </a:lnTo>
                <a:lnTo>
                  <a:pt x="1103629" y="445033"/>
                </a:lnTo>
                <a:lnTo>
                  <a:pt x="1139698" y="408711"/>
                </a:lnTo>
                <a:lnTo>
                  <a:pt x="1175511" y="372249"/>
                </a:lnTo>
                <a:lnTo>
                  <a:pt x="1211326" y="335635"/>
                </a:lnTo>
                <a:lnTo>
                  <a:pt x="1246885" y="298894"/>
                </a:lnTo>
                <a:lnTo>
                  <a:pt x="1282191" y="262013"/>
                </a:lnTo>
                <a:lnTo>
                  <a:pt x="1317498" y="225005"/>
                </a:lnTo>
                <a:lnTo>
                  <a:pt x="1352550" y="187845"/>
                </a:lnTo>
                <a:lnTo>
                  <a:pt x="1387348" y="150495"/>
                </a:lnTo>
                <a:lnTo>
                  <a:pt x="1422146" y="113157"/>
                </a:lnTo>
                <a:lnTo>
                  <a:pt x="1456689" y="75565"/>
                </a:lnTo>
                <a:lnTo>
                  <a:pt x="1490979" y="37846"/>
                </a:lnTo>
                <a:lnTo>
                  <a:pt x="1525142" y="0"/>
                </a:lnTo>
              </a:path>
              <a:path w="1525270" h="1435734">
                <a:moveTo>
                  <a:pt x="163067" y="1435481"/>
                </a:moveTo>
                <a:lnTo>
                  <a:pt x="201802" y="1402273"/>
                </a:lnTo>
                <a:lnTo>
                  <a:pt x="240537" y="1368919"/>
                </a:lnTo>
                <a:lnTo>
                  <a:pt x="279273" y="1335420"/>
                </a:lnTo>
                <a:lnTo>
                  <a:pt x="317753" y="1301775"/>
                </a:lnTo>
                <a:lnTo>
                  <a:pt x="356234" y="1267980"/>
                </a:lnTo>
                <a:lnTo>
                  <a:pt x="394588" y="1234046"/>
                </a:lnTo>
                <a:lnTo>
                  <a:pt x="432942" y="1199972"/>
                </a:lnTo>
                <a:lnTo>
                  <a:pt x="471042" y="1165733"/>
                </a:lnTo>
                <a:lnTo>
                  <a:pt x="509142" y="1131366"/>
                </a:lnTo>
                <a:lnTo>
                  <a:pt x="547115" y="1096848"/>
                </a:lnTo>
                <a:lnTo>
                  <a:pt x="584961" y="1062177"/>
                </a:lnTo>
                <a:lnTo>
                  <a:pt x="622807" y="1027366"/>
                </a:lnTo>
                <a:lnTo>
                  <a:pt x="660400" y="992416"/>
                </a:lnTo>
                <a:lnTo>
                  <a:pt x="697991" y="957313"/>
                </a:lnTo>
                <a:lnTo>
                  <a:pt x="735329" y="922058"/>
                </a:lnTo>
                <a:lnTo>
                  <a:pt x="772667" y="886663"/>
                </a:lnTo>
                <a:lnTo>
                  <a:pt x="809878" y="851128"/>
                </a:lnTo>
                <a:lnTo>
                  <a:pt x="846962" y="815441"/>
                </a:lnTo>
                <a:lnTo>
                  <a:pt x="883920" y="779614"/>
                </a:lnTo>
                <a:lnTo>
                  <a:pt x="920750" y="743635"/>
                </a:lnTo>
                <a:lnTo>
                  <a:pt x="957326" y="707504"/>
                </a:lnTo>
                <a:lnTo>
                  <a:pt x="993901" y="671245"/>
                </a:lnTo>
                <a:lnTo>
                  <a:pt x="1030351" y="634822"/>
                </a:lnTo>
                <a:lnTo>
                  <a:pt x="1066673" y="598258"/>
                </a:lnTo>
                <a:lnTo>
                  <a:pt x="1102867" y="561555"/>
                </a:lnTo>
                <a:lnTo>
                  <a:pt x="1138808" y="524713"/>
                </a:lnTo>
                <a:lnTo>
                  <a:pt x="1174750" y="487705"/>
                </a:lnTo>
                <a:lnTo>
                  <a:pt x="1210436" y="450570"/>
                </a:lnTo>
                <a:lnTo>
                  <a:pt x="1245997" y="413283"/>
                </a:lnTo>
                <a:lnTo>
                  <a:pt x="1281429" y="375843"/>
                </a:lnTo>
                <a:lnTo>
                  <a:pt x="1316735" y="338264"/>
                </a:lnTo>
                <a:lnTo>
                  <a:pt x="1351914" y="300532"/>
                </a:lnTo>
                <a:lnTo>
                  <a:pt x="1386839" y="262661"/>
                </a:lnTo>
                <a:lnTo>
                  <a:pt x="1421637" y="224650"/>
                </a:lnTo>
                <a:lnTo>
                  <a:pt x="1456308" y="186486"/>
                </a:lnTo>
                <a:lnTo>
                  <a:pt x="1490852" y="148209"/>
                </a:lnTo>
                <a:lnTo>
                  <a:pt x="1525142" y="109728"/>
                </a:lnTo>
              </a:path>
            </a:pathLst>
          </a:custGeom>
          <a:ln w="9144">
            <a:solidFill>
              <a:srgbClr val="000000"/>
            </a:solidFill>
          </a:ln>
        </p:spPr>
        <p:txBody>
          <a:bodyPr wrap="square" lIns="0" tIns="0" rIns="0" bIns="0" rtlCol="0"/>
          <a:lstStyle/>
          <a:p>
            <a:endParaRPr/>
          </a:p>
        </p:txBody>
      </p:sp>
      <p:sp>
        <p:nvSpPr>
          <p:cNvPr id="9" name="object 9"/>
          <p:cNvSpPr/>
          <p:nvPr/>
        </p:nvSpPr>
        <p:spPr>
          <a:xfrm>
            <a:off x="10978895" y="5693664"/>
            <a:ext cx="1187450" cy="1150620"/>
          </a:xfrm>
          <a:custGeom>
            <a:avLst/>
            <a:gdLst/>
            <a:ahLst/>
            <a:cxnLst/>
            <a:rect l="l" t="t" r="r" b="b"/>
            <a:pathLst>
              <a:path w="1187450" h="1150620">
                <a:moveTo>
                  <a:pt x="0" y="1150620"/>
                </a:moveTo>
                <a:lnTo>
                  <a:pt x="37973" y="1117702"/>
                </a:lnTo>
                <a:lnTo>
                  <a:pt x="75692" y="1084657"/>
                </a:lnTo>
                <a:lnTo>
                  <a:pt x="113410" y="1051482"/>
                </a:lnTo>
                <a:lnTo>
                  <a:pt x="151002" y="1018184"/>
                </a:lnTo>
                <a:lnTo>
                  <a:pt x="188595" y="984745"/>
                </a:lnTo>
                <a:lnTo>
                  <a:pt x="225932" y="951191"/>
                </a:lnTo>
                <a:lnTo>
                  <a:pt x="263144" y="917498"/>
                </a:lnTo>
                <a:lnTo>
                  <a:pt x="300354" y="883691"/>
                </a:lnTo>
                <a:lnTo>
                  <a:pt x="337311" y="849757"/>
                </a:lnTo>
                <a:lnTo>
                  <a:pt x="374269" y="815695"/>
                </a:lnTo>
                <a:lnTo>
                  <a:pt x="411099" y="781519"/>
                </a:lnTo>
                <a:lnTo>
                  <a:pt x="447801" y="747217"/>
                </a:lnTo>
                <a:lnTo>
                  <a:pt x="484250" y="712787"/>
                </a:lnTo>
                <a:lnTo>
                  <a:pt x="520700" y="678243"/>
                </a:lnTo>
                <a:lnTo>
                  <a:pt x="557022" y="643572"/>
                </a:lnTo>
                <a:lnTo>
                  <a:pt x="593217" y="608787"/>
                </a:lnTo>
                <a:lnTo>
                  <a:pt x="629284" y="573887"/>
                </a:lnTo>
                <a:lnTo>
                  <a:pt x="665099" y="538861"/>
                </a:lnTo>
                <a:lnTo>
                  <a:pt x="700912" y="503732"/>
                </a:lnTo>
                <a:lnTo>
                  <a:pt x="736600" y="468477"/>
                </a:lnTo>
                <a:lnTo>
                  <a:pt x="772032" y="433108"/>
                </a:lnTo>
                <a:lnTo>
                  <a:pt x="807465" y="397624"/>
                </a:lnTo>
                <a:lnTo>
                  <a:pt x="842645" y="362026"/>
                </a:lnTo>
                <a:lnTo>
                  <a:pt x="877697" y="326313"/>
                </a:lnTo>
                <a:lnTo>
                  <a:pt x="912749" y="290499"/>
                </a:lnTo>
                <a:lnTo>
                  <a:pt x="947547" y="254571"/>
                </a:lnTo>
                <a:lnTo>
                  <a:pt x="982090" y="218528"/>
                </a:lnTo>
                <a:lnTo>
                  <a:pt x="1016634" y="182372"/>
                </a:lnTo>
                <a:lnTo>
                  <a:pt x="1051052" y="146113"/>
                </a:lnTo>
                <a:lnTo>
                  <a:pt x="1085214" y="109740"/>
                </a:lnTo>
                <a:lnTo>
                  <a:pt x="1119251" y="73266"/>
                </a:lnTo>
                <a:lnTo>
                  <a:pt x="1153159" y="36690"/>
                </a:lnTo>
                <a:lnTo>
                  <a:pt x="1186942" y="0"/>
                </a:lnTo>
              </a:path>
              <a:path w="1187450" h="1150620">
                <a:moveTo>
                  <a:pt x="307721" y="1150620"/>
                </a:moveTo>
                <a:lnTo>
                  <a:pt x="346836" y="1117669"/>
                </a:lnTo>
                <a:lnTo>
                  <a:pt x="385825" y="1084562"/>
                </a:lnTo>
                <a:lnTo>
                  <a:pt x="424687" y="1051295"/>
                </a:lnTo>
                <a:lnTo>
                  <a:pt x="463550" y="1017879"/>
                </a:lnTo>
                <a:lnTo>
                  <a:pt x="502284" y="984300"/>
                </a:lnTo>
                <a:lnTo>
                  <a:pt x="541020" y="950582"/>
                </a:lnTo>
                <a:lnTo>
                  <a:pt x="579627" y="916711"/>
                </a:lnTo>
                <a:lnTo>
                  <a:pt x="618235" y="882688"/>
                </a:lnTo>
                <a:lnTo>
                  <a:pt x="656717" y="848537"/>
                </a:lnTo>
                <a:lnTo>
                  <a:pt x="695198" y="814235"/>
                </a:lnTo>
                <a:lnTo>
                  <a:pt x="733551" y="779792"/>
                </a:lnTo>
                <a:lnTo>
                  <a:pt x="771778" y="745223"/>
                </a:lnTo>
                <a:lnTo>
                  <a:pt x="810005" y="710514"/>
                </a:lnTo>
                <a:lnTo>
                  <a:pt x="848105" y="675678"/>
                </a:lnTo>
                <a:lnTo>
                  <a:pt x="886205" y="640715"/>
                </a:lnTo>
                <a:lnTo>
                  <a:pt x="924051" y="605612"/>
                </a:lnTo>
                <a:lnTo>
                  <a:pt x="961898" y="570395"/>
                </a:lnTo>
                <a:lnTo>
                  <a:pt x="999617" y="535063"/>
                </a:lnTo>
                <a:lnTo>
                  <a:pt x="1037335" y="499605"/>
                </a:lnTo>
                <a:lnTo>
                  <a:pt x="1074927" y="464019"/>
                </a:lnTo>
                <a:lnTo>
                  <a:pt x="1112393" y="428332"/>
                </a:lnTo>
                <a:lnTo>
                  <a:pt x="1149730" y="392531"/>
                </a:lnTo>
                <a:lnTo>
                  <a:pt x="1186942" y="356616"/>
                </a:lnTo>
              </a:path>
            </a:pathLst>
          </a:custGeom>
          <a:ln w="9144">
            <a:solidFill>
              <a:srgbClr val="000000"/>
            </a:solidFill>
          </a:ln>
        </p:spPr>
        <p:txBody>
          <a:bodyPr wrap="square" lIns="0" tIns="0" rIns="0" bIns="0" rtlCol="0"/>
          <a:lstStyle/>
          <a:p>
            <a:endParaRPr/>
          </a:p>
        </p:txBody>
      </p:sp>
      <p:sp>
        <p:nvSpPr>
          <p:cNvPr id="13" name="object 13"/>
          <p:cNvSpPr txBox="1"/>
          <p:nvPr/>
        </p:nvSpPr>
        <p:spPr>
          <a:xfrm>
            <a:off x="1022555" y="1788583"/>
            <a:ext cx="10598833" cy="1586203"/>
          </a:xfrm>
          <a:prstGeom prst="rect">
            <a:avLst/>
          </a:prstGeom>
        </p:spPr>
        <p:txBody>
          <a:bodyPr vert="horz" wrap="square" lIns="0" tIns="160655" rIns="0" bIns="0" rtlCol="0">
            <a:spAutoFit/>
          </a:bodyPr>
          <a:lstStyle/>
          <a:p>
            <a:pPr marL="241300" marR="162560" indent="-228600">
              <a:lnSpc>
                <a:spcPct val="120100"/>
              </a:lnSpc>
              <a:spcBef>
                <a:spcPts val="755"/>
              </a:spcBef>
              <a:buClr>
                <a:srgbClr val="529E39"/>
              </a:buClr>
              <a:buSzPct val="108333"/>
              <a:buFont typeface="Arial MT"/>
              <a:buChar char="•"/>
              <a:tabLst>
                <a:tab pos="241300" algn="l"/>
              </a:tabLst>
            </a:pPr>
            <a:r>
              <a:rPr sz="1800" spc="-35" dirty="0">
                <a:latin typeface="Cambria"/>
                <a:cs typeface="Cambria"/>
              </a:rPr>
              <a:t>It</a:t>
            </a:r>
            <a:r>
              <a:rPr sz="1800" spc="-15" dirty="0">
                <a:latin typeface="Cambria"/>
                <a:cs typeface="Cambria"/>
              </a:rPr>
              <a:t> </a:t>
            </a:r>
            <a:r>
              <a:rPr sz="1800" dirty="0">
                <a:latin typeface="Cambria"/>
                <a:cs typeface="Cambria"/>
              </a:rPr>
              <a:t>is</a:t>
            </a:r>
            <a:r>
              <a:rPr sz="1800" spc="165" dirty="0">
                <a:latin typeface="Cambria"/>
                <a:cs typeface="Cambria"/>
              </a:rPr>
              <a:t> </a:t>
            </a:r>
            <a:r>
              <a:rPr sz="1800" dirty="0">
                <a:latin typeface="Cambria"/>
                <a:cs typeface="Cambria"/>
              </a:rPr>
              <a:t>a</a:t>
            </a:r>
            <a:r>
              <a:rPr sz="1800" spc="265" dirty="0">
                <a:latin typeface="Cambria"/>
                <a:cs typeface="Cambria"/>
              </a:rPr>
              <a:t> </a:t>
            </a:r>
            <a:r>
              <a:rPr sz="1800" dirty="0">
                <a:latin typeface="Cambria"/>
                <a:cs typeface="Cambria"/>
              </a:rPr>
              <a:t>unidirectional</a:t>
            </a:r>
            <a:r>
              <a:rPr sz="1800" spc="229" dirty="0">
                <a:latin typeface="Cambria"/>
                <a:cs typeface="Cambria"/>
              </a:rPr>
              <a:t> </a:t>
            </a:r>
            <a:r>
              <a:rPr sz="1800" dirty="0">
                <a:latin typeface="Cambria"/>
                <a:cs typeface="Cambria"/>
              </a:rPr>
              <a:t>association</a:t>
            </a:r>
            <a:r>
              <a:rPr sz="1800" spc="229" dirty="0">
                <a:latin typeface="Cambria"/>
                <a:cs typeface="Cambria"/>
              </a:rPr>
              <a:t> </a:t>
            </a:r>
            <a:r>
              <a:rPr sz="1800" spc="75" dirty="0">
                <a:latin typeface="Cambria"/>
                <a:cs typeface="Cambria"/>
              </a:rPr>
              <a:t>i.e.</a:t>
            </a:r>
            <a:r>
              <a:rPr sz="1800" spc="390" dirty="0">
                <a:latin typeface="Cambria"/>
                <a:cs typeface="Cambria"/>
              </a:rPr>
              <a:t> </a:t>
            </a:r>
            <a:r>
              <a:rPr sz="1800" dirty="0">
                <a:latin typeface="Cambria"/>
                <a:cs typeface="Cambria"/>
              </a:rPr>
              <a:t>a</a:t>
            </a:r>
            <a:r>
              <a:rPr sz="1800" spc="254" dirty="0">
                <a:latin typeface="Cambria"/>
                <a:cs typeface="Cambria"/>
              </a:rPr>
              <a:t> </a:t>
            </a:r>
            <a:r>
              <a:rPr sz="1800" spc="55" dirty="0">
                <a:latin typeface="Cambria"/>
                <a:cs typeface="Cambria"/>
              </a:rPr>
              <a:t>one-</a:t>
            </a:r>
            <a:r>
              <a:rPr sz="1800" dirty="0">
                <a:latin typeface="Cambria"/>
                <a:cs typeface="Cambria"/>
              </a:rPr>
              <a:t>way</a:t>
            </a:r>
            <a:r>
              <a:rPr sz="1800" spc="195" dirty="0">
                <a:latin typeface="Cambria"/>
                <a:cs typeface="Cambria"/>
              </a:rPr>
              <a:t> </a:t>
            </a:r>
            <a:r>
              <a:rPr sz="1800" spc="-10" dirty="0">
                <a:latin typeface="Cambria"/>
                <a:cs typeface="Cambria"/>
              </a:rPr>
              <a:t>relationship. </a:t>
            </a:r>
            <a:r>
              <a:rPr sz="1800" dirty="0">
                <a:latin typeface="Cambria"/>
                <a:cs typeface="Cambria"/>
              </a:rPr>
              <a:t>For</a:t>
            </a:r>
            <a:r>
              <a:rPr sz="1800" spc="35" dirty="0">
                <a:latin typeface="Cambria"/>
                <a:cs typeface="Cambria"/>
              </a:rPr>
              <a:t> </a:t>
            </a:r>
            <a:r>
              <a:rPr sz="1800" spc="70" dirty="0">
                <a:latin typeface="Cambria"/>
                <a:cs typeface="Cambria"/>
              </a:rPr>
              <a:t>example,</a:t>
            </a:r>
            <a:r>
              <a:rPr sz="1800" spc="60" dirty="0">
                <a:latin typeface="Cambria"/>
                <a:cs typeface="Cambria"/>
              </a:rPr>
              <a:t> </a:t>
            </a:r>
            <a:r>
              <a:rPr sz="1800" dirty="0">
                <a:latin typeface="Cambria"/>
                <a:cs typeface="Cambria"/>
              </a:rPr>
              <a:t>a</a:t>
            </a:r>
            <a:r>
              <a:rPr sz="1800" spc="145" dirty="0">
                <a:latin typeface="Cambria"/>
                <a:cs typeface="Cambria"/>
              </a:rPr>
              <a:t> </a:t>
            </a:r>
            <a:r>
              <a:rPr sz="1800" spc="45" dirty="0">
                <a:latin typeface="Cambria"/>
                <a:cs typeface="Cambria"/>
              </a:rPr>
              <a:t>department</a:t>
            </a:r>
            <a:r>
              <a:rPr sz="1800" spc="155" dirty="0">
                <a:latin typeface="Cambria"/>
                <a:cs typeface="Cambria"/>
              </a:rPr>
              <a:t> </a:t>
            </a:r>
            <a:r>
              <a:rPr sz="1800" spc="50" dirty="0">
                <a:latin typeface="Cambria"/>
                <a:cs typeface="Cambria"/>
              </a:rPr>
              <a:t>can</a:t>
            </a:r>
            <a:r>
              <a:rPr sz="1800" spc="160" dirty="0">
                <a:latin typeface="Cambria"/>
                <a:cs typeface="Cambria"/>
              </a:rPr>
              <a:t> </a:t>
            </a:r>
            <a:r>
              <a:rPr sz="1800" dirty="0">
                <a:latin typeface="Cambria"/>
                <a:cs typeface="Cambria"/>
              </a:rPr>
              <a:t>have</a:t>
            </a:r>
            <a:r>
              <a:rPr sz="1800" spc="140" dirty="0">
                <a:latin typeface="Cambria"/>
                <a:cs typeface="Cambria"/>
              </a:rPr>
              <a:t> </a:t>
            </a:r>
            <a:r>
              <a:rPr sz="1800" dirty="0">
                <a:latin typeface="Cambria"/>
                <a:cs typeface="Cambria"/>
              </a:rPr>
              <a:t>students</a:t>
            </a:r>
            <a:r>
              <a:rPr sz="1800" spc="140" dirty="0">
                <a:latin typeface="Cambria"/>
                <a:cs typeface="Cambria"/>
              </a:rPr>
              <a:t> </a:t>
            </a:r>
            <a:r>
              <a:rPr sz="1800" dirty="0">
                <a:latin typeface="Cambria"/>
                <a:cs typeface="Cambria"/>
              </a:rPr>
              <a:t>but</a:t>
            </a:r>
            <a:r>
              <a:rPr sz="1800" spc="114" dirty="0">
                <a:latin typeface="Cambria"/>
                <a:cs typeface="Cambria"/>
              </a:rPr>
              <a:t> </a:t>
            </a:r>
            <a:r>
              <a:rPr sz="1800" spc="65" dirty="0">
                <a:latin typeface="Cambria"/>
                <a:cs typeface="Cambria"/>
              </a:rPr>
              <a:t>vice</a:t>
            </a:r>
            <a:r>
              <a:rPr sz="1800" spc="190" dirty="0">
                <a:latin typeface="Cambria"/>
                <a:cs typeface="Cambria"/>
              </a:rPr>
              <a:t> </a:t>
            </a:r>
            <a:r>
              <a:rPr sz="1800" spc="-10" dirty="0">
                <a:latin typeface="Cambria"/>
                <a:cs typeface="Cambria"/>
              </a:rPr>
              <a:t>versa </a:t>
            </a:r>
            <a:r>
              <a:rPr sz="1800" dirty="0">
                <a:latin typeface="Cambria"/>
                <a:cs typeface="Cambria"/>
              </a:rPr>
              <a:t>is</a:t>
            </a:r>
            <a:r>
              <a:rPr sz="1800" spc="150" dirty="0">
                <a:latin typeface="Cambria"/>
                <a:cs typeface="Cambria"/>
              </a:rPr>
              <a:t> </a:t>
            </a:r>
            <a:r>
              <a:rPr sz="1800" dirty="0">
                <a:latin typeface="Cambria"/>
                <a:cs typeface="Cambria"/>
              </a:rPr>
              <a:t>not</a:t>
            </a:r>
            <a:r>
              <a:rPr sz="1800" spc="120" dirty="0">
                <a:latin typeface="Cambria"/>
                <a:cs typeface="Cambria"/>
              </a:rPr>
              <a:t> </a:t>
            </a:r>
            <a:r>
              <a:rPr sz="1800" spc="65" dirty="0">
                <a:latin typeface="Cambria"/>
                <a:cs typeface="Cambria"/>
              </a:rPr>
              <a:t>possible</a:t>
            </a:r>
            <a:r>
              <a:rPr sz="1800" spc="200" dirty="0">
                <a:latin typeface="Cambria"/>
                <a:cs typeface="Cambria"/>
              </a:rPr>
              <a:t> </a:t>
            </a:r>
            <a:r>
              <a:rPr sz="1800" dirty="0">
                <a:latin typeface="Cambria"/>
                <a:cs typeface="Cambria"/>
              </a:rPr>
              <a:t>and</a:t>
            </a:r>
            <a:r>
              <a:rPr sz="1800" spc="215" dirty="0">
                <a:latin typeface="Cambria"/>
                <a:cs typeface="Cambria"/>
              </a:rPr>
              <a:t> </a:t>
            </a:r>
            <a:r>
              <a:rPr sz="1800" dirty="0">
                <a:latin typeface="Cambria"/>
                <a:cs typeface="Cambria"/>
              </a:rPr>
              <a:t>thus</a:t>
            </a:r>
            <a:r>
              <a:rPr sz="1800" spc="170" dirty="0">
                <a:latin typeface="Cambria"/>
                <a:cs typeface="Cambria"/>
              </a:rPr>
              <a:t> </a:t>
            </a:r>
            <a:r>
              <a:rPr sz="1800" dirty="0">
                <a:latin typeface="Cambria"/>
                <a:cs typeface="Cambria"/>
              </a:rPr>
              <a:t>unidirectional</a:t>
            </a:r>
            <a:r>
              <a:rPr sz="1800" spc="195" dirty="0">
                <a:latin typeface="Cambria"/>
                <a:cs typeface="Cambria"/>
              </a:rPr>
              <a:t> </a:t>
            </a:r>
            <a:r>
              <a:rPr sz="1800" dirty="0">
                <a:latin typeface="Cambria"/>
                <a:cs typeface="Cambria"/>
              </a:rPr>
              <a:t>in</a:t>
            </a:r>
            <a:r>
              <a:rPr sz="1800" spc="135" dirty="0">
                <a:latin typeface="Cambria"/>
                <a:cs typeface="Cambria"/>
              </a:rPr>
              <a:t> </a:t>
            </a:r>
            <a:r>
              <a:rPr sz="1800" spc="-10" dirty="0">
                <a:latin typeface="Cambria"/>
                <a:cs typeface="Cambria"/>
              </a:rPr>
              <a:t>nature.</a:t>
            </a:r>
            <a:endParaRPr sz="1800" dirty="0">
              <a:latin typeface="Cambria"/>
              <a:cs typeface="Cambria"/>
            </a:endParaRPr>
          </a:p>
          <a:p>
            <a:pPr marL="240665" indent="-227965">
              <a:lnSpc>
                <a:spcPct val="100000"/>
              </a:lnSpc>
              <a:spcBef>
                <a:spcPts val="1639"/>
              </a:spcBef>
              <a:buClr>
                <a:srgbClr val="529E39"/>
              </a:buClr>
              <a:buSzPct val="108333"/>
              <a:buFont typeface="Arial MT"/>
              <a:buChar char="•"/>
              <a:tabLst>
                <a:tab pos="240665" algn="l"/>
              </a:tabLst>
            </a:pPr>
            <a:r>
              <a:rPr sz="1800" dirty="0">
                <a:latin typeface="Cambria"/>
                <a:cs typeface="Cambria"/>
              </a:rPr>
              <a:t>In</a:t>
            </a:r>
            <a:r>
              <a:rPr sz="1800" spc="135" dirty="0">
                <a:latin typeface="Cambria"/>
                <a:cs typeface="Cambria"/>
              </a:rPr>
              <a:t> </a:t>
            </a:r>
            <a:r>
              <a:rPr sz="1800" spc="80" dirty="0">
                <a:latin typeface="Cambria"/>
                <a:cs typeface="Cambria"/>
              </a:rPr>
              <a:t>Aggregation,</a:t>
            </a:r>
            <a:r>
              <a:rPr sz="1800" spc="-35" dirty="0">
                <a:latin typeface="Cambria"/>
                <a:cs typeface="Cambria"/>
              </a:rPr>
              <a:t> </a:t>
            </a:r>
            <a:r>
              <a:rPr sz="1800" dirty="0">
                <a:latin typeface="Cambria"/>
                <a:cs typeface="Cambria"/>
              </a:rPr>
              <a:t>both</a:t>
            </a:r>
            <a:r>
              <a:rPr sz="1800" spc="165" dirty="0">
                <a:latin typeface="Cambria"/>
                <a:cs typeface="Cambria"/>
              </a:rPr>
              <a:t> </a:t>
            </a:r>
            <a:r>
              <a:rPr sz="1800" dirty="0">
                <a:latin typeface="Cambria"/>
                <a:cs typeface="Cambria"/>
              </a:rPr>
              <a:t>the</a:t>
            </a:r>
            <a:r>
              <a:rPr sz="1800" spc="210" dirty="0">
                <a:latin typeface="Cambria"/>
                <a:cs typeface="Cambria"/>
              </a:rPr>
              <a:t> </a:t>
            </a:r>
            <a:r>
              <a:rPr sz="1800" dirty="0">
                <a:latin typeface="Cambria"/>
                <a:cs typeface="Cambria"/>
              </a:rPr>
              <a:t>entries</a:t>
            </a:r>
            <a:r>
              <a:rPr sz="1800" spc="240" dirty="0">
                <a:latin typeface="Cambria"/>
                <a:cs typeface="Cambria"/>
              </a:rPr>
              <a:t> </a:t>
            </a:r>
            <a:r>
              <a:rPr sz="1800" spc="50" dirty="0">
                <a:latin typeface="Cambria"/>
                <a:cs typeface="Cambria"/>
              </a:rPr>
              <a:t>can</a:t>
            </a:r>
            <a:r>
              <a:rPr sz="1800" spc="204" dirty="0">
                <a:latin typeface="Cambria"/>
                <a:cs typeface="Cambria"/>
              </a:rPr>
              <a:t> </a:t>
            </a:r>
            <a:r>
              <a:rPr sz="1800" spc="-10" dirty="0">
                <a:latin typeface="Cambria"/>
                <a:cs typeface="Cambria"/>
              </a:rPr>
              <a:t>survive</a:t>
            </a:r>
            <a:r>
              <a:rPr lang="en-US" spc="-10" dirty="0">
                <a:latin typeface="Cambria"/>
                <a:cs typeface="Cambria"/>
              </a:rPr>
              <a:t> </a:t>
            </a:r>
            <a:r>
              <a:rPr sz="1800" dirty="0">
                <a:latin typeface="Cambria"/>
                <a:cs typeface="Cambria"/>
              </a:rPr>
              <a:t>individually</a:t>
            </a:r>
            <a:r>
              <a:rPr sz="1800" spc="215" dirty="0">
                <a:latin typeface="Cambria"/>
                <a:cs typeface="Cambria"/>
              </a:rPr>
              <a:t> </a:t>
            </a:r>
            <a:r>
              <a:rPr sz="1800" dirty="0">
                <a:latin typeface="Cambria"/>
                <a:cs typeface="Cambria"/>
              </a:rPr>
              <a:t>which</a:t>
            </a:r>
            <a:r>
              <a:rPr sz="1800" spc="180" dirty="0">
                <a:latin typeface="Cambria"/>
                <a:cs typeface="Cambria"/>
              </a:rPr>
              <a:t> </a:t>
            </a:r>
            <a:r>
              <a:rPr sz="1800" dirty="0">
                <a:latin typeface="Cambria"/>
                <a:cs typeface="Cambria"/>
              </a:rPr>
              <a:t>means</a:t>
            </a:r>
            <a:r>
              <a:rPr sz="1800" spc="260" dirty="0">
                <a:latin typeface="Cambria"/>
                <a:cs typeface="Cambria"/>
              </a:rPr>
              <a:t> </a:t>
            </a:r>
            <a:r>
              <a:rPr sz="1800" spc="75" dirty="0">
                <a:latin typeface="Cambria"/>
                <a:cs typeface="Cambria"/>
              </a:rPr>
              <a:t>ending</a:t>
            </a:r>
            <a:r>
              <a:rPr sz="1800" spc="260" dirty="0">
                <a:latin typeface="Cambria"/>
                <a:cs typeface="Cambria"/>
              </a:rPr>
              <a:t> </a:t>
            </a:r>
            <a:r>
              <a:rPr sz="1800" spc="55" dirty="0">
                <a:latin typeface="Cambria"/>
                <a:cs typeface="Cambria"/>
              </a:rPr>
              <a:t>one</a:t>
            </a:r>
            <a:r>
              <a:rPr sz="1800" spc="245" dirty="0">
                <a:latin typeface="Cambria"/>
                <a:cs typeface="Cambria"/>
              </a:rPr>
              <a:t> </a:t>
            </a:r>
            <a:r>
              <a:rPr sz="1800" dirty="0">
                <a:latin typeface="Cambria"/>
                <a:cs typeface="Cambria"/>
              </a:rPr>
              <a:t>entity</a:t>
            </a:r>
            <a:r>
              <a:rPr sz="1800" spc="190" dirty="0">
                <a:latin typeface="Cambria"/>
                <a:cs typeface="Cambria"/>
              </a:rPr>
              <a:t> </a:t>
            </a:r>
            <a:r>
              <a:rPr sz="1800" dirty="0">
                <a:latin typeface="Cambria"/>
                <a:cs typeface="Cambria"/>
              </a:rPr>
              <a:t>will</a:t>
            </a:r>
            <a:r>
              <a:rPr sz="1800" spc="160" dirty="0">
                <a:latin typeface="Cambria"/>
                <a:cs typeface="Cambria"/>
              </a:rPr>
              <a:t> </a:t>
            </a:r>
            <a:r>
              <a:rPr sz="1800" dirty="0">
                <a:latin typeface="Cambria"/>
                <a:cs typeface="Cambria"/>
              </a:rPr>
              <a:t>not</a:t>
            </a:r>
            <a:r>
              <a:rPr sz="1800" spc="175" dirty="0">
                <a:latin typeface="Cambria"/>
                <a:cs typeface="Cambria"/>
              </a:rPr>
              <a:t> </a:t>
            </a:r>
            <a:r>
              <a:rPr sz="1800" dirty="0">
                <a:latin typeface="Cambria"/>
                <a:cs typeface="Cambria"/>
              </a:rPr>
              <a:t>affect</a:t>
            </a:r>
            <a:r>
              <a:rPr sz="1800" spc="235" dirty="0">
                <a:latin typeface="Cambria"/>
                <a:cs typeface="Cambria"/>
              </a:rPr>
              <a:t> </a:t>
            </a:r>
            <a:r>
              <a:rPr sz="1800" spc="-25" dirty="0">
                <a:latin typeface="Cambria"/>
                <a:cs typeface="Cambria"/>
              </a:rPr>
              <a:t>the</a:t>
            </a:r>
            <a:r>
              <a:rPr lang="en-US" spc="-25" dirty="0">
                <a:latin typeface="Cambria"/>
                <a:cs typeface="Cambria"/>
              </a:rPr>
              <a:t> </a:t>
            </a:r>
            <a:r>
              <a:rPr sz="1800" dirty="0">
                <a:latin typeface="Cambria"/>
                <a:cs typeface="Cambria"/>
              </a:rPr>
              <a:t>other</a:t>
            </a:r>
            <a:r>
              <a:rPr sz="1800" spc="200" dirty="0">
                <a:latin typeface="Cambria"/>
                <a:cs typeface="Cambria"/>
              </a:rPr>
              <a:t> </a:t>
            </a:r>
            <a:r>
              <a:rPr sz="1800" spc="-10" dirty="0">
                <a:latin typeface="Cambria"/>
                <a:cs typeface="Cambria"/>
              </a:rPr>
              <a:t>entity.</a:t>
            </a:r>
            <a:endParaRPr sz="1800" dirty="0">
              <a:latin typeface="Cambria"/>
              <a:cs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15071" y="2031492"/>
            <a:ext cx="2498090" cy="1062355"/>
          </a:xfrm>
          <a:prstGeom prst="rect">
            <a:avLst/>
          </a:prstGeom>
          <a:solidFill>
            <a:srgbClr val="529E39"/>
          </a:solidFill>
          <a:ln w="15240">
            <a:solidFill>
              <a:srgbClr val="386C23"/>
            </a:solidFill>
          </a:ln>
        </p:spPr>
        <p:txBody>
          <a:bodyPr vert="horz" wrap="square" lIns="0" tIns="134620" rIns="0" bIns="0" rtlCol="0">
            <a:spAutoFit/>
          </a:bodyPr>
          <a:lstStyle/>
          <a:p>
            <a:pPr>
              <a:lnSpc>
                <a:spcPct val="100000"/>
              </a:lnSpc>
              <a:spcBef>
                <a:spcPts val="1060"/>
              </a:spcBef>
            </a:pPr>
            <a:endParaRPr sz="1800" dirty="0">
              <a:latin typeface="Times New Roman"/>
              <a:cs typeface="Times New Roman"/>
            </a:endParaRPr>
          </a:p>
          <a:p>
            <a:pPr marL="824865">
              <a:lnSpc>
                <a:spcPct val="100000"/>
              </a:lnSpc>
            </a:pPr>
            <a:r>
              <a:rPr sz="1800" spc="-10" dirty="0">
                <a:solidFill>
                  <a:srgbClr val="FFFFFF"/>
                </a:solidFill>
                <a:latin typeface="Cambria"/>
                <a:cs typeface="Cambria"/>
              </a:rPr>
              <a:t>Teacher</a:t>
            </a:r>
            <a:endParaRPr sz="1800" dirty="0">
              <a:latin typeface="Cambria"/>
              <a:cs typeface="Cambria"/>
            </a:endParaRPr>
          </a:p>
        </p:txBody>
      </p:sp>
      <p:sp>
        <p:nvSpPr>
          <p:cNvPr id="3" name="object 3"/>
          <p:cNvSpPr txBox="1"/>
          <p:nvPr/>
        </p:nvSpPr>
        <p:spPr>
          <a:xfrm>
            <a:off x="1620011" y="2031492"/>
            <a:ext cx="2498090" cy="1062355"/>
          </a:xfrm>
          <a:prstGeom prst="rect">
            <a:avLst/>
          </a:prstGeom>
          <a:solidFill>
            <a:srgbClr val="529E39"/>
          </a:solidFill>
          <a:ln w="15240">
            <a:solidFill>
              <a:srgbClr val="386C23"/>
            </a:solidFill>
          </a:ln>
        </p:spPr>
        <p:txBody>
          <a:bodyPr vert="horz" wrap="square" lIns="0" tIns="134620" rIns="0" bIns="0" rtlCol="0">
            <a:spAutoFit/>
          </a:bodyPr>
          <a:lstStyle/>
          <a:p>
            <a:pPr>
              <a:lnSpc>
                <a:spcPct val="100000"/>
              </a:lnSpc>
              <a:spcBef>
                <a:spcPts val="1060"/>
              </a:spcBef>
            </a:pPr>
            <a:endParaRPr sz="1800" dirty="0">
              <a:latin typeface="Times New Roman"/>
              <a:cs typeface="Times New Roman"/>
            </a:endParaRPr>
          </a:p>
          <a:p>
            <a:pPr marL="618490">
              <a:lnSpc>
                <a:spcPct val="100000"/>
              </a:lnSpc>
            </a:pPr>
            <a:r>
              <a:rPr sz="1800" spc="35" dirty="0">
                <a:solidFill>
                  <a:srgbClr val="FFFFFF"/>
                </a:solidFill>
                <a:latin typeface="Cambria"/>
                <a:cs typeface="Cambria"/>
              </a:rPr>
              <a:t>Department</a:t>
            </a:r>
            <a:endParaRPr sz="1800" dirty="0">
              <a:latin typeface="Cambria"/>
              <a:cs typeface="Cambria"/>
            </a:endParaRPr>
          </a:p>
        </p:txBody>
      </p:sp>
      <p:grpSp>
        <p:nvGrpSpPr>
          <p:cNvPr id="4" name="object 4"/>
          <p:cNvGrpSpPr/>
          <p:nvPr/>
        </p:nvGrpSpPr>
        <p:grpSpPr>
          <a:xfrm>
            <a:off x="4110228" y="2342388"/>
            <a:ext cx="3704590" cy="440690"/>
            <a:chOff x="4110228" y="2342388"/>
            <a:chExt cx="3704590" cy="440690"/>
          </a:xfrm>
        </p:grpSpPr>
        <p:sp>
          <p:nvSpPr>
            <p:cNvPr id="5" name="object 5"/>
            <p:cNvSpPr/>
            <p:nvPr/>
          </p:nvSpPr>
          <p:spPr>
            <a:xfrm>
              <a:off x="4117848" y="2561844"/>
              <a:ext cx="3696970" cy="0"/>
            </a:xfrm>
            <a:custGeom>
              <a:avLst/>
              <a:gdLst/>
              <a:ahLst/>
              <a:cxnLst/>
              <a:rect l="l" t="t" r="r" b="b"/>
              <a:pathLst>
                <a:path w="3696970">
                  <a:moveTo>
                    <a:pt x="3696843" y="0"/>
                  </a:moveTo>
                  <a:lnTo>
                    <a:pt x="0" y="0"/>
                  </a:lnTo>
                </a:path>
              </a:pathLst>
            </a:custGeom>
            <a:ln w="9144">
              <a:solidFill>
                <a:srgbClr val="509536"/>
              </a:solidFill>
            </a:ln>
          </p:spPr>
          <p:txBody>
            <a:bodyPr wrap="square" lIns="0" tIns="0" rIns="0" bIns="0" rtlCol="0"/>
            <a:lstStyle/>
            <a:p>
              <a:endParaRPr/>
            </a:p>
          </p:txBody>
        </p:sp>
        <p:sp>
          <p:nvSpPr>
            <p:cNvPr id="6" name="object 6"/>
            <p:cNvSpPr/>
            <p:nvPr/>
          </p:nvSpPr>
          <p:spPr>
            <a:xfrm>
              <a:off x="4117848" y="2350008"/>
              <a:ext cx="740410" cy="425450"/>
            </a:xfrm>
            <a:custGeom>
              <a:avLst/>
              <a:gdLst/>
              <a:ahLst/>
              <a:cxnLst/>
              <a:rect l="l" t="t" r="r" b="b"/>
              <a:pathLst>
                <a:path w="740410" h="425450">
                  <a:moveTo>
                    <a:pt x="370077" y="0"/>
                  </a:moveTo>
                  <a:lnTo>
                    <a:pt x="0" y="212470"/>
                  </a:lnTo>
                  <a:lnTo>
                    <a:pt x="370077" y="424941"/>
                  </a:lnTo>
                  <a:lnTo>
                    <a:pt x="740282" y="212470"/>
                  </a:lnTo>
                  <a:lnTo>
                    <a:pt x="370077" y="0"/>
                  </a:lnTo>
                  <a:close/>
                </a:path>
              </a:pathLst>
            </a:custGeom>
            <a:solidFill>
              <a:srgbClr val="FFFFFF"/>
            </a:solidFill>
          </p:spPr>
          <p:txBody>
            <a:bodyPr wrap="square" lIns="0" tIns="0" rIns="0" bIns="0" rtlCol="0"/>
            <a:lstStyle/>
            <a:p>
              <a:endParaRPr/>
            </a:p>
          </p:txBody>
        </p:sp>
        <p:sp>
          <p:nvSpPr>
            <p:cNvPr id="7" name="object 7"/>
            <p:cNvSpPr/>
            <p:nvPr/>
          </p:nvSpPr>
          <p:spPr>
            <a:xfrm>
              <a:off x="4117848" y="2350008"/>
              <a:ext cx="740410" cy="425450"/>
            </a:xfrm>
            <a:custGeom>
              <a:avLst/>
              <a:gdLst/>
              <a:ahLst/>
              <a:cxnLst/>
              <a:rect l="l" t="t" r="r" b="b"/>
              <a:pathLst>
                <a:path w="740410" h="425450">
                  <a:moveTo>
                    <a:pt x="0" y="212470"/>
                  </a:moveTo>
                  <a:lnTo>
                    <a:pt x="370077" y="0"/>
                  </a:lnTo>
                  <a:lnTo>
                    <a:pt x="740282" y="212470"/>
                  </a:lnTo>
                  <a:lnTo>
                    <a:pt x="370077" y="424941"/>
                  </a:lnTo>
                  <a:lnTo>
                    <a:pt x="0" y="212470"/>
                  </a:lnTo>
                  <a:close/>
                </a:path>
              </a:pathLst>
            </a:custGeom>
            <a:ln w="15240">
              <a:solidFill>
                <a:srgbClr val="386C23"/>
              </a:solidFill>
            </a:ln>
          </p:spPr>
          <p:txBody>
            <a:bodyPr wrap="square" lIns="0" tIns="0" rIns="0" bIns="0" rtlCol="0"/>
            <a:lstStyle/>
            <a:p>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1E2ECE-31BF-229D-A361-E063B4B3880B}"/>
              </a:ext>
            </a:extLst>
          </p:cNvPr>
          <p:cNvSpPr>
            <a:spLocks noGrp="1"/>
          </p:cNvSpPr>
          <p:nvPr>
            <p:ph idx="1"/>
          </p:nvPr>
        </p:nvSpPr>
        <p:spPr/>
        <p:txBody>
          <a:bodyPr/>
          <a:lstStyle/>
          <a:p>
            <a:r>
              <a:rPr lang="en-US" b="0" i="0" dirty="0">
                <a:solidFill>
                  <a:srgbClr val="242424"/>
                </a:solidFill>
                <a:effectLst/>
                <a:latin typeface="source-serif-pro"/>
              </a:rPr>
              <a:t>Aggregation is a relationship between two classes in which one class, known as the aggregate class, contains a pointer or reference to an object of another class, known as the component class. The component class can exist independently of the aggregate class, and it can be shared by multiple aggregate classes. In other words, the lifetime of the component class is not controlled by the aggregate class.</a:t>
            </a:r>
            <a:endParaRPr lang="en-US" dirty="0"/>
          </a:p>
        </p:txBody>
      </p:sp>
    </p:spTree>
    <p:extLst>
      <p:ext uri="{BB962C8B-B14F-4D97-AF65-F5344CB8AC3E}">
        <p14:creationId xmlns:p14="http://schemas.microsoft.com/office/powerpoint/2010/main" val="4206797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C0AD09-7557-0522-AC84-4CDA1951F29B}"/>
              </a:ext>
            </a:extLst>
          </p:cNvPr>
          <p:cNvSpPr txBox="1"/>
          <p:nvPr/>
        </p:nvSpPr>
        <p:spPr>
          <a:xfrm>
            <a:off x="317241" y="0"/>
            <a:ext cx="11739716" cy="6124754"/>
          </a:xfrm>
          <a:prstGeom prst="rect">
            <a:avLst/>
          </a:prstGeom>
          <a:noFill/>
        </p:spPr>
        <p:txBody>
          <a:bodyPr wrap="square">
            <a:spAutoFit/>
          </a:bodyPr>
          <a:lstStyle/>
          <a:p>
            <a:r>
              <a:rPr lang="en-US" sz="1400" b="0" i="0" dirty="0">
                <a:solidFill>
                  <a:srgbClr val="AA0D91"/>
                </a:solidFill>
                <a:effectLst/>
                <a:latin typeface="source-code-pro"/>
              </a:rPr>
              <a:t>class</a:t>
            </a:r>
            <a:r>
              <a:rPr lang="en-US" sz="1400" b="0" i="0" dirty="0">
                <a:solidFill>
                  <a:srgbClr val="242424"/>
                </a:solidFill>
                <a:effectLst/>
                <a:latin typeface="source-code-pro"/>
              </a:rPr>
              <a:t> Person {</a:t>
            </a:r>
            <a:br>
              <a:rPr lang="en-US" sz="1400" dirty="0"/>
            </a:br>
            <a:r>
              <a:rPr lang="en-US" sz="1400" b="0" i="0" dirty="0">
                <a:solidFill>
                  <a:srgbClr val="836C28"/>
                </a:solidFill>
                <a:effectLst/>
                <a:latin typeface="source-code-pro"/>
              </a:rPr>
              <a:t>public</a:t>
            </a:r>
            <a:r>
              <a:rPr lang="en-US" sz="1400" b="0" i="0" dirty="0">
                <a:solidFill>
                  <a:srgbClr val="242424"/>
                </a:solidFill>
                <a:effectLst/>
                <a:latin typeface="source-code-pro"/>
              </a:rPr>
              <a:t>:</a:t>
            </a:r>
            <a:br>
              <a:rPr lang="en-US" sz="1400" dirty="0"/>
            </a:br>
            <a:r>
              <a:rPr lang="en-US" sz="1400" b="0" i="0" dirty="0">
                <a:solidFill>
                  <a:srgbClr val="242424"/>
                </a:solidFill>
                <a:effectLst/>
                <a:latin typeface="source-code-pro"/>
              </a:rPr>
              <a:t>Person(</a:t>
            </a:r>
            <a:r>
              <a:rPr lang="en-US" sz="1400" b="0" i="0" dirty="0">
                <a:solidFill>
                  <a:srgbClr val="836C28"/>
                </a:solidFill>
                <a:effectLst/>
                <a:latin typeface="source-code-pro"/>
              </a:rPr>
              <a:t>std</a:t>
            </a:r>
            <a:r>
              <a:rPr lang="en-US" sz="1400" b="0" i="0" dirty="0">
                <a:solidFill>
                  <a:srgbClr val="242424"/>
                </a:solidFill>
                <a:effectLst/>
                <a:latin typeface="source-code-pro"/>
              </a:rPr>
              <a:t>::</a:t>
            </a:r>
            <a:r>
              <a:rPr lang="en-US" sz="1400" b="0" i="0" dirty="0">
                <a:solidFill>
                  <a:srgbClr val="5C2699"/>
                </a:solidFill>
                <a:effectLst/>
                <a:latin typeface="source-code-pro"/>
              </a:rPr>
              <a:t>string</a:t>
            </a:r>
            <a:r>
              <a:rPr lang="en-US" sz="1400" b="0" i="0" dirty="0">
                <a:solidFill>
                  <a:srgbClr val="242424"/>
                </a:solidFill>
                <a:effectLst/>
                <a:latin typeface="source-code-pro"/>
              </a:rPr>
              <a:t> name) : name(name), address(</a:t>
            </a:r>
            <a:r>
              <a:rPr lang="en-US" sz="1400" b="0" i="0" dirty="0" err="1">
                <a:solidFill>
                  <a:srgbClr val="5C2699"/>
                </a:solidFill>
                <a:effectLst/>
                <a:latin typeface="source-code-pro"/>
              </a:rPr>
              <a:t>nullptr</a:t>
            </a:r>
            <a:r>
              <a:rPr lang="en-US" sz="1400" b="0" i="0" dirty="0">
                <a:solidFill>
                  <a:srgbClr val="242424"/>
                </a:solidFill>
                <a:effectLst/>
                <a:latin typeface="source-code-pro"/>
              </a:rPr>
              <a:t>) {}</a:t>
            </a:r>
            <a:br>
              <a:rPr lang="en-US" sz="1400" dirty="0"/>
            </a:br>
            <a:r>
              <a:rPr lang="en-US" sz="1400" b="0" i="0" dirty="0">
                <a:solidFill>
                  <a:srgbClr val="5C2699"/>
                </a:solidFill>
                <a:effectLst/>
                <a:latin typeface="source-code-pro"/>
              </a:rPr>
              <a:t>void</a:t>
            </a:r>
            <a:r>
              <a:rPr lang="en-US" sz="1400" b="0" i="0" dirty="0">
                <a:solidFill>
                  <a:srgbClr val="242424"/>
                </a:solidFill>
                <a:effectLst/>
                <a:latin typeface="source-code-pro"/>
              </a:rPr>
              <a:t> </a:t>
            </a:r>
            <a:r>
              <a:rPr lang="en-US" sz="1400" b="0" i="0" dirty="0" err="1">
                <a:solidFill>
                  <a:srgbClr val="242424"/>
                </a:solidFill>
                <a:effectLst/>
                <a:latin typeface="source-code-pro"/>
              </a:rPr>
              <a:t>setAddress</a:t>
            </a:r>
            <a:r>
              <a:rPr lang="en-US" sz="1400" b="0" i="0" dirty="0">
                <a:solidFill>
                  <a:srgbClr val="242424"/>
                </a:solidFill>
                <a:effectLst/>
                <a:latin typeface="source-code-pro"/>
              </a:rPr>
              <a:t>(</a:t>
            </a:r>
            <a:r>
              <a:rPr lang="en-US" sz="1400" b="0" i="0" dirty="0">
                <a:solidFill>
                  <a:srgbClr val="5C2699"/>
                </a:solidFill>
                <a:effectLst/>
                <a:latin typeface="source-code-pro"/>
              </a:rPr>
              <a:t>Address* address</a:t>
            </a:r>
            <a:r>
              <a:rPr lang="en-US" sz="1400" b="0" i="0" dirty="0">
                <a:solidFill>
                  <a:srgbClr val="242424"/>
                </a:solidFill>
                <a:effectLst/>
                <a:latin typeface="source-code-pro"/>
              </a:rPr>
              <a:t>) {</a:t>
            </a:r>
            <a:br>
              <a:rPr lang="en-US" sz="1400" dirty="0"/>
            </a:br>
            <a:r>
              <a:rPr lang="en-US" sz="1400" b="0" i="0" dirty="0">
                <a:solidFill>
                  <a:srgbClr val="242424"/>
                </a:solidFill>
                <a:effectLst/>
                <a:latin typeface="source-code-pro"/>
              </a:rPr>
              <a:t>this-&gt;address = address;</a:t>
            </a:r>
            <a:br>
              <a:rPr lang="en-US" sz="1400" dirty="0"/>
            </a:br>
            <a:r>
              <a:rPr lang="en-US" sz="1400" b="0" i="0" dirty="0">
                <a:solidFill>
                  <a:srgbClr val="242424"/>
                </a:solidFill>
                <a:effectLst/>
                <a:latin typeface="source-code-pro"/>
              </a:rPr>
              <a:t>}</a:t>
            </a:r>
            <a:br>
              <a:rPr lang="en-US" sz="1400" dirty="0"/>
            </a:br>
            <a:r>
              <a:rPr lang="en-US" sz="1400" b="0" i="0" dirty="0">
                <a:solidFill>
                  <a:srgbClr val="836C28"/>
                </a:solidFill>
                <a:effectLst/>
                <a:latin typeface="source-code-pro"/>
              </a:rPr>
              <a:t>private</a:t>
            </a:r>
            <a:r>
              <a:rPr lang="en-US" sz="1400" b="0" i="0" dirty="0">
                <a:solidFill>
                  <a:srgbClr val="242424"/>
                </a:solidFill>
                <a:effectLst/>
                <a:latin typeface="source-code-pro"/>
              </a:rPr>
              <a:t>:</a:t>
            </a:r>
            <a:br>
              <a:rPr lang="en-US" sz="1400" dirty="0"/>
            </a:br>
            <a:r>
              <a:rPr lang="en-US" sz="1400" b="0" i="0" dirty="0">
                <a:solidFill>
                  <a:srgbClr val="836C28"/>
                </a:solidFill>
                <a:effectLst/>
                <a:latin typeface="source-code-pro"/>
              </a:rPr>
              <a:t>std</a:t>
            </a:r>
            <a:r>
              <a:rPr lang="en-US" sz="1400" b="0" i="0" dirty="0">
                <a:solidFill>
                  <a:srgbClr val="242424"/>
                </a:solidFill>
                <a:effectLst/>
                <a:latin typeface="source-code-pro"/>
              </a:rPr>
              <a:t>::</a:t>
            </a:r>
            <a:r>
              <a:rPr lang="en-US" sz="1400" b="0" i="0" dirty="0">
                <a:solidFill>
                  <a:srgbClr val="5C2699"/>
                </a:solidFill>
                <a:effectLst/>
                <a:latin typeface="source-code-pro"/>
              </a:rPr>
              <a:t>string</a:t>
            </a:r>
            <a:r>
              <a:rPr lang="en-US" sz="1400" b="0" i="0" dirty="0">
                <a:solidFill>
                  <a:srgbClr val="242424"/>
                </a:solidFill>
                <a:effectLst/>
                <a:latin typeface="source-code-pro"/>
              </a:rPr>
              <a:t> name;</a:t>
            </a:r>
            <a:br>
              <a:rPr lang="en-US" sz="1400" dirty="0"/>
            </a:br>
            <a:r>
              <a:rPr lang="en-US" sz="1400" b="0" i="0" dirty="0">
                <a:solidFill>
                  <a:srgbClr val="242424"/>
                </a:solidFill>
                <a:effectLst/>
                <a:latin typeface="source-code-pro"/>
              </a:rPr>
              <a:t>Address* address;</a:t>
            </a:r>
            <a:br>
              <a:rPr lang="en-US" sz="1400" dirty="0"/>
            </a:br>
            <a:r>
              <a:rPr lang="en-US" sz="1400" b="0" i="0" dirty="0">
                <a:solidFill>
                  <a:srgbClr val="242424"/>
                </a:solidFill>
                <a:effectLst/>
                <a:latin typeface="source-code-pro"/>
              </a:rPr>
              <a:t>};</a:t>
            </a:r>
            <a:br>
              <a:rPr lang="en-US" sz="1400" dirty="0"/>
            </a:br>
            <a:br>
              <a:rPr lang="en-US" sz="1400" dirty="0"/>
            </a:br>
            <a:r>
              <a:rPr lang="en-US" sz="1400" b="0" i="0" dirty="0">
                <a:solidFill>
                  <a:srgbClr val="AA0D91"/>
                </a:solidFill>
                <a:effectLst/>
                <a:latin typeface="source-code-pro"/>
              </a:rPr>
              <a:t>class</a:t>
            </a:r>
            <a:r>
              <a:rPr lang="en-US" sz="1400" b="0" i="0" dirty="0">
                <a:solidFill>
                  <a:srgbClr val="242424"/>
                </a:solidFill>
                <a:effectLst/>
                <a:latin typeface="source-code-pro"/>
              </a:rPr>
              <a:t> Address {</a:t>
            </a:r>
            <a:br>
              <a:rPr lang="en-US" sz="1400" dirty="0"/>
            </a:br>
            <a:r>
              <a:rPr lang="en-US" sz="1400" b="0" i="0" dirty="0">
                <a:solidFill>
                  <a:srgbClr val="836C28"/>
                </a:solidFill>
                <a:effectLst/>
                <a:latin typeface="source-code-pro"/>
              </a:rPr>
              <a:t>public</a:t>
            </a:r>
            <a:r>
              <a:rPr lang="en-US" sz="1400" b="0" i="0" dirty="0">
                <a:solidFill>
                  <a:srgbClr val="242424"/>
                </a:solidFill>
                <a:effectLst/>
                <a:latin typeface="source-code-pro"/>
              </a:rPr>
              <a:t>:</a:t>
            </a:r>
            <a:br>
              <a:rPr lang="en-US" sz="1400" dirty="0"/>
            </a:br>
            <a:r>
              <a:rPr lang="en-US" sz="1400" b="0" i="0" dirty="0">
                <a:solidFill>
                  <a:srgbClr val="242424"/>
                </a:solidFill>
                <a:effectLst/>
                <a:latin typeface="source-code-pro"/>
              </a:rPr>
              <a:t>Address(</a:t>
            </a:r>
            <a:r>
              <a:rPr lang="en-US" sz="1400" b="0" i="0" dirty="0">
                <a:solidFill>
                  <a:srgbClr val="836C28"/>
                </a:solidFill>
                <a:effectLst/>
                <a:latin typeface="source-code-pro"/>
              </a:rPr>
              <a:t>std</a:t>
            </a:r>
            <a:r>
              <a:rPr lang="en-US" sz="1400" b="0" i="0" dirty="0">
                <a:solidFill>
                  <a:srgbClr val="242424"/>
                </a:solidFill>
                <a:effectLst/>
                <a:latin typeface="source-code-pro"/>
              </a:rPr>
              <a:t>::</a:t>
            </a:r>
            <a:r>
              <a:rPr lang="en-US" sz="1400" b="0" i="0" dirty="0">
                <a:solidFill>
                  <a:srgbClr val="5C2699"/>
                </a:solidFill>
                <a:effectLst/>
                <a:latin typeface="source-code-pro"/>
              </a:rPr>
              <a:t>string</a:t>
            </a:r>
            <a:r>
              <a:rPr lang="en-US" sz="1400" b="0" i="0" dirty="0">
                <a:solidFill>
                  <a:srgbClr val="242424"/>
                </a:solidFill>
                <a:effectLst/>
                <a:latin typeface="source-code-pro"/>
              </a:rPr>
              <a:t> street, </a:t>
            </a:r>
            <a:r>
              <a:rPr lang="en-US" sz="1400" b="0" i="0" dirty="0">
                <a:solidFill>
                  <a:srgbClr val="836C28"/>
                </a:solidFill>
                <a:effectLst/>
                <a:latin typeface="source-code-pro"/>
              </a:rPr>
              <a:t>std</a:t>
            </a:r>
            <a:r>
              <a:rPr lang="en-US" sz="1400" b="0" i="0" dirty="0">
                <a:solidFill>
                  <a:srgbClr val="242424"/>
                </a:solidFill>
                <a:effectLst/>
                <a:latin typeface="source-code-pro"/>
              </a:rPr>
              <a:t>::</a:t>
            </a:r>
            <a:r>
              <a:rPr lang="en-US" sz="1400" b="0" i="0" dirty="0">
                <a:solidFill>
                  <a:srgbClr val="5C2699"/>
                </a:solidFill>
                <a:effectLst/>
                <a:latin typeface="source-code-pro"/>
              </a:rPr>
              <a:t>string</a:t>
            </a:r>
            <a:r>
              <a:rPr lang="en-US" sz="1400" b="0" i="0" dirty="0">
                <a:solidFill>
                  <a:srgbClr val="242424"/>
                </a:solidFill>
                <a:effectLst/>
                <a:latin typeface="source-code-pro"/>
              </a:rPr>
              <a:t> city, </a:t>
            </a:r>
            <a:r>
              <a:rPr lang="en-US" sz="1400" b="0" i="0" dirty="0">
                <a:solidFill>
                  <a:srgbClr val="836C28"/>
                </a:solidFill>
                <a:effectLst/>
                <a:latin typeface="source-code-pro"/>
              </a:rPr>
              <a:t>std</a:t>
            </a:r>
            <a:r>
              <a:rPr lang="en-US" sz="1400" b="0" i="0" dirty="0">
                <a:solidFill>
                  <a:srgbClr val="242424"/>
                </a:solidFill>
                <a:effectLst/>
                <a:latin typeface="source-code-pro"/>
              </a:rPr>
              <a:t>::</a:t>
            </a:r>
            <a:r>
              <a:rPr lang="en-US" sz="1400" b="0" i="0" dirty="0">
                <a:solidFill>
                  <a:srgbClr val="5C2699"/>
                </a:solidFill>
                <a:effectLst/>
                <a:latin typeface="source-code-pro"/>
              </a:rPr>
              <a:t>string</a:t>
            </a:r>
            <a:r>
              <a:rPr lang="en-US" sz="1400" b="0" i="0" dirty="0">
                <a:solidFill>
                  <a:srgbClr val="242424"/>
                </a:solidFill>
                <a:effectLst/>
                <a:latin typeface="source-code-pro"/>
              </a:rPr>
              <a:t> state, </a:t>
            </a:r>
            <a:r>
              <a:rPr lang="en-US" sz="1400" b="0" i="0" dirty="0">
                <a:solidFill>
                  <a:srgbClr val="836C28"/>
                </a:solidFill>
                <a:effectLst/>
                <a:latin typeface="source-code-pro"/>
              </a:rPr>
              <a:t>std</a:t>
            </a:r>
            <a:r>
              <a:rPr lang="en-US" sz="1400" b="0" i="0" dirty="0">
                <a:solidFill>
                  <a:srgbClr val="242424"/>
                </a:solidFill>
                <a:effectLst/>
                <a:latin typeface="source-code-pro"/>
              </a:rPr>
              <a:t>::</a:t>
            </a:r>
            <a:r>
              <a:rPr lang="en-US" sz="1400" b="0" i="0" dirty="0">
                <a:solidFill>
                  <a:srgbClr val="5C2699"/>
                </a:solidFill>
                <a:effectLst/>
                <a:latin typeface="source-code-pro"/>
              </a:rPr>
              <a:t>string</a:t>
            </a:r>
            <a:r>
              <a:rPr lang="en-US" sz="1400" b="0" i="0" dirty="0">
                <a:solidFill>
                  <a:srgbClr val="242424"/>
                </a:solidFill>
                <a:effectLst/>
                <a:latin typeface="source-code-pro"/>
              </a:rPr>
              <a:t> zip)</a:t>
            </a:r>
            <a:br>
              <a:rPr lang="en-US" sz="1400" dirty="0"/>
            </a:br>
            <a:r>
              <a:rPr lang="en-US" sz="1400" b="0" i="0" dirty="0">
                <a:solidFill>
                  <a:srgbClr val="242424"/>
                </a:solidFill>
                <a:effectLst/>
                <a:latin typeface="source-code-pro"/>
              </a:rPr>
              <a:t>: street(street), city(city), state(state), zip(</a:t>
            </a:r>
            <a:r>
              <a:rPr lang="en-US" sz="1400" b="0" i="0" dirty="0">
                <a:solidFill>
                  <a:srgbClr val="5C2699"/>
                </a:solidFill>
                <a:effectLst/>
                <a:latin typeface="source-code-pro"/>
              </a:rPr>
              <a:t>zip</a:t>
            </a:r>
            <a:r>
              <a:rPr lang="en-US" sz="1400" b="0" i="0" dirty="0">
                <a:solidFill>
                  <a:srgbClr val="242424"/>
                </a:solidFill>
                <a:effectLst/>
                <a:latin typeface="source-code-pro"/>
              </a:rPr>
              <a:t>) {}</a:t>
            </a:r>
            <a:br>
              <a:rPr lang="en-US" sz="1400" dirty="0"/>
            </a:br>
            <a:r>
              <a:rPr lang="en-US" sz="1400" b="0" i="0" dirty="0">
                <a:solidFill>
                  <a:srgbClr val="836C28"/>
                </a:solidFill>
                <a:effectLst/>
                <a:latin typeface="source-code-pro"/>
              </a:rPr>
              <a:t>private</a:t>
            </a:r>
            <a:r>
              <a:rPr lang="en-US" sz="1400" b="0" i="0" dirty="0">
                <a:solidFill>
                  <a:srgbClr val="242424"/>
                </a:solidFill>
                <a:effectLst/>
                <a:latin typeface="source-code-pro"/>
              </a:rPr>
              <a:t>:</a:t>
            </a:r>
            <a:br>
              <a:rPr lang="en-US" sz="1400" dirty="0"/>
            </a:br>
            <a:r>
              <a:rPr lang="en-US" sz="1400" b="0" i="0" dirty="0">
                <a:solidFill>
                  <a:srgbClr val="836C28"/>
                </a:solidFill>
                <a:effectLst/>
                <a:latin typeface="source-code-pro"/>
              </a:rPr>
              <a:t>std</a:t>
            </a:r>
            <a:r>
              <a:rPr lang="en-US" sz="1400" b="0" i="0" dirty="0">
                <a:solidFill>
                  <a:srgbClr val="242424"/>
                </a:solidFill>
                <a:effectLst/>
                <a:latin typeface="source-code-pro"/>
              </a:rPr>
              <a:t>::</a:t>
            </a:r>
            <a:r>
              <a:rPr lang="en-US" sz="1400" b="0" i="0" dirty="0">
                <a:solidFill>
                  <a:srgbClr val="5C2699"/>
                </a:solidFill>
                <a:effectLst/>
                <a:latin typeface="source-code-pro"/>
              </a:rPr>
              <a:t>string</a:t>
            </a:r>
            <a:r>
              <a:rPr lang="en-US" sz="1400" b="0" i="0" dirty="0">
                <a:solidFill>
                  <a:srgbClr val="242424"/>
                </a:solidFill>
                <a:effectLst/>
                <a:latin typeface="source-code-pro"/>
              </a:rPr>
              <a:t> street;</a:t>
            </a:r>
            <a:br>
              <a:rPr lang="en-US" sz="1400" dirty="0"/>
            </a:br>
            <a:r>
              <a:rPr lang="en-US" sz="1400" b="0" i="0" dirty="0">
                <a:solidFill>
                  <a:srgbClr val="836C28"/>
                </a:solidFill>
                <a:effectLst/>
                <a:latin typeface="source-code-pro"/>
              </a:rPr>
              <a:t>std</a:t>
            </a:r>
            <a:r>
              <a:rPr lang="en-US" sz="1400" b="0" i="0" dirty="0">
                <a:solidFill>
                  <a:srgbClr val="242424"/>
                </a:solidFill>
                <a:effectLst/>
                <a:latin typeface="source-code-pro"/>
              </a:rPr>
              <a:t>::</a:t>
            </a:r>
            <a:r>
              <a:rPr lang="en-US" sz="1400" b="0" i="0" dirty="0">
                <a:solidFill>
                  <a:srgbClr val="5C2699"/>
                </a:solidFill>
                <a:effectLst/>
                <a:latin typeface="source-code-pro"/>
              </a:rPr>
              <a:t>string</a:t>
            </a:r>
            <a:r>
              <a:rPr lang="en-US" sz="1400" b="0" i="0" dirty="0">
                <a:solidFill>
                  <a:srgbClr val="242424"/>
                </a:solidFill>
                <a:effectLst/>
                <a:latin typeface="source-code-pro"/>
              </a:rPr>
              <a:t> city;</a:t>
            </a:r>
            <a:br>
              <a:rPr lang="en-US" sz="1400" dirty="0"/>
            </a:br>
            <a:r>
              <a:rPr lang="en-US" sz="1400" b="0" i="0" dirty="0">
                <a:solidFill>
                  <a:srgbClr val="836C28"/>
                </a:solidFill>
                <a:effectLst/>
                <a:latin typeface="source-code-pro"/>
              </a:rPr>
              <a:t>std</a:t>
            </a:r>
            <a:r>
              <a:rPr lang="en-US" sz="1400" b="0" i="0" dirty="0">
                <a:solidFill>
                  <a:srgbClr val="242424"/>
                </a:solidFill>
                <a:effectLst/>
                <a:latin typeface="source-code-pro"/>
              </a:rPr>
              <a:t>::</a:t>
            </a:r>
            <a:r>
              <a:rPr lang="en-US" sz="1400" b="0" i="0" dirty="0">
                <a:solidFill>
                  <a:srgbClr val="5C2699"/>
                </a:solidFill>
                <a:effectLst/>
                <a:latin typeface="source-code-pro"/>
              </a:rPr>
              <a:t>string</a:t>
            </a:r>
            <a:r>
              <a:rPr lang="en-US" sz="1400" b="0" i="0" dirty="0">
                <a:solidFill>
                  <a:srgbClr val="242424"/>
                </a:solidFill>
                <a:effectLst/>
                <a:latin typeface="source-code-pro"/>
              </a:rPr>
              <a:t> state;</a:t>
            </a:r>
            <a:br>
              <a:rPr lang="en-US" sz="1400" dirty="0"/>
            </a:br>
            <a:r>
              <a:rPr lang="en-US" sz="1400" b="0" i="0" dirty="0">
                <a:solidFill>
                  <a:srgbClr val="836C28"/>
                </a:solidFill>
                <a:effectLst/>
                <a:latin typeface="source-code-pro"/>
              </a:rPr>
              <a:t>std</a:t>
            </a:r>
            <a:r>
              <a:rPr lang="en-US" sz="1400" b="0" i="0" dirty="0">
                <a:solidFill>
                  <a:srgbClr val="242424"/>
                </a:solidFill>
                <a:effectLst/>
                <a:latin typeface="source-code-pro"/>
              </a:rPr>
              <a:t>::</a:t>
            </a:r>
            <a:r>
              <a:rPr lang="en-US" sz="1400" b="0" i="0" dirty="0">
                <a:solidFill>
                  <a:srgbClr val="5C2699"/>
                </a:solidFill>
                <a:effectLst/>
                <a:latin typeface="source-code-pro"/>
              </a:rPr>
              <a:t>string</a:t>
            </a:r>
            <a:r>
              <a:rPr lang="en-US" sz="1400" b="0" i="0" dirty="0">
                <a:solidFill>
                  <a:srgbClr val="242424"/>
                </a:solidFill>
                <a:effectLst/>
                <a:latin typeface="source-code-pro"/>
              </a:rPr>
              <a:t> zip;</a:t>
            </a:r>
            <a:br>
              <a:rPr lang="en-US" sz="1400" dirty="0"/>
            </a:br>
            <a:r>
              <a:rPr lang="en-US" sz="1400" b="0" i="0" dirty="0">
                <a:solidFill>
                  <a:srgbClr val="242424"/>
                </a:solidFill>
                <a:effectLst/>
                <a:latin typeface="source-code-pro"/>
              </a:rPr>
              <a:t>};</a:t>
            </a:r>
            <a:br>
              <a:rPr lang="en-US" sz="1400" dirty="0"/>
            </a:br>
            <a:br>
              <a:rPr lang="en-US" sz="1400" dirty="0"/>
            </a:br>
            <a:r>
              <a:rPr lang="en-US" sz="1400" b="0" i="0" dirty="0">
                <a:solidFill>
                  <a:srgbClr val="242424"/>
                </a:solidFill>
                <a:effectLst/>
                <a:latin typeface="source-code-pro"/>
              </a:rPr>
              <a:t>int main() {</a:t>
            </a:r>
            <a:br>
              <a:rPr lang="en-US" sz="1400" dirty="0"/>
            </a:br>
            <a:r>
              <a:rPr lang="en-US" sz="1400" b="0" i="0" dirty="0">
                <a:solidFill>
                  <a:srgbClr val="242424"/>
                </a:solidFill>
                <a:effectLst/>
                <a:latin typeface="source-code-pro"/>
              </a:rPr>
              <a:t>Address* address = </a:t>
            </a:r>
            <a:r>
              <a:rPr lang="en-US" sz="1400" b="0" i="0" dirty="0">
                <a:solidFill>
                  <a:srgbClr val="AA0D91"/>
                </a:solidFill>
                <a:effectLst/>
                <a:latin typeface="source-code-pro"/>
              </a:rPr>
              <a:t>new</a:t>
            </a:r>
            <a:r>
              <a:rPr lang="en-US" sz="1400" b="0" i="0" dirty="0">
                <a:solidFill>
                  <a:srgbClr val="242424"/>
                </a:solidFill>
                <a:effectLst/>
                <a:latin typeface="source-code-pro"/>
              </a:rPr>
              <a:t> Address(</a:t>
            </a:r>
            <a:r>
              <a:rPr lang="en-US" sz="1400" b="0" i="0" dirty="0">
                <a:solidFill>
                  <a:srgbClr val="C41A16"/>
                </a:solidFill>
                <a:effectLst/>
                <a:latin typeface="source-code-pro"/>
              </a:rPr>
              <a:t>"123 Main St."</a:t>
            </a:r>
            <a:r>
              <a:rPr lang="en-US" sz="1400" b="0" i="0" dirty="0">
                <a:solidFill>
                  <a:srgbClr val="242424"/>
                </a:solidFill>
                <a:effectLst/>
                <a:latin typeface="source-code-pro"/>
              </a:rPr>
              <a:t>, </a:t>
            </a:r>
            <a:r>
              <a:rPr lang="en-US" sz="1400" b="0" i="0" dirty="0">
                <a:solidFill>
                  <a:srgbClr val="C41A16"/>
                </a:solidFill>
                <a:effectLst/>
                <a:latin typeface="source-code-pro"/>
              </a:rPr>
              <a:t>"Anytown"</a:t>
            </a:r>
            <a:r>
              <a:rPr lang="en-US" sz="1400" b="0" i="0" dirty="0">
                <a:solidFill>
                  <a:srgbClr val="242424"/>
                </a:solidFill>
                <a:effectLst/>
                <a:latin typeface="source-code-pro"/>
              </a:rPr>
              <a:t>, </a:t>
            </a:r>
            <a:r>
              <a:rPr lang="en-US" sz="1400" b="0" i="0" dirty="0">
                <a:solidFill>
                  <a:srgbClr val="C41A16"/>
                </a:solidFill>
                <a:effectLst/>
                <a:latin typeface="source-code-pro"/>
              </a:rPr>
              <a:t>"CA"</a:t>
            </a:r>
            <a:r>
              <a:rPr lang="en-US" sz="1400" b="0" i="0" dirty="0">
                <a:solidFill>
                  <a:srgbClr val="242424"/>
                </a:solidFill>
                <a:effectLst/>
                <a:latin typeface="source-code-pro"/>
              </a:rPr>
              <a:t>, </a:t>
            </a:r>
            <a:r>
              <a:rPr lang="en-US" sz="1400" b="0" i="0" dirty="0">
                <a:solidFill>
                  <a:srgbClr val="C41A16"/>
                </a:solidFill>
                <a:effectLst/>
                <a:latin typeface="source-code-pro"/>
              </a:rPr>
              <a:t>"12345"</a:t>
            </a:r>
            <a:r>
              <a:rPr lang="en-US" sz="1400" b="0" i="0" dirty="0">
                <a:solidFill>
                  <a:srgbClr val="242424"/>
                </a:solidFill>
                <a:effectLst/>
                <a:latin typeface="source-code-pro"/>
              </a:rPr>
              <a:t>);</a:t>
            </a:r>
            <a:br>
              <a:rPr lang="en-US" sz="1400" dirty="0"/>
            </a:br>
            <a:r>
              <a:rPr lang="en-US" sz="1400" b="0" i="0" dirty="0">
                <a:solidFill>
                  <a:srgbClr val="242424"/>
                </a:solidFill>
                <a:effectLst/>
                <a:latin typeface="source-code-pro"/>
              </a:rPr>
              <a:t>Person person(</a:t>
            </a:r>
            <a:r>
              <a:rPr lang="en-US" sz="1400" b="0" i="0" dirty="0">
                <a:solidFill>
                  <a:srgbClr val="C41A16"/>
                </a:solidFill>
                <a:effectLst/>
                <a:latin typeface="source-code-pro"/>
              </a:rPr>
              <a:t>"John Doe"</a:t>
            </a:r>
            <a:r>
              <a:rPr lang="en-US" sz="1400" b="0" i="0" dirty="0">
                <a:solidFill>
                  <a:srgbClr val="242424"/>
                </a:solidFill>
                <a:effectLst/>
                <a:latin typeface="source-code-pro"/>
              </a:rPr>
              <a:t>);</a:t>
            </a:r>
            <a:br>
              <a:rPr lang="en-US" sz="1400" dirty="0"/>
            </a:br>
            <a:r>
              <a:rPr lang="en-US" sz="1400" b="0" i="0" dirty="0" err="1">
                <a:solidFill>
                  <a:srgbClr val="242424"/>
                </a:solidFill>
                <a:effectLst/>
                <a:latin typeface="source-code-pro"/>
              </a:rPr>
              <a:t>person.setAddress</a:t>
            </a:r>
            <a:r>
              <a:rPr lang="en-US" sz="1400" b="0" i="0" dirty="0">
                <a:solidFill>
                  <a:srgbClr val="242424"/>
                </a:solidFill>
                <a:effectLst/>
                <a:latin typeface="source-code-pro"/>
              </a:rPr>
              <a:t>(address);</a:t>
            </a:r>
            <a:br>
              <a:rPr lang="en-US" sz="1400" dirty="0"/>
            </a:br>
            <a:r>
              <a:rPr lang="en-US" sz="1400" b="0" i="0" dirty="0">
                <a:solidFill>
                  <a:srgbClr val="AA0D91"/>
                </a:solidFill>
                <a:effectLst/>
                <a:latin typeface="source-code-pro"/>
              </a:rPr>
              <a:t>return</a:t>
            </a:r>
            <a:r>
              <a:rPr lang="en-US" sz="1400" b="0" i="0" dirty="0">
                <a:solidFill>
                  <a:srgbClr val="242424"/>
                </a:solidFill>
                <a:effectLst/>
                <a:latin typeface="source-code-pro"/>
              </a:rPr>
              <a:t> </a:t>
            </a:r>
            <a:r>
              <a:rPr lang="en-US" sz="1400" b="0" i="0" dirty="0">
                <a:solidFill>
                  <a:srgbClr val="1C00CF"/>
                </a:solidFill>
                <a:effectLst/>
                <a:latin typeface="source-code-pro"/>
              </a:rPr>
              <a:t>0</a:t>
            </a:r>
            <a:r>
              <a:rPr lang="en-US" sz="1400" b="0" i="0" dirty="0">
                <a:solidFill>
                  <a:srgbClr val="242424"/>
                </a:solidFill>
                <a:effectLst/>
                <a:latin typeface="source-code-pro"/>
              </a:rPr>
              <a:t>;</a:t>
            </a:r>
            <a:br>
              <a:rPr lang="en-US" sz="1400" dirty="0"/>
            </a:br>
            <a:r>
              <a:rPr lang="en-US" sz="1400" b="0" i="0" dirty="0">
                <a:solidFill>
                  <a:srgbClr val="242424"/>
                </a:solidFill>
                <a:effectLst/>
                <a:latin typeface="source-code-pro"/>
              </a:rPr>
              <a:t>}</a:t>
            </a:r>
            <a:endParaRPr lang="en-US" sz="1400" dirty="0"/>
          </a:p>
        </p:txBody>
      </p:sp>
    </p:spTree>
    <p:extLst>
      <p:ext uri="{BB962C8B-B14F-4D97-AF65-F5344CB8AC3E}">
        <p14:creationId xmlns:p14="http://schemas.microsoft.com/office/powerpoint/2010/main" val="3482439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38912" y="353568"/>
            <a:ext cx="220979" cy="149860"/>
            <a:chOff x="438912" y="353568"/>
            <a:chExt cx="220979" cy="149860"/>
          </a:xfrm>
        </p:grpSpPr>
        <p:pic>
          <p:nvPicPr>
            <p:cNvPr id="3" name="object 3"/>
            <p:cNvPicPr/>
            <p:nvPr/>
          </p:nvPicPr>
          <p:blipFill>
            <a:blip r:embed="rId2" cstate="print"/>
            <a:stretch>
              <a:fillRect/>
            </a:stretch>
          </p:blipFill>
          <p:spPr>
            <a:xfrm>
              <a:off x="563880" y="353568"/>
              <a:ext cx="96012" cy="149351"/>
            </a:xfrm>
            <a:prstGeom prst="rect">
              <a:avLst/>
            </a:prstGeom>
          </p:spPr>
        </p:pic>
        <p:pic>
          <p:nvPicPr>
            <p:cNvPr id="4" name="object 4"/>
            <p:cNvPicPr/>
            <p:nvPr/>
          </p:nvPicPr>
          <p:blipFill>
            <a:blip r:embed="rId3" cstate="print"/>
            <a:stretch>
              <a:fillRect/>
            </a:stretch>
          </p:blipFill>
          <p:spPr>
            <a:xfrm>
              <a:off x="438912" y="362712"/>
              <a:ext cx="102107" cy="140208"/>
            </a:xfrm>
            <a:prstGeom prst="rect">
              <a:avLst/>
            </a:prstGeom>
          </p:spPr>
        </p:pic>
      </p:grpSp>
      <p:pic>
        <p:nvPicPr>
          <p:cNvPr id="5" name="object 5"/>
          <p:cNvPicPr/>
          <p:nvPr/>
        </p:nvPicPr>
        <p:blipFill>
          <a:blip r:embed="rId4" cstate="print"/>
          <a:stretch>
            <a:fillRect/>
          </a:stretch>
        </p:blipFill>
        <p:spPr>
          <a:xfrm>
            <a:off x="1514855" y="353568"/>
            <a:ext cx="94487" cy="149351"/>
          </a:xfrm>
          <a:prstGeom prst="rect">
            <a:avLst/>
          </a:prstGeom>
        </p:spPr>
      </p:pic>
      <p:grpSp>
        <p:nvGrpSpPr>
          <p:cNvPr id="6" name="object 6"/>
          <p:cNvGrpSpPr/>
          <p:nvPr/>
        </p:nvGrpSpPr>
        <p:grpSpPr>
          <a:xfrm>
            <a:off x="438912" y="597408"/>
            <a:ext cx="220979" cy="149860"/>
            <a:chOff x="438912" y="597408"/>
            <a:chExt cx="220979" cy="149860"/>
          </a:xfrm>
        </p:grpSpPr>
        <p:pic>
          <p:nvPicPr>
            <p:cNvPr id="7" name="object 7"/>
            <p:cNvPicPr/>
            <p:nvPr/>
          </p:nvPicPr>
          <p:blipFill>
            <a:blip r:embed="rId2" cstate="print"/>
            <a:stretch>
              <a:fillRect/>
            </a:stretch>
          </p:blipFill>
          <p:spPr>
            <a:xfrm>
              <a:off x="563880" y="597408"/>
              <a:ext cx="96012" cy="149351"/>
            </a:xfrm>
            <a:prstGeom prst="rect">
              <a:avLst/>
            </a:prstGeom>
          </p:spPr>
        </p:pic>
        <p:pic>
          <p:nvPicPr>
            <p:cNvPr id="8" name="object 8"/>
            <p:cNvPicPr/>
            <p:nvPr/>
          </p:nvPicPr>
          <p:blipFill>
            <a:blip r:embed="rId3" cstate="print"/>
            <a:stretch>
              <a:fillRect/>
            </a:stretch>
          </p:blipFill>
          <p:spPr>
            <a:xfrm>
              <a:off x="438912" y="606552"/>
              <a:ext cx="102107" cy="140208"/>
            </a:xfrm>
            <a:prstGeom prst="rect">
              <a:avLst/>
            </a:prstGeom>
          </p:spPr>
        </p:pic>
      </p:grpSp>
      <p:pic>
        <p:nvPicPr>
          <p:cNvPr id="9" name="object 9"/>
          <p:cNvPicPr/>
          <p:nvPr/>
        </p:nvPicPr>
        <p:blipFill>
          <a:blip r:embed="rId4" cstate="print"/>
          <a:stretch>
            <a:fillRect/>
          </a:stretch>
        </p:blipFill>
        <p:spPr>
          <a:xfrm>
            <a:off x="1872995" y="597408"/>
            <a:ext cx="94487" cy="149351"/>
          </a:xfrm>
          <a:prstGeom prst="rect">
            <a:avLst/>
          </a:prstGeom>
        </p:spPr>
      </p:pic>
      <p:pic>
        <p:nvPicPr>
          <p:cNvPr id="10" name="object 10"/>
          <p:cNvPicPr/>
          <p:nvPr/>
        </p:nvPicPr>
        <p:blipFill>
          <a:blip r:embed="rId5" cstate="print"/>
          <a:stretch>
            <a:fillRect/>
          </a:stretch>
        </p:blipFill>
        <p:spPr>
          <a:xfrm>
            <a:off x="682751" y="841247"/>
            <a:ext cx="96012" cy="149351"/>
          </a:xfrm>
          <a:prstGeom prst="rect">
            <a:avLst/>
          </a:prstGeom>
        </p:spPr>
      </p:pic>
      <p:pic>
        <p:nvPicPr>
          <p:cNvPr id="11" name="object 11"/>
          <p:cNvPicPr/>
          <p:nvPr/>
        </p:nvPicPr>
        <p:blipFill>
          <a:blip r:embed="rId6" cstate="print"/>
          <a:stretch>
            <a:fillRect/>
          </a:stretch>
        </p:blipFill>
        <p:spPr>
          <a:xfrm>
            <a:off x="1258824" y="1572767"/>
            <a:ext cx="96012" cy="149351"/>
          </a:xfrm>
          <a:prstGeom prst="rect">
            <a:avLst/>
          </a:prstGeom>
        </p:spPr>
      </p:pic>
      <p:pic>
        <p:nvPicPr>
          <p:cNvPr id="12" name="object 12"/>
          <p:cNvPicPr/>
          <p:nvPr/>
        </p:nvPicPr>
        <p:blipFill>
          <a:blip r:embed="rId5" cstate="print"/>
          <a:stretch>
            <a:fillRect/>
          </a:stretch>
        </p:blipFill>
        <p:spPr>
          <a:xfrm>
            <a:off x="920496" y="1816607"/>
            <a:ext cx="96012" cy="149351"/>
          </a:xfrm>
          <a:prstGeom prst="rect">
            <a:avLst/>
          </a:prstGeom>
        </p:spPr>
      </p:pic>
      <p:pic>
        <p:nvPicPr>
          <p:cNvPr id="13" name="object 13"/>
          <p:cNvPicPr/>
          <p:nvPr/>
        </p:nvPicPr>
        <p:blipFill>
          <a:blip r:embed="rId6" cstate="print"/>
          <a:stretch>
            <a:fillRect/>
          </a:stretch>
        </p:blipFill>
        <p:spPr>
          <a:xfrm>
            <a:off x="2209800" y="2304288"/>
            <a:ext cx="96012" cy="149351"/>
          </a:xfrm>
          <a:prstGeom prst="rect">
            <a:avLst/>
          </a:prstGeom>
        </p:spPr>
      </p:pic>
      <p:pic>
        <p:nvPicPr>
          <p:cNvPr id="14" name="object 14"/>
          <p:cNvPicPr/>
          <p:nvPr/>
        </p:nvPicPr>
        <p:blipFill>
          <a:blip r:embed="rId5" cstate="print"/>
          <a:stretch>
            <a:fillRect/>
          </a:stretch>
        </p:blipFill>
        <p:spPr>
          <a:xfrm>
            <a:off x="1597152" y="2791967"/>
            <a:ext cx="96011" cy="149351"/>
          </a:xfrm>
          <a:prstGeom prst="rect">
            <a:avLst/>
          </a:prstGeom>
        </p:spPr>
      </p:pic>
      <p:pic>
        <p:nvPicPr>
          <p:cNvPr id="15" name="object 15"/>
          <p:cNvPicPr/>
          <p:nvPr/>
        </p:nvPicPr>
        <p:blipFill>
          <a:blip r:embed="rId6" cstate="print"/>
          <a:stretch>
            <a:fillRect/>
          </a:stretch>
        </p:blipFill>
        <p:spPr>
          <a:xfrm>
            <a:off x="1258824" y="3279647"/>
            <a:ext cx="96012" cy="149351"/>
          </a:xfrm>
          <a:prstGeom prst="rect">
            <a:avLst/>
          </a:prstGeom>
        </p:spPr>
      </p:pic>
      <p:pic>
        <p:nvPicPr>
          <p:cNvPr id="16" name="object 16"/>
          <p:cNvPicPr/>
          <p:nvPr/>
        </p:nvPicPr>
        <p:blipFill>
          <a:blip r:embed="rId5" cstate="print"/>
          <a:stretch>
            <a:fillRect/>
          </a:stretch>
        </p:blipFill>
        <p:spPr>
          <a:xfrm>
            <a:off x="2429255" y="3768852"/>
            <a:ext cx="96012" cy="147828"/>
          </a:xfrm>
          <a:prstGeom prst="rect">
            <a:avLst/>
          </a:prstGeom>
        </p:spPr>
      </p:pic>
      <p:sp>
        <p:nvSpPr>
          <p:cNvPr id="17" name="object 17"/>
          <p:cNvSpPr txBox="1"/>
          <p:nvPr/>
        </p:nvSpPr>
        <p:spPr>
          <a:xfrm>
            <a:off x="416153" y="280797"/>
            <a:ext cx="3162935" cy="3683635"/>
          </a:xfrm>
          <a:prstGeom prst="rect">
            <a:avLst/>
          </a:prstGeom>
        </p:spPr>
        <p:txBody>
          <a:bodyPr vert="horz" wrap="square" lIns="0" tIns="12065" rIns="0" bIns="0" rtlCol="0">
            <a:spAutoFit/>
          </a:bodyPr>
          <a:lstStyle/>
          <a:p>
            <a:pPr marL="250190" marR="1026160">
              <a:lnSpc>
                <a:spcPct val="100000"/>
              </a:lnSpc>
              <a:spcBef>
                <a:spcPts val="95"/>
              </a:spcBef>
              <a:tabLst>
                <a:tab pos="1554480" algn="l"/>
              </a:tabLst>
            </a:pPr>
            <a:r>
              <a:rPr sz="1600" spc="105" dirty="0">
                <a:solidFill>
                  <a:srgbClr val="808080"/>
                </a:solidFill>
                <a:latin typeface="Trebuchet MS"/>
                <a:cs typeface="Trebuchet MS"/>
              </a:rPr>
              <a:t>nclude</a:t>
            </a:r>
            <a:r>
              <a:rPr sz="1600" spc="105" dirty="0">
                <a:solidFill>
                  <a:srgbClr val="A11515"/>
                </a:solidFill>
                <a:latin typeface="Trebuchet MS"/>
                <a:cs typeface="Trebuchet MS"/>
              </a:rPr>
              <a:t>&lt;</a:t>
            </a:r>
            <a:r>
              <a:rPr sz="1600" spc="20" dirty="0">
                <a:solidFill>
                  <a:srgbClr val="A11515"/>
                </a:solidFill>
                <a:latin typeface="Trebuchet MS"/>
                <a:cs typeface="Trebuchet MS"/>
              </a:rPr>
              <a:t>  </a:t>
            </a:r>
            <a:r>
              <a:rPr sz="1600" spc="70" dirty="0">
                <a:solidFill>
                  <a:srgbClr val="A11515"/>
                </a:solidFill>
                <a:latin typeface="Trebuchet MS"/>
                <a:cs typeface="Trebuchet MS"/>
              </a:rPr>
              <a:t>ostream&gt; </a:t>
            </a:r>
            <a:r>
              <a:rPr sz="1600" spc="145" dirty="0">
                <a:solidFill>
                  <a:srgbClr val="808080"/>
                </a:solidFill>
                <a:latin typeface="Trebuchet MS"/>
                <a:cs typeface="Trebuchet MS"/>
              </a:rPr>
              <a:t>nclude</a:t>
            </a:r>
            <a:r>
              <a:rPr sz="1600" spc="145" dirty="0">
                <a:solidFill>
                  <a:srgbClr val="A11515"/>
                </a:solidFill>
                <a:latin typeface="Trebuchet MS"/>
                <a:cs typeface="Trebuchet MS"/>
              </a:rPr>
              <a:t>&lt;str</a:t>
            </a:r>
            <a:r>
              <a:rPr sz="1600" dirty="0">
                <a:solidFill>
                  <a:srgbClr val="A11515"/>
                </a:solidFill>
                <a:latin typeface="Trebuchet MS"/>
                <a:cs typeface="Trebuchet MS"/>
              </a:rPr>
              <a:t>	</a:t>
            </a:r>
            <a:r>
              <a:rPr sz="1600" spc="30" dirty="0">
                <a:solidFill>
                  <a:srgbClr val="A11515"/>
                </a:solidFill>
                <a:latin typeface="Trebuchet MS"/>
                <a:cs typeface="Trebuchet MS"/>
              </a:rPr>
              <a:t>ng&gt;</a:t>
            </a:r>
            <a:endParaRPr sz="1600">
              <a:latin typeface="Trebuchet MS"/>
              <a:cs typeface="Trebuchet MS"/>
            </a:endParaRPr>
          </a:p>
          <a:p>
            <a:pPr marL="12700" marR="806450">
              <a:lnSpc>
                <a:spcPct val="100000"/>
              </a:lnSpc>
              <a:tabLst>
                <a:tab pos="365760" algn="l"/>
                <a:tab pos="719455" algn="l"/>
                <a:tab pos="1906905" algn="l"/>
              </a:tabLst>
            </a:pPr>
            <a:r>
              <a:rPr sz="1600" spc="50" dirty="0">
                <a:solidFill>
                  <a:srgbClr val="0000FF"/>
                </a:solidFill>
                <a:latin typeface="Trebuchet MS"/>
                <a:cs typeface="Trebuchet MS"/>
              </a:rPr>
              <a:t>us</a:t>
            </a:r>
            <a:r>
              <a:rPr sz="1600" dirty="0">
                <a:solidFill>
                  <a:srgbClr val="0000FF"/>
                </a:solidFill>
                <a:latin typeface="Trebuchet MS"/>
                <a:cs typeface="Trebuchet MS"/>
              </a:rPr>
              <a:t>	</a:t>
            </a:r>
            <a:r>
              <a:rPr sz="1600" spc="-25" dirty="0">
                <a:solidFill>
                  <a:srgbClr val="0000FF"/>
                </a:solidFill>
                <a:latin typeface="Trebuchet MS"/>
                <a:cs typeface="Trebuchet MS"/>
              </a:rPr>
              <a:t>ng</a:t>
            </a:r>
            <a:r>
              <a:rPr sz="1600" dirty="0">
                <a:solidFill>
                  <a:srgbClr val="0000FF"/>
                </a:solidFill>
                <a:latin typeface="Trebuchet MS"/>
                <a:cs typeface="Trebuchet MS"/>
              </a:rPr>
              <a:t>	</a:t>
            </a:r>
            <a:r>
              <a:rPr sz="1600" spc="-480" dirty="0">
                <a:solidFill>
                  <a:srgbClr val="0000FF"/>
                </a:solidFill>
                <a:latin typeface="Trebuchet MS"/>
                <a:cs typeface="Trebuchet MS"/>
              </a:rPr>
              <a:t> </a:t>
            </a:r>
            <a:r>
              <a:rPr sz="1600" spc="-10" dirty="0">
                <a:solidFill>
                  <a:srgbClr val="0000FF"/>
                </a:solidFill>
                <a:latin typeface="Trebuchet MS"/>
                <a:cs typeface="Trebuchet MS"/>
              </a:rPr>
              <a:t>namespace</a:t>
            </a:r>
            <a:r>
              <a:rPr sz="1600" dirty="0">
                <a:solidFill>
                  <a:srgbClr val="0000FF"/>
                </a:solidFill>
                <a:latin typeface="Trebuchet MS"/>
                <a:cs typeface="Trebuchet MS"/>
              </a:rPr>
              <a:t>	</a:t>
            </a:r>
            <a:r>
              <a:rPr sz="1600" spc="-10" dirty="0">
                <a:latin typeface="Trebuchet MS"/>
                <a:cs typeface="Trebuchet MS"/>
              </a:rPr>
              <a:t>s</a:t>
            </a:r>
            <a:r>
              <a:rPr sz="1600" spc="-245" dirty="0">
                <a:latin typeface="Trebuchet MS"/>
                <a:cs typeface="Trebuchet MS"/>
              </a:rPr>
              <a:t> </a:t>
            </a:r>
            <a:r>
              <a:rPr sz="1600" spc="-10" dirty="0">
                <a:latin typeface="Trebuchet MS"/>
                <a:cs typeface="Trebuchet MS"/>
              </a:rPr>
              <a:t>t</a:t>
            </a:r>
            <a:r>
              <a:rPr sz="1600" spc="-245" dirty="0">
                <a:latin typeface="Trebuchet MS"/>
                <a:cs typeface="Trebuchet MS"/>
              </a:rPr>
              <a:t> </a:t>
            </a:r>
            <a:r>
              <a:rPr sz="1600" dirty="0">
                <a:latin typeface="Trebuchet MS"/>
                <a:cs typeface="Trebuchet MS"/>
              </a:rPr>
              <a:t>d</a:t>
            </a:r>
            <a:r>
              <a:rPr sz="1600" spc="-240" dirty="0">
                <a:latin typeface="Trebuchet MS"/>
                <a:cs typeface="Trebuchet MS"/>
              </a:rPr>
              <a:t> </a:t>
            </a:r>
            <a:r>
              <a:rPr sz="1600" spc="-50" dirty="0">
                <a:latin typeface="Trebuchet MS"/>
                <a:cs typeface="Trebuchet MS"/>
              </a:rPr>
              <a:t>; </a:t>
            </a:r>
            <a:r>
              <a:rPr sz="1600" dirty="0">
                <a:solidFill>
                  <a:srgbClr val="0000FF"/>
                </a:solidFill>
                <a:latin typeface="Trebuchet MS"/>
                <a:cs typeface="Trebuchet MS"/>
              </a:rPr>
              <a:t>c</a:t>
            </a:r>
            <a:r>
              <a:rPr sz="1600" spc="-235" dirty="0">
                <a:solidFill>
                  <a:srgbClr val="0000FF"/>
                </a:solidFill>
                <a:latin typeface="Trebuchet MS"/>
                <a:cs typeface="Trebuchet MS"/>
              </a:rPr>
              <a:t> </a:t>
            </a:r>
            <a:r>
              <a:rPr sz="1600" spc="-10" dirty="0">
                <a:solidFill>
                  <a:srgbClr val="0000FF"/>
                </a:solidFill>
                <a:latin typeface="Trebuchet MS"/>
                <a:cs typeface="Trebuchet MS"/>
              </a:rPr>
              <a:t>l</a:t>
            </a:r>
            <a:r>
              <a:rPr sz="1600" spc="-235" dirty="0">
                <a:solidFill>
                  <a:srgbClr val="0000FF"/>
                </a:solidFill>
                <a:latin typeface="Trebuchet MS"/>
                <a:cs typeface="Trebuchet MS"/>
              </a:rPr>
              <a:t> </a:t>
            </a:r>
            <a:r>
              <a:rPr sz="1600" dirty="0">
                <a:solidFill>
                  <a:srgbClr val="0000FF"/>
                </a:solidFill>
                <a:latin typeface="Trebuchet MS"/>
                <a:cs typeface="Trebuchet MS"/>
              </a:rPr>
              <a:t>a</a:t>
            </a:r>
            <a:r>
              <a:rPr sz="1600" spc="-229" dirty="0">
                <a:solidFill>
                  <a:srgbClr val="0000FF"/>
                </a:solidFill>
                <a:latin typeface="Trebuchet MS"/>
                <a:cs typeface="Trebuchet MS"/>
              </a:rPr>
              <a:t> </a:t>
            </a:r>
            <a:r>
              <a:rPr sz="1600" spc="-10" dirty="0">
                <a:solidFill>
                  <a:srgbClr val="0000FF"/>
                </a:solidFill>
                <a:latin typeface="Trebuchet MS"/>
                <a:cs typeface="Trebuchet MS"/>
              </a:rPr>
              <a:t>s</a:t>
            </a:r>
            <a:r>
              <a:rPr sz="1600" spc="-229" dirty="0">
                <a:solidFill>
                  <a:srgbClr val="0000FF"/>
                </a:solidFill>
                <a:latin typeface="Trebuchet MS"/>
                <a:cs typeface="Trebuchet MS"/>
              </a:rPr>
              <a:t> </a:t>
            </a:r>
            <a:r>
              <a:rPr sz="1600" spc="-50" dirty="0">
                <a:solidFill>
                  <a:srgbClr val="0000FF"/>
                </a:solidFill>
                <a:latin typeface="Trebuchet MS"/>
                <a:cs typeface="Trebuchet MS"/>
              </a:rPr>
              <a:t>s</a:t>
            </a:r>
            <a:r>
              <a:rPr sz="1600" dirty="0">
                <a:solidFill>
                  <a:srgbClr val="0000FF"/>
                </a:solidFill>
                <a:latin typeface="Trebuchet MS"/>
                <a:cs typeface="Trebuchet MS"/>
              </a:rPr>
              <a:t>	</a:t>
            </a:r>
            <a:r>
              <a:rPr sz="1600" spc="45" dirty="0">
                <a:solidFill>
                  <a:srgbClr val="2B91AD"/>
                </a:solidFill>
                <a:latin typeface="Trebuchet MS"/>
                <a:cs typeface="Trebuchet MS"/>
              </a:rPr>
              <a:t>Teacher</a:t>
            </a:r>
            <a:endParaRPr sz="1600">
              <a:latin typeface="Trebuchet MS"/>
              <a:cs typeface="Trebuchet MS"/>
            </a:endParaRPr>
          </a:p>
          <a:p>
            <a:pPr marL="12700">
              <a:lnSpc>
                <a:spcPct val="100000"/>
              </a:lnSpc>
            </a:pPr>
            <a:r>
              <a:rPr sz="1600" spc="-50" dirty="0">
                <a:latin typeface="Trebuchet MS"/>
                <a:cs typeface="Trebuchet MS"/>
              </a:rPr>
              <a:t>{</a:t>
            </a:r>
            <a:endParaRPr sz="1600">
              <a:latin typeface="Trebuchet MS"/>
              <a:cs typeface="Trebuchet MS"/>
            </a:endParaRPr>
          </a:p>
          <a:p>
            <a:pPr marL="469900">
              <a:lnSpc>
                <a:spcPct val="100000"/>
              </a:lnSpc>
              <a:tabLst>
                <a:tab pos="941705" algn="l"/>
              </a:tabLst>
            </a:pPr>
            <a:r>
              <a:rPr sz="1600" spc="-10" dirty="0">
                <a:solidFill>
                  <a:srgbClr val="2B91AD"/>
                </a:solidFill>
                <a:latin typeface="Trebuchet MS"/>
                <a:cs typeface="Trebuchet MS"/>
              </a:rPr>
              <a:t>s</a:t>
            </a:r>
            <a:r>
              <a:rPr sz="1600" spc="-185" dirty="0">
                <a:solidFill>
                  <a:srgbClr val="2B91AD"/>
                </a:solidFill>
                <a:latin typeface="Trebuchet MS"/>
                <a:cs typeface="Trebuchet MS"/>
              </a:rPr>
              <a:t> </a:t>
            </a:r>
            <a:r>
              <a:rPr sz="1600" spc="-10" dirty="0">
                <a:solidFill>
                  <a:srgbClr val="2B91AD"/>
                </a:solidFill>
                <a:latin typeface="Trebuchet MS"/>
                <a:cs typeface="Trebuchet MS"/>
              </a:rPr>
              <a:t>t</a:t>
            </a:r>
            <a:r>
              <a:rPr sz="1600" spc="-180" dirty="0">
                <a:solidFill>
                  <a:srgbClr val="2B91AD"/>
                </a:solidFill>
                <a:latin typeface="Trebuchet MS"/>
                <a:cs typeface="Trebuchet MS"/>
              </a:rPr>
              <a:t> </a:t>
            </a:r>
            <a:r>
              <a:rPr sz="1600" spc="-50" dirty="0">
                <a:solidFill>
                  <a:srgbClr val="2B91AD"/>
                </a:solidFill>
                <a:latin typeface="Trebuchet MS"/>
                <a:cs typeface="Trebuchet MS"/>
              </a:rPr>
              <a:t>r</a:t>
            </a:r>
            <a:r>
              <a:rPr sz="1600" dirty="0">
                <a:solidFill>
                  <a:srgbClr val="2B91AD"/>
                </a:solidFill>
                <a:latin typeface="Trebuchet MS"/>
                <a:cs typeface="Trebuchet MS"/>
              </a:rPr>
              <a:t>	</a:t>
            </a:r>
            <a:r>
              <a:rPr sz="1600" spc="45" dirty="0">
                <a:solidFill>
                  <a:srgbClr val="2B91AD"/>
                </a:solidFill>
                <a:latin typeface="Trebuchet MS"/>
                <a:cs typeface="Trebuchet MS"/>
              </a:rPr>
              <a:t>ng</a:t>
            </a:r>
            <a:r>
              <a:rPr sz="1600" spc="10" dirty="0">
                <a:solidFill>
                  <a:srgbClr val="2B91AD"/>
                </a:solidFill>
                <a:latin typeface="Trebuchet MS"/>
                <a:cs typeface="Trebuchet MS"/>
              </a:rPr>
              <a:t>  </a:t>
            </a:r>
            <a:r>
              <a:rPr sz="1600" spc="-20" dirty="0">
                <a:latin typeface="Trebuchet MS"/>
                <a:cs typeface="Trebuchet MS"/>
              </a:rPr>
              <a:t>name;</a:t>
            </a:r>
            <a:endParaRPr sz="1600">
              <a:latin typeface="Trebuchet MS"/>
              <a:cs typeface="Trebuchet MS"/>
            </a:endParaRPr>
          </a:p>
          <a:p>
            <a:pPr marL="12700">
              <a:lnSpc>
                <a:spcPct val="100000"/>
              </a:lnSpc>
              <a:tabLst>
                <a:tab pos="603885" algn="l"/>
              </a:tabLst>
            </a:pPr>
            <a:r>
              <a:rPr sz="1600" spc="80" dirty="0">
                <a:solidFill>
                  <a:srgbClr val="0000FF"/>
                </a:solidFill>
                <a:latin typeface="Trebuchet MS"/>
                <a:cs typeface="Trebuchet MS"/>
              </a:rPr>
              <a:t>publ</a:t>
            </a:r>
            <a:r>
              <a:rPr sz="1600" dirty="0">
                <a:solidFill>
                  <a:srgbClr val="0000FF"/>
                </a:solidFill>
                <a:latin typeface="Trebuchet MS"/>
                <a:cs typeface="Trebuchet MS"/>
              </a:rPr>
              <a:t>	c</a:t>
            </a:r>
            <a:r>
              <a:rPr sz="1600" spc="-254" dirty="0">
                <a:solidFill>
                  <a:srgbClr val="0000FF"/>
                </a:solidFill>
                <a:latin typeface="Trebuchet MS"/>
                <a:cs typeface="Trebuchet MS"/>
              </a:rPr>
              <a:t> </a:t>
            </a:r>
            <a:r>
              <a:rPr sz="1600" spc="-50" dirty="0">
                <a:latin typeface="Trebuchet MS"/>
                <a:cs typeface="Trebuchet MS"/>
              </a:rPr>
              <a:t>:</a:t>
            </a:r>
            <a:endParaRPr sz="1600">
              <a:latin typeface="Trebuchet MS"/>
              <a:cs typeface="Trebuchet MS"/>
            </a:endParaRPr>
          </a:p>
          <a:p>
            <a:pPr marL="469900">
              <a:lnSpc>
                <a:spcPct val="100000"/>
              </a:lnSpc>
            </a:pPr>
            <a:r>
              <a:rPr sz="1600" spc="135" dirty="0">
                <a:latin typeface="Trebuchet MS"/>
                <a:cs typeface="Trebuchet MS"/>
              </a:rPr>
              <a:t>Teacher(){}</a:t>
            </a:r>
            <a:endParaRPr sz="1600">
              <a:latin typeface="Trebuchet MS"/>
              <a:cs typeface="Trebuchet MS"/>
            </a:endParaRPr>
          </a:p>
          <a:p>
            <a:pPr marL="469900">
              <a:lnSpc>
                <a:spcPct val="100000"/>
              </a:lnSpc>
              <a:spcBef>
                <a:spcPts val="5"/>
              </a:spcBef>
              <a:tabLst>
                <a:tab pos="2164080" algn="l"/>
              </a:tabLst>
            </a:pPr>
            <a:r>
              <a:rPr sz="1600" spc="-20" dirty="0">
                <a:latin typeface="Trebuchet MS"/>
                <a:cs typeface="Trebuchet MS"/>
              </a:rPr>
              <a:t>Te</a:t>
            </a:r>
            <a:r>
              <a:rPr sz="1600" spc="-280" dirty="0">
                <a:latin typeface="Trebuchet MS"/>
                <a:cs typeface="Trebuchet MS"/>
              </a:rPr>
              <a:t> </a:t>
            </a:r>
            <a:r>
              <a:rPr sz="1600" dirty="0">
                <a:latin typeface="Trebuchet MS"/>
                <a:cs typeface="Trebuchet MS"/>
              </a:rPr>
              <a:t>a</a:t>
            </a:r>
            <a:r>
              <a:rPr sz="1600" spc="-275" dirty="0">
                <a:latin typeface="Trebuchet MS"/>
                <a:cs typeface="Trebuchet MS"/>
              </a:rPr>
              <a:t> </a:t>
            </a:r>
            <a:r>
              <a:rPr sz="1600" dirty="0">
                <a:latin typeface="Trebuchet MS"/>
                <a:cs typeface="Trebuchet MS"/>
              </a:rPr>
              <a:t>c</a:t>
            </a:r>
            <a:r>
              <a:rPr sz="1600" spc="-275" dirty="0">
                <a:latin typeface="Trebuchet MS"/>
                <a:cs typeface="Trebuchet MS"/>
              </a:rPr>
              <a:t> </a:t>
            </a:r>
            <a:r>
              <a:rPr sz="1600" spc="-10" dirty="0">
                <a:latin typeface="Trebuchet MS"/>
                <a:cs typeface="Trebuchet MS"/>
              </a:rPr>
              <a:t>h</a:t>
            </a:r>
            <a:r>
              <a:rPr sz="1600" spc="-275" dirty="0">
                <a:latin typeface="Trebuchet MS"/>
                <a:cs typeface="Trebuchet MS"/>
              </a:rPr>
              <a:t> </a:t>
            </a:r>
            <a:r>
              <a:rPr sz="1600" spc="-10" dirty="0">
                <a:latin typeface="Trebuchet MS"/>
                <a:cs typeface="Trebuchet MS"/>
              </a:rPr>
              <a:t>e</a:t>
            </a:r>
            <a:r>
              <a:rPr sz="1600" spc="-275" dirty="0">
                <a:latin typeface="Trebuchet MS"/>
                <a:cs typeface="Trebuchet MS"/>
              </a:rPr>
              <a:t> </a:t>
            </a:r>
            <a:r>
              <a:rPr sz="1600" spc="-10" dirty="0">
                <a:latin typeface="Trebuchet MS"/>
                <a:cs typeface="Trebuchet MS"/>
              </a:rPr>
              <a:t>r</a:t>
            </a:r>
            <a:r>
              <a:rPr sz="1600" spc="-275" dirty="0">
                <a:latin typeface="Trebuchet MS"/>
                <a:cs typeface="Trebuchet MS"/>
              </a:rPr>
              <a:t> </a:t>
            </a:r>
            <a:r>
              <a:rPr sz="1600" spc="-10" dirty="0">
                <a:latin typeface="Trebuchet MS"/>
                <a:cs typeface="Trebuchet MS"/>
              </a:rPr>
              <a:t>(</a:t>
            </a:r>
            <a:r>
              <a:rPr sz="1600" spc="-265" dirty="0">
                <a:latin typeface="Trebuchet MS"/>
                <a:cs typeface="Trebuchet MS"/>
              </a:rPr>
              <a:t> </a:t>
            </a:r>
            <a:r>
              <a:rPr sz="1600" spc="-10" dirty="0">
                <a:solidFill>
                  <a:srgbClr val="2B91AD"/>
                </a:solidFill>
                <a:latin typeface="Trebuchet MS"/>
                <a:cs typeface="Trebuchet MS"/>
              </a:rPr>
              <a:t>s</a:t>
            </a:r>
            <a:r>
              <a:rPr sz="1600" spc="-275" dirty="0">
                <a:solidFill>
                  <a:srgbClr val="2B91AD"/>
                </a:solidFill>
                <a:latin typeface="Trebuchet MS"/>
                <a:cs typeface="Trebuchet MS"/>
              </a:rPr>
              <a:t> </a:t>
            </a:r>
            <a:r>
              <a:rPr sz="1600" spc="-10" dirty="0">
                <a:solidFill>
                  <a:srgbClr val="2B91AD"/>
                </a:solidFill>
                <a:latin typeface="Trebuchet MS"/>
                <a:cs typeface="Trebuchet MS"/>
              </a:rPr>
              <a:t>t</a:t>
            </a:r>
            <a:r>
              <a:rPr sz="1600" spc="-280" dirty="0">
                <a:solidFill>
                  <a:srgbClr val="2B91AD"/>
                </a:solidFill>
                <a:latin typeface="Trebuchet MS"/>
                <a:cs typeface="Trebuchet MS"/>
              </a:rPr>
              <a:t> </a:t>
            </a:r>
            <a:r>
              <a:rPr sz="1600" spc="-10" dirty="0">
                <a:solidFill>
                  <a:srgbClr val="2B91AD"/>
                </a:solidFill>
                <a:latin typeface="Trebuchet MS"/>
                <a:cs typeface="Trebuchet MS"/>
              </a:rPr>
              <a:t>r</a:t>
            </a:r>
            <a:r>
              <a:rPr sz="1600" spc="-270" dirty="0">
                <a:solidFill>
                  <a:srgbClr val="2B91AD"/>
                </a:solidFill>
                <a:latin typeface="Trebuchet MS"/>
                <a:cs typeface="Trebuchet MS"/>
              </a:rPr>
              <a:t> </a:t>
            </a:r>
            <a:r>
              <a:rPr sz="1600" spc="65" dirty="0">
                <a:solidFill>
                  <a:srgbClr val="2B91AD"/>
                </a:solidFill>
                <a:latin typeface="Trebuchet MS"/>
                <a:cs typeface="Trebuchet MS"/>
              </a:rPr>
              <a:t>ng</a:t>
            </a:r>
            <a:r>
              <a:rPr sz="1600" dirty="0">
                <a:solidFill>
                  <a:srgbClr val="2B91AD"/>
                </a:solidFill>
                <a:latin typeface="Trebuchet MS"/>
                <a:cs typeface="Trebuchet MS"/>
              </a:rPr>
              <a:t>	</a:t>
            </a:r>
            <a:r>
              <a:rPr sz="1600" spc="-10" dirty="0">
                <a:solidFill>
                  <a:srgbClr val="808080"/>
                </a:solidFill>
                <a:latin typeface="Trebuchet MS"/>
                <a:cs typeface="Trebuchet MS"/>
              </a:rPr>
              <a:t>n</a:t>
            </a:r>
            <a:r>
              <a:rPr sz="1600" spc="-275" dirty="0">
                <a:solidFill>
                  <a:srgbClr val="808080"/>
                </a:solidFill>
                <a:latin typeface="Trebuchet MS"/>
                <a:cs typeface="Trebuchet MS"/>
              </a:rPr>
              <a:t> </a:t>
            </a:r>
            <a:r>
              <a:rPr sz="1600" spc="-50" dirty="0">
                <a:latin typeface="Trebuchet MS"/>
                <a:cs typeface="Trebuchet MS"/>
              </a:rPr>
              <a:t>)</a:t>
            </a:r>
            <a:endParaRPr sz="1600">
              <a:latin typeface="Trebuchet MS"/>
              <a:cs typeface="Trebuchet MS"/>
            </a:endParaRPr>
          </a:p>
          <a:p>
            <a:pPr marL="469900">
              <a:lnSpc>
                <a:spcPct val="100000"/>
              </a:lnSpc>
            </a:pPr>
            <a:r>
              <a:rPr sz="1600" spc="-50" dirty="0">
                <a:latin typeface="Trebuchet MS"/>
                <a:cs typeface="Trebuchet MS"/>
              </a:rPr>
              <a:t>{</a:t>
            </a:r>
            <a:endParaRPr sz="1600">
              <a:latin typeface="Trebuchet MS"/>
              <a:cs typeface="Trebuchet MS"/>
            </a:endParaRPr>
          </a:p>
          <a:p>
            <a:pPr marL="927100">
              <a:lnSpc>
                <a:spcPct val="100000"/>
              </a:lnSpc>
              <a:tabLst>
                <a:tab pos="1282065" algn="l"/>
                <a:tab pos="2225040" algn="l"/>
                <a:tab pos="2464435" algn="l"/>
              </a:tabLst>
            </a:pPr>
            <a:r>
              <a:rPr sz="1600" spc="55" dirty="0">
                <a:solidFill>
                  <a:srgbClr val="0000FF"/>
                </a:solidFill>
                <a:latin typeface="Trebuchet MS"/>
                <a:cs typeface="Trebuchet MS"/>
              </a:rPr>
              <a:t>th</a:t>
            </a:r>
            <a:r>
              <a:rPr sz="1600" dirty="0">
                <a:solidFill>
                  <a:srgbClr val="0000FF"/>
                </a:solidFill>
                <a:latin typeface="Trebuchet MS"/>
                <a:cs typeface="Trebuchet MS"/>
              </a:rPr>
              <a:t>	</a:t>
            </a:r>
            <a:r>
              <a:rPr sz="1600" spc="60" dirty="0">
                <a:solidFill>
                  <a:srgbClr val="0000FF"/>
                </a:solidFill>
                <a:latin typeface="Trebuchet MS"/>
                <a:cs typeface="Trebuchet MS"/>
              </a:rPr>
              <a:t>s</a:t>
            </a:r>
            <a:r>
              <a:rPr sz="1600" spc="60" dirty="0">
                <a:latin typeface="Trebuchet MS"/>
                <a:cs typeface="Trebuchet MS"/>
              </a:rPr>
              <a:t>-</a:t>
            </a:r>
            <a:r>
              <a:rPr sz="1600" spc="30" dirty="0">
                <a:latin typeface="Trebuchet MS"/>
                <a:cs typeface="Trebuchet MS"/>
              </a:rPr>
              <a:t>&gt;name</a:t>
            </a:r>
            <a:r>
              <a:rPr sz="1600" dirty="0">
                <a:latin typeface="Trebuchet MS"/>
                <a:cs typeface="Trebuchet MS"/>
              </a:rPr>
              <a:t>	</a:t>
            </a:r>
            <a:r>
              <a:rPr sz="1600" spc="-50" dirty="0">
                <a:solidFill>
                  <a:srgbClr val="008080"/>
                </a:solidFill>
                <a:latin typeface="Trebuchet MS"/>
                <a:cs typeface="Trebuchet MS"/>
              </a:rPr>
              <a:t>=</a:t>
            </a:r>
            <a:r>
              <a:rPr sz="1600" dirty="0">
                <a:solidFill>
                  <a:srgbClr val="008080"/>
                </a:solidFill>
                <a:latin typeface="Trebuchet MS"/>
                <a:cs typeface="Trebuchet MS"/>
              </a:rPr>
              <a:t>	</a:t>
            </a:r>
            <a:r>
              <a:rPr sz="1600" spc="-10" dirty="0">
                <a:solidFill>
                  <a:srgbClr val="808080"/>
                </a:solidFill>
                <a:latin typeface="Trebuchet MS"/>
                <a:cs typeface="Trebuchet MS"/>
              </a:rPr>
              <a:t>n</a:t>
            </a:r>
            <a:r>
              <a:rPr sz="1600" spc="-275" dirty="0">
                <a:solidFill>
                  <a:srgbClr val="808080"/>
                </a:solidFill>
                <a:latin typeface="Trebuchet MS"/>
                <a:cs typeface="Trebuchet MS"/>
              </a:rPr>
              <a:t> </a:t>
            </a:r>
            <a:r>
              <a:rPr sz="1600" spc="-50" dirty="0">
                <a:latin typeface="Trebuchet MS"/>
                <a:cs typeface="Trebuchet MS"/>
              </a:rPr>
              <a:t>;</a:t>
            </a:r>
            <a:endParaRPr sz="1600">
              <a:latin typeface="Trebuchet MS"/>
              <a:cs typeface="Trebuchet MS"/>
            </a:endParaRPr>
          </a:p>
          <a:p>
            <a:pPr marL="469900">
              <a:lnSpc>
                <a:spcPct val="100000"/>
              </a:lnSpc>
            </a:pPr>
            <a:r>
              <a:rPr sz="1600" spc="-50" dirty="0">
                <a:latin typeface="Trebuchet MS"/>
                <a:cs typeface="Trebuchet MS"/>
              </a:rPr>
              <a:t>}</a:t>
            </a:r>
            <a:endParaRPr sz="1600">
              <a:latin typeface="Trebuchet MS"/>
              <a:cs typeface="Trebuchet MS"/>
            </a:endParaRPr>
          </a:p>
          <a:p>
            <a:pPr marL="469900">
              <a:lnSpc>
                <a:spcPct val="100000"/>
              </a:lnSpc>
              <a:tabLst>
                <a:tab pos="941705" algn="l"/>
              </a:tabLst>
            </a:pPr>
            <a:r>
              <a:rPr sz="1600" spc="-10" dirty="0">
                <a:solidFill>
                  <a:srgbClr val="2B91AD"/>
                </a:solidFill>
                <a:latin typeface="Trebuchet MS"/>
                <a:cs typeface="Trebuchet MS"/>
              </a:rPr>
              <a:t>s</a:t>
            </a:r>
            <a:r>
              <a:rPr sz="1600" spc="-185" dirty="0">
                <a:solidFill>
                  <a:srgbClr val="2B91AD"/>
                </a:solidFill>
                <a:latin typeface="Trebuchet MS"/>
                <a:cs typeface="Trebuchet MS"/>
              </a:rPr>
              <a:t> </a:t>
            </a:r>
            <a:r>
              <a:rPr sz="1600" spc="-10" dirty="0">
                <a:solidFill>
                  <a:srgbClr val="2B91AD"/>
                </a:solidFill>
                <a:latin typeface="Trebuchet MS"/>
                <a:cs typeface="Trebuchet MS"/>
              </a:rPr>
              <a:t>t</a:t>
            </a:r>
            <a:r>
              <a:rPr sz="1600" spc="-180" dirty="0">
                <a:solidFill>
                  <a:srgbClr val="2B91AD"/>
                </a:solidFill>
                <a:latin typeface="Trebuchet MS"/>
                <a:cs typeface="Trebuchet MS"/>
              </a:rPr>
              <a:t> </a:t>
            </a:r>
            <a:r>
              <a:rPr sz="1600" spc="-50" dirty="0">
                <a:solidFill>
                  <a:srgbClr val="2B91AD"/>
                </a:solidFill>
                <a:latin typeface="Trebuchet MS"/>
                <a:cs typeface="Trebuchet MS"/>
              </a:rPr>
              <a:t>r</a:t>
            </a:r>
            <a:r>
              <a:rPr sz="1600" dirty="0">
                <a:solidFill>
                  <a:srgbClr val="2B91AD"/>
                </a:solidFill>
                <a:latin typeface="Trebuchet MS"/>
                <a:cs typeface="Trebuchet MS"/>
              </a:rPr>
              <a:t>	ng</a:t>
            </a:r>
            <a:r>
              <a:rPr sz="1600" spc="55" dirty="0">
                <a:solidFill>
                  <a:srgbClr val="2B91AD"/>
                </a:solidFill>
                <a:latin typeface="Trebuchet MS"/>
                <a:cs typeface="Trebuchet MS"/>
              </a:rPr>
              <a:t>  </a:t>
            </a:r>
            <a:r>
              <a:rPr sz="1600" spc="70" dirty="0">
                <a:latin typeface="Trebuchet MS"/>
                <a:cs typeface="Trebuchet MS"/>
              </a:rPr>
              <a:t>getTeachername()</a:t>
            </a:r>
            <a:endParaRPr sz="1600">
              <a:latin typeface="Trebuchet MS"/>
              <a:cs typeface="Trebuchet MS"/>
            </a:endParaRPr>
          </a:p>
          <a:p>
            <a:pPr marL="469900">
              <a:lnSpc>
                <a:spcPct val="100000"/>
              </a:lnSpc>
            </a:pPr>
            <a:r>
              <a:rPr sz="1600" spc="-50" dirty="0">
                <a:latin typeface="Trebuchet MS"/>
                <a:cs typeface="Trebuchet MS"/>
              </a:rPr>
              <a:t>{</a:t>
            </a:r>
            <a:endParaRPr sz="1600">
              <a:latin typeface="Trebuchet MS"/>
              <a:cs typeface="Trebuchet MS"/>
            </a:endParaRPr>
          </a:p>
          <a:p>
            <a:pPr marL="927100">
              <a:lnSpc>
                <a:spcPct val="100000"/>
              </a:lnSpc>
              <a:tabLst>
                <a:tab pos="1755775" algn="l"/>
                <a:tab pos="2107565" algn="l"/>
              </a:tabLst>
            </a:pPr>
            <a:r>
              <a:rPr sz="1600" spc="130" dirty="0">
                <a:solidFill>
                  <a:srgbClr val="0000FF"/>
                </a:solidFill>
                <a:latin typeface="Trebuchet MS"/>
                <a:cs typeface="Trebuchet MS"/>
              </a:rPr>
              <a:t>return</a:t>
            </a:r>
            <a:r>
              <a:rPr sz="1600" dirty="0">
                <a:solidFill>
                  <a:srgbClr val="0000FF"/>
                </a:solidFill>
                <a:latin typeface="Trebuchet MS"/>
                <a:cs typeface="Trebuchet MS"/>
              </a:rPr>
              <a:t>	</a:t>
            </a:r>
            <a:r>
              <a:rPr sz="1600" spc="55" dirty="0">
                <a:solidFill>
                  <a:srgbClr val="0000FF"/>
                </a:solidFill>
                <a:latin typeface="Trebuchet MS"/>
                <a:cs typeface="Trebuchet MS"/>
              </a:rPr>
              <a:t>th</a:t>
            </a:r>
            <a:r>
              <a:rPr sz="1600" dirty="0">
                <a:solidFill>
                  <a:srgbClr val="0000FF"/>
                </a:solidFill>
                <a:latin typeface="Trebuchet MS"/>
                <a:cs typeface="Trebuchet MS"/>
              </a:rPr>
              <a:t>	</a:t>
            </a:r>
            <a:r>
              <a:rPr sz="1600" spc="100" dirty="0">
                <a:solidFill>
                  <a:srgbClr val="0000FF"/>
                </a:solidFill>
                <a:latin typeface="Trebuchet MS"/>
                <a:cs typeface="Trebuchet MS"/>
              </a:rPr>
              <a:t>s</a:t>
            </a:r>
            <a:r>
              <a:rPr sz="1600" spc="100" dirty="0">
                <a:latin typeface="Trebuchet MS"/>
                <a:cs typeface="Trebuchet MS"/>
              </a:rPr>
              <a:t>-</a:t>
            </a:r>
            <a:r>
              <a:rPr sz="1600" spc="70" dirty="0">
                <a:latin typeface="Trebuchet MS"/>
                <a:cs typeface="Trebuchet MS"/>
              </a:rPr>
              <a:t>&gt;name;</a:t>
            </a:r>
            <a:endParaRPr sz="1600">
              <a:latin typeface="Trebuchet MS"/>
              <a:cs typeface="Trebuchet MS"/>
            </a:endParaRPr>
          </a:p>
        </p:txBody>
      </p:sp>
      <p:sp>
        <p:nvSpPr>
          <p:cNvPr id="18" name="object 18"/>
          <p:cNvSpPr txBox="1"/>
          <p:nvPr/>
        </p:nvSpPr>
        <p:spPr>
          <a:xfrm>
            <a:off x="873353" y="3938727"/>
            <a:ext cx="100330" cy="269240"/>
          </a:xfrm>
          <a:prstGeom prst="rect">
            <a:avLst/>
          </a:prstGeom>
        </p:spPr>
        <p:txBody>
          <a:bodyPr vert="horz" wrap="square" lIns="0" tIns="12065" rIns="0" bIns="0" rtlCol="0">
            <a:spAutoFit/>
          </a:bodyPr>
          <a:lstStyle/>
          <a:p>
            <a:pPr marL="12700">
              <a:lnSpc>
                <a:spcPct val="100000"/>
              </a:lnSpc>
              <a:spcBef>
                <a:spcPts val="95"/>
              </a:spcBef>
            </a:pPr>
            <a:r>
              <a:rPr sz="1600" spc="-50" dirty="0">
                <a:latin typeface="Trebuchet MS"/>
                <a:cs typeface="Trebuchet MS"/>
              </a:rPr>
              <a:t>}</a:t>
            </a:r>
            <a:endParaRPr sz="1600">
              <a:latin typeface="Trebuchet MS"/>
              <a:cs typeface="Trebuchet MS"/>
            </a:endParaRPr>
          </a:p>
        </p:txBody>
      </p:sp>
      <p:sp>
        <p:nvSpPr>
          <p:cNvPr id="19" name="object 19"/>
          <p:cNvSpPr txBox="1"/>
          <p:nvPr/>
        </p:nvSpPr>
        <p:spPr>
          <a:xfrm>
            <a:off x="873353" y="4183126"/>
            <a:ext cx="2563495" cy="756920"/>
          </a:xfrm>
          <a:prstGeom prst="rect">
            <a:avLst/>
          </a:prstGeom>
        </p:spPr>
        <p:txBody>
          <a:bodyPr vert="horz" wrap="square" lIns="0" tIns="12065" rIns="0" bIns="0" rtlCol="0">
            <a:spAutoFit/>
          </a:bodyPr>
          <a:lstStyle/>
          <a:p>
            <a:pPr marL="12700">
              <a:lnSpc>
                <a:spcPct val="100000"/>
              </a:lnSpc>
              <a:spcBef>
                <a:spcPts val="95"/>
              </a:spcBef>
            </a:pPr>
            <a:r>
              <a:rPr sz="1600" spc="90" dirty="0">
                <a:latin typeface="Trebuchet MS"/>
                <a:cs typeface="Trebuchet MS"/>
              </a:rPr>
              <a:t>~Teacher()</a:t>
            </a:r>
            <a:endParaRPr sz="1600">
              <a:latin typeface="Trebuchet MS"/>
              <a:cs typeface="Trebuchet MS"/>
            </a:endParaRPr>
          </a:p>
          <a:p>
            <a:pPr marL="12700">
              <a:lnSpc>
                <a:spcPct val="100000"/>
              </a:lnSpc>
            </a:pPr>
            <a:r>
              <a:rPr sz="1600" spc="-50" dirty="0">
                <a:latin typeface="Trebuchet MS"/>
                <a:cs typeface="Trebuchet MS"/>
              </a:rPr>
              <a:t>{</a:t>
            </a:r>
            <a:endParaRPr sz="1600">
              <a:latin typeface="Trebuchet MS"/>
              <a:cs typeface="Trebuchet MS"/>
            </a:endParaRPr>
          </a:p>
          <a:p>
            <a:pPr marL="469900">
              <a:lnSpc>
                <a:spcPct val="100000"/>
              </a:lnSpc>
              <a:tabLst>
                <a:tab pos="1059180" algn="l"/>
                <a:tab pos="1412875" algn="l"/>
              </a:tabLst>
            </a:pPr>
            <a:r>
              <a:rPr sz="1600" spc="75" dirty="0">
                <a:latin typeface="Trebuchet MS"/>
                <a:cs typeface="Trebuchet MS"/>
              </a:rPr>
              <a:t>cout</a:t>
            </a:r>
            <a:r>
              <a:rPr sz="1600" dirty="0">
                <a:latin typeface="Trebuchet MS"/>
                <a:cs typeface="Trebuchet MS"/>
              </a:rPr>
              <a:t>	</a:t>
            </a:r>
            <a:r>
              <a:rPr sz="1600" spc="-25" dirty="0">
                <a:solidFill>
                  <a:srgbClr val="008080"/>
                </a:solidFill>
                <a:latin typeface="Trebuchet MS"/>
                <a:cs typeface="Trebuchet MS"/>
              </a:rPr>
              <a:t>&lt;&lt;</a:t>
            </a:r>
            <a:r>
              <a:rPr sz="1600" dirty="0">
                <a:solidFill>
                  <a:srgbClr val="008080"/>
                </a:solidFill>
                <a:latin typeface="Trebuchet MS"/>
                <a:cs typeface="Trebuchet MS"/>
              </a:rPr>
              <a:t>	</a:t>
            </a:r>
            <a:r>
              <a:rPr sz="1600" spc="60" dirty="0">
                <a:solidFill>
                  <a:srgbClr val="A11515"/>
                </a:solidFill>
                <a:latin typeface="Trebuchet MS"/>
                <a:cs typeface="Trebuchet MS"/>
              </a:rPr>
              <a:t>"\</a:t>
            </a:r>
            <a:r>
              <a:rPr sz="1600" spc="-330" dirty="0">
                <a:solidFill>
                  <a:srgbClr val="A11515"/>
                </a:solidFill>
                <a:latin typeface="Trebuchet MS"/>
                <a:cs typeface="Trebuchet MS"/>
              </a:rPr>
              <a:t> </a:t>
            </a:r>
            <a:r>
              <a:rPr sz="1600" spc="-10" dirty="0">
                <a:solidFill>
                  <a:srgbClr val="A11515"/>
                </a:solidFill>
                <a:latin typeface="Trebuchet MS"/>
                <a:cs typeface="Trebuchet MS"/>
              </a:rPr>
              <a:t>n</a:t>
            </a:r>
            <a:r>
              <a:rPr sz="1600" spc="-320" dirty="0">
                <a:solidFill>
                  <a:srgbClr val="A11515"/>
                </a:solidFill>
                <a:latin typeface="Trebuchet MS"/>
                <a:cs typeface="Trebuchet MS"/>
              </a:rPr>
              <a:t> </a:t>
            </a:r>
            <a:r>
              <a:rPr sz="1600" spc="85" dirty="0">
                <a:solidFill>
                  <a:srgbClr val="A11515"/>
                </a:solidFill>
                <a:latin typeface="Trebuchet MS"/>
                <a:cs typeface="Trebuchet MS"/>
              </a:rPr>
              <a:t>Teacher</a:t>
            </a:r>
            <a:endParaRPr sz="1600">
              <a:latin typeface="Trebuchet MS"/>
              <a:cs typeface="Trebuchet MS"/>
            </a:endParaRPr>
          </a:p>
        </p:txBody>
      </p:sp>
      <p:sp>
        <p:nvSpPr>
          <p:cNvPr id="20" name="object 20"/>
          <p:cNvSpPr txBox="1"/>
          <p:nvPr/>
        </p:nvSpPr>
        <p:spPr>
          <a:xfrm>
            <a:off x="3555872" y="4670805"/>
            <a:ext cx="1776095" cy="269240"/>
          </a:xfrm>
          <a:prstGeom prst="rect">
            <a:avLst/>
          </a:prstGeom>
        </p:spPr>
        <p:txBody>
          <a:bodyPr vert="horz" wrap="square" lIns="0" tIns="12065" rIns="0" bIns="0" rtlCol="0">
            <a:spAutoFit/>
          </a:bodyPr>
          <a:lstStyle/>
          <a:p>
            <a:pPr marL="12700">
              <a:lnSpc>
                <a:spcPct val="100000"/>
              </a:lnSpc>
              <a:spcBef>
                <a:spcPts val="95"/>
              </a:spcBef>
              <a:tabLst>
                <a:tab pos="1524635" algn="l"/>
              </a:tabLst>
            </a:pPr>
            <a:r>
              <a:rPr sz="1600" spc="145" dirty="0">
                <a:solidFill>
                  <a:srgbClr val="A11515"/>
                </a:solidFill>
                <a:latin typeface="Trebuchet MS"/>
                <a:cs typeface="Trebuchet MS"/>
              </a:rPr>
              <a:t>Destroyed"</a:t>
            </a:r>
            <a:r>
              <a:rPr sz="1600" spc="145" dirty="0">
                <a:latin typeface="Trebuchet MS"/>
                <a:cs typeface="Trebuchet MS"/>
              </a:rPr>
              <a:t>;</a:t>
            </a:r>
            <a:r>
              <a:rPr sz="1600" dirty="0">
                <a:latin typeface="Trebuchet MS"/>
                <a:cs typeface="Trebuchet MS"/>
              </a:rPr>
              <a:t>	</a:t>
            </a:r>
            <a:r>
              <a:rPr sz="1600" spc="140" dirty="0">
                <a:latin typeface="Trebuchet MS"/>
                <a:cs typeface="Trebuchet MS"/>
              </a:rPr>
              <a:t>}; </a:t>
            </a:r>
            <a:endParaRPr sz="1600">
              <a:latin typeface="Trebuchet MS"/>
              <a:cs typeface="Trebuchet MS"/>
            </a:endParaRPr>
          </a:p>
        </p:txBody>
      </p:sp>
      <p:sp>
        <p:nvSpPr>
          <p:cNvPr id="21" name="object 21"/>
          <p:cNvSpPr txBox="1"/>
          <p:nvPr/>
        </p:nvSpPr>
        <p:spPr>
          <a:xfrm>
            <a:off x="873353" y="4914646"/>
            <a:ext cx="100330" cy="269240"/>
          </a:xfrm>
          <a:prstGeom prst="rect">
            <a:avLst/>
          </a:prstGeom>
        </p:spPr>
        <p:txBody>
          <a:bodyPr vert="horz" wrap="square" lIns="0" tIns="12065" rIns="0" bIns="0" rtlCol="0">
            <a:spAutoFit/>
          </a:bodyPr>
          <a:lstStyle/>
          <a:p>
            <a:pPr marL="12700">
              <a:lnSpc>
                <a:spcPct val="100000"/>
              </a:lnSpc>
              <a:spcBef>
                <a:spcPts val="95"/>
              </a:spcBef>
            </a:pPr>
            <a:r>
              <a:rPr sz="1600" spc="-50" dirty="0">
                <a:latin typeface="Trebuchet MS"/>
                <a:cs typeface="Trebuchet MS"/>
              </a:rPr>
              <a:t>}</a:t>
            </a:r>
            <a:endParaRPr sz="1600">
              <a:latin typeface="Trebuchet MS"/>
              <a:cs typeface="Trebuchet MS"/>
            </a:endParaRPr>
          </a:p>
        </p:txBody>
      </p:sp>
      <p:sp>
        <p:nvSpPr>
          <p:cNvPr id="22" name="object 22"/>
          <p:cNvSpPr txBox="1"/>
          <p:nvPr/>
        </p:nvSpPr>
        <p:spPr>
          <a:xfrm>
            <a:off x="416153" y="5159755"/>
            <a:ext cx="263525" cy="269240"/>
          </a:xfrm>
          <a:prstGeom prst="rect">
            <a:avLst/>
          </a:prstGeom>
        </p:spPr>
        <p:txBody>
          <a:bodyPr vert="horz" wrap="square" lIns="0" tIns="12065" rIns="0" bIns="0" rtlCol="0">
            <a:spAutoFit/>
          </a:bodyPr>
          <a:lstStyle/>
          <a:p>
            <a:pPr marL="12700">
              <a:lnSpc>
                <a:spcPct val="100000"/>
              </a:lnSpc>
              <a:spcBef>
                <a:spcPts val="95"/>
              </a:spcBef>
            </a:pPr>
            <a:r>
              <a:rPr sz="1600" spc="140" dirty="0">
                <a:latin typeface="Trebuchet MS"/>
                <a:cs typeface="Trebuchet MS"/>
              </a:rPr>
              <a:t>}; </a:t>
            </a:r>
            <a:endParaRPr sz="1600">
              <a:latin typeface="Trebuchet MS"/>
              <a:cs typeface="Trebuchet MS"/>
            </a:endParaRPr>
          </a:p>
        </p:txBody>
      </p:sp>
      <p:pic>
        <p:nvPicPr>
          <p:cNvPr id="23" name="object 23"/>
          <p:cNvPicPr/>
          <p:nvPr/>
        </p:nvPicPr>
        <p:blipFill>
          <a:blip r:embed="rId6" cstate="print"/>
          <a:stretch>
            <a:fillRect/>
          </a:stretch>
        </p:blipFill>
        <p:spPr>
          <a:xfrm>
            <a:off x="5910071" y="841247"/>
            <a:ext cx="96012" cy="149351"/>
          </a:xfrm>
          <a:prstGeom prst="rect">
            <a:avLst/>
          </a:prstGeom>
        </p:spPr>
      </p:pic>
      <p:pic>
        <p:nvPicPr>
          <p:cNvPr id="24" name="object 24"/>
          <p:cNvPicPr/>
          <p:nvPr/>
        </p:nvPicPr>
        <p:blipFill>
          <a:blip r:embed="rId5" cstate="print"/>
          <a:stretch>
            <a:fillRect/>
          </a:stretch>
        </p:blipFill>
        <p:spPr>
          <a:xfrm>
            <a:off x="5571744" y="1328927"/>
            <a:ext cx="96012" cy="149351"/>
          </a:xfrm>
          <a:prstGeom prst="rect">
            <a:avLst/>
          </a:prstGeom>
        </p:spPr>
      </p:pic>
      <p:pic>
        <p:nvPicPr>
          <p:cNvPr id="25" name="object 25"/>
          <p:cNvPicPr/>
          <p:nvPr/>
        </p:nvPicPr>
        <p:blipFill>
          <a:blip r:embed="rId5" cstate="print"/>
          <a:stretch>
            <a:fillRect/>
          </a:stretch>
        </p:blipFill>
        <p:spPr>
          <a:xfrm>
            <a:off x="6248400" y="2304288"/>
            <a:ext cx="96012" cy="149351"/>
          </a:xfrm>
          <a:prstGeom prst="rect">
            <a:avLst/>
          </a:prstGeom>
        </p:spPr>
      </p:pic>
      <p:pic>
        <p:nvPicPr>
          <p:cNvPr id="26" name="object 26"/>
          <p:cNvPicPr/>
          <p:nvPr/>
        </p:nvPicPr>
        <p:blipFill>
          <a:blip r:embed="rId6" cstate="print"/>
          <a:stretch>
            <a:fillRect/>
          </a:stretch>
        </p:blipFill>
        <p:spPr>
          <a:xfrm>
            <a:off x="5910071" y="2791967"/>
            <a:ext cx="96012" cy="149351"/>
          </a:xfrm>
          <a:prstGeom prst="rect">
            <a:avLst/>
          </a:prstGeom>
        </p:spPr>
      </p:pic>
      <p:pic>
        <p:nvPicPr>
          <p:cNvPr id="27" name="object 27"/>
          <p:cNvPicPr/>
          <p:nvPr/>
        </p:nvPicPr>
        <p:blipFill>
          <a:blip r:embed="rId5" cstate="print"/>
          <a:stretch>
            <a:fillRect/>
          </a:stretch>
        </p:blipFill>
        <p:spPr>
          <a:xfrm>
            <a:off x="7080504" y="3279647"/>
            <a:ext cx="96010" cy="149351"/>
          </a:xfrm>
          <a:prstGeom prst="rect">
            <a:avLst/>
          </a:prstGeom>
        </p:spPr>
      </p:pic>
      <p:sp>
        <p:nvSpPr>
          <p:cNvPr id="28" name="object 28"/>
          <p:cNvSpPr txBox="1"/>
          <p:nvPr/>
        </p:nvSpPr>
        <p:spPr>
          <a:xfrm>
            <a:off x="5068315" y="280797"/>
            <a:ext cx="1908810" cy="1000760"/>
          </a:xfrm>
          <a:prstGeom prst="rect">
            <a:avLst/>
          </a:prstGeom>
        </p:spPr>
        <p:txBody>
          <a:bodyPr vert="horz" wrap="square" lIns="0" tIns="12065" rIns="0" bIns="0" rtlCol="0">
            <a:spAutoFit/>
          </a:bodyPr>
          <a:lstStyle/>
          <a:p>
            <a:pPr marL="12700">
              <a:lnSpc>
                <a:spcPct val="100000"/>
              </a:lnSpc>
              <a:spcBef>
                <a:spcPts val="95"/>
              </a:spcBef>
              <a:tabLst>
                <a:tab pos="715010" algn="l"/>
              </a:tabLst>
            </a:pPr>
            <a:r>
              <a:rPr sz="1600" dirty="0">
                <a:solidFill>
                  <a:srgbClr val="0000FF"/>
                </a:solidFill>
                <a:latin typeface="Trebuchet MS"/>
                <a:cs typeface="Trebuchet MS"/>
              </a:rPr>
              <a:t>c</a:t>
            </a:r>
            <a:r>
              <a:rPr sz="1600" spc="-235" dirty="0">
                <a:solidFill>
                  <a:srgbClr val="0000FF"/>
                </a:solidFill>
                <a:latin typeface="Trebuchet MS"/>
                <a:cs typeface="Trebuchet MS"/>
              </a:rPr>
              <a:t> </a:t>
            </a:r>
            <a:r>
              <a:rPr sz="1600" spc="-10" dirty="0">
                <a:solidFill>
                  <a:srgbClr val="0000FF"/>
                </a:solidFill>
                <a:latin typeface="Trebuchet MS"/>
                <a:cs typeface="Trebuchet MS"/>
              </a:rPr>
              <a:t>l</a:t>
            </a:r>
            <a:r>
              <a:rPr sz="1600" spc="-235" dirty="0">
                <a:solidFill>
                  <a:srgbClr val="0000FF"/>
                </a:solidFill>
                <a:latin typeface="Trebuchet MS"/>
                <a:cs typeface="Trebuchet MS"/>
              </a:rPr>
              <a:t> </a:t>
            </a:r>
            <a:r>
              <a:rPr sz="1600" dirty="0">
                <a:solidFill>
                  <a:srgbClr val="0000FF"/>
                </a:solidFill>
                <a:latin typeface="Trebuchet MS"/>
                <a:cs typeface="Trebuchet MS"/>
              </a:rPr>
              <a:t>a</a:t>
            </a:r>
            <a:r>
              <a:rPr sz="1600" spc="-229" dirty="0">
                <a:solidFill>
                  <a:srgbClr val="0000FF"/>
                </a:solidFill>
                <a:latin typeface="Trebuchet MS"/>
                <a:cs typeface="Trebuchet MS"/>
              </a:rPr>
              <a:t> </a:t>
            </a:r>
            <a:r>
              <a:rPr sz="1600" spc="-10" dirty="0">
                <a:solidFill>
                  <a:srgbClr val="0000FF"/>
                </a:solidFill>
                <a:latin typeface="Trebuchet MS"/>
                <a:cs typeface="Trebuchet MS"/>
              </a:rPr>
              <a:t>s</a:t>
            </a:r>
            <a:r>
              <a:rPr sz="1600" spc="-229" dirty="0">
                <a:solidFill>
                  <a:srgbClr val="0000FF"/>
                </a:solidFill>
                <a:latin typeface="Trebuchet MS"/>
                <a:cs typeface="Trebuchet MS"/>
              </a:rPr>
              <a:t> </a:t>
            </a:r>
            <a:r>
              <a:rPr sz="1600" spc="-50" dirty="0">
                <a:solidFill>
                  <a:srgbClr val="0000FF"/>
                </a:solidFill>
                <a:latin typeface="Trebuchet MS"/>
                <a:cs typeface="Trebuchet MS"/>
              </a:rPr>
              <a:t>s</a:t>
            </a:r>
            <a:r>
              <a:rPr sz="1600" dirty="0">
                <a:solidFill>
                  <a:srgbClr val="0000FF"/>
                </a:solidFill>
                <a:latin typeface="Trebuchet MS"/>
                <a:cs typeface="Trebuchet MS"/>
              </a:rPr>
              <a:t>	</a:t>
            </a:r>
            <a:r>
              <a:rPr sz="1600" spc="55" dirty="0">
                <a:solidFill>
                  <a:srgbClr val="2B91AD"/>
                </a:solidFill>
                <a:latin typeface="Trebuchet MS"/>
                <a:cs typeface="Trebuchet MS"/>
              </a:rPr>
              <a:t>Department</a:t>
            </a:r>
            <a:endParaRPr sz="1600">
              <a:latin typeface="Trebuchet MS"/>
              <a:cs typeface="Trebuchet MS"/>
            </a:endParaRPr>
          </a:p>
          <a:p>
            <a:pPr marL="12700">
              <a:lnSpc>
                <a:spcPct val="100000"/>
              </a:lnSpc>
            </a:pPr>
            <a:r>
              <a:rPr sz="1600" spc="-50" dirty="0">
                <a:latin typeface="Trebuchet MS"/>
                <a:cs typeface="Trebuchet MS"/>
              </a:rPr>
              <a:t>{</a:t>
            </a:r>
            <a:endParaRPr sz="1600">
              <a:latin typeface="Trebuchet MS"/>
              <a:cs typeface="Trebuchet MS"/>
            </a:endParaRPr>
          </a:p>
          <a:p>
            <a:pPr marL="469900" marR="25400">
              <a:lnSpc>
                <a:spcPct val="100000"/>
              </a:lnSpc>
              <a:tabLst>
                <a:tab pos="941705" algn="l"/>
              </a:tabLst>
            </a:pPr>
            <a:r>
              <a:rPr sz="1600" spc="-10" dirty="0">
                <a:solidFill>
                  <a:srgbClr val="2B91AD"/>
                </a:solidFill>
                <a:latin typeface="Trebuchet MS"/>
                <a:cs typeface="Trebuchet MS"/>
              </a:rPr>
              <a:t>s</a:t>
            </a:r>
            <a:r>
              <a:rPr sz="1600" spc="-185" dirty="0">
                <a:solidFill>
                  <a:srgbClr val="2B91AD"/>
                </a:solidFill>
                <a:latin typeface="Trebuchet MS"/>
                <a:cs typeface="Trebuchet MS"/>
              </a:rPr>
              <a:t> </a:t>
            </a:r>
            <a:r>
              <a:rPr sz="1600" spc="-10" dirty="0">
                <a:solidFill>
                  <a:srgbClr val="2B91AD"/>
                </a:solidFill>
                <a:latin typeface="Trebuchet MS"/>
                <a:cs typeface="Trebuchet MS"/>
              </a:rPr>
              <a:t>t</a:t>
            </a:r>
            <a:r>
              <a:rPr sz="1600" spc="-180" dirty="0">
                <a:solidFill>
                  <a:srgbClr val="2B91AD"/>
                </a:solidFill>
                <a:latin typeface="Trebuchet MS"/>
                <a:cs typeface="Trebuchet MS"/>
              </a:rPr>
              <a:t> </a:t>
            </a:r>
            <a:r>
              <a:rPr sz="1600" spc="-50" dirty="0">
                <a:solidFill>
                  <a:srgbClr val="2B91AD"/>
                </a:solidFill>
                <a:latin typeface="Trebuchet MS"/>
                <a:cs typeface="Trebuchet MS"/>
              </a:rPr>
              <a:t>r</a:t>
            </a:r>
            <a:r>
              <a:rPr sz="1600" dirty="0">
                <a:solidFill>
                  <a:srgbClr val="2B91AD"/>
                </a:solidFill>
                <a:latin typeface="Trebuchet MS"/>
                <a:cs typeface="Trebuchet MS"/>
              </a:rPr>
              <a:t>	ng</a:t>
            </a:r>
            <a:r>
              <a:rPr sz="1600" spc="50" dirty="0">
                <a:solidFill>
                  <a:srgbClr val="2B91AD"/>
                </a:solidFill>
                <a:latin typeface="Trebuchet MS"/>
                <a:cs typeface="Trebuchet MS"/>
              </a:rPr>
              <a:t>  </a:t>
            </a:r>
            <a:r>
              <a:rPr sz="1600" spc="-20" dirty="0">
                <a:latin typeface="Trebuchet MS"/>
                <a:cs typeface="Trebuchet MS"/>
              </a:rPr>
              <a:t>name; </a:t>
            </a:r>
            <a:r>
              <a:rPr sz="1600" spc="55" dirty="0">
                <a:solidFill>
                  <a:srgbClr val="2B91AD"/>
                </a:solidFill>
                <a:latin typeface="Trebuchet MS"/>
                <a:cs typeface="Trebuchet MS"/>
              </a:rPr>
              <a:t>Teacher</a:t>
            </a:r>
            <a:r>
              <a:rPr sz="1600" spc="480" dirty="0">
                <a:solidFill>
                  <a:srgbClr val="2B91AD"/>
                </a:solidFill>
                <a:latin typeface="Trebuchet MS"/>
                <a:cs typeface="Trebuchet MS"/>
              </a:rPr>
              <a:t> </a:t>
            </a:r>
            <a:r>
              <a:rPr sz="1600" spc="-10" dirty="0">
                <a:latin typeface="Trebuchet MS"/>
                <a:cs typeface="Trebuchet MS"/>
              </a:rPr>
              <a:t>*</a:t>
            </a:r>
            <a:r>
              <a:rPr sz="1600" spc="-215" dirty="0">
                <a:latin typeface="Trebuchet MS"/>
                <a:cs typeface="Trebuchet MS"/>
              </a:rPr>
              <a:t> </a:t>
            </a:r>
            <a:r>
              <a:rPr sz="1600" spc="-10" dirty="0">
                <a:latin typeface="Trebuchet MS"/>
                <a:cs typeface="Trebuchet MS"/>
              </a:rPr>
              <a:t>t</a:t>
            </a:r>
            <a:r>
              <a:rPr sz="1600" spc="-215" dirty="0">
                <a:latin typeface="Trebuchet MS"/>
                <a:cs typeface="Trebuchet MS"/>
              </a:rPr>
              <a:t> </a:t>
            </a:r>
            <a:r>
              <a:rPr sz="1600" spc="-10" dirty="0">
                <a:latin typeface="Trebuchet MS"/>
                <a:cs typeface="Trebuchet MS"/>
              </a:rPr>
              <a:t>1</a:t>
            </a:r>
            <a:r>
              <a:rPr sz="1600" spc="-215" dirty="0">
                <a:latin typeface="Trebuchet MS"/>
                <a:cs typeface="Trebuchet MS"/>
              </a:rPr>
              <a:t> </a:t>
            </a:r>
            <a:r>
              <a:rPr sz="1600" spc="-50" dirty="0">
                <a:latin typeface="Trebuchet MS"/>
                <a:cs typeface="Trebuchet MS"/>
              </a:rPr>
              <a:t>;</a:t>
            </a:r>
            <a:endParaRPr sz="1600">
              <a:latin typeface="Trebuchet MS"/>
              <a:cs typeface="Trebuchet MS"/>
            </a:endParaRPr>
          </a:p>
        </p:txBody>
      </p:sp>
      <p:sp>
        <p:nvSpPr>
          <p:cNvPr id="29" name="object 29"/>
          <p:cNvSpPr txBox="1"/>
          <p:nvPr/>
        </p:nvSpPr>
        <p:spPr>
          <a:xfrm>
            <a:off x="5068315" y="1256156"/>
            <a:ext cx="816610" cy="269240"/>
          </a:xfrm>
          <a:prstGeom prst="rect">
            <a:avLst/>
          </a:prstGeom>
        </p:spPr>
        <p:txBody>
          <a:bodyPr vert="horz" wrap="square" lIns="0" tIns="12065" rIns="0" bIns="0" rtlCol="0">
            <a:spAutoFit/>
          </a:bodyPr>
          <a:lstStyle/>
          <a:p>
            <a:pPr marL="12700">
              <a:lnSpc>
                <a:spcPct val="100000"/>
              </a:lnSpc>
              <a:spcBef>
                <a:spcPts val="95"/>
              </a:spcBef>
              <a:tabLst>
                <a:tab pos="597535" algn="l"/>
              </a:tabLst>
            </a:pPr>
            <a:r>
              <a:rPr sz="1600" spc="80" dirty="0">
                <a:solidFill>
                  <a:srgbClr val="0000FF"/>
                </a:solidFill>
                <a:latin typeface="Trebuchet MS"/>
                <a:cs typeface="Trebuchet MS"/>
              </a:rPr>
              <a:t>publ</a:t>
            </a:r>
            <a:r>
              <a:rPr sz="1600" dirty="0">
                <a:solidFill>
                  <a:srgbClr val="0000FF"/>
                </a:solidFill>
                <a:latin typeface="Trebuchet MS"/>
                <a:cs typeface="Trebuchet MS"/>
              </a:rPr>
              <a:t>	c</a:t>
            </a:r>
            <a:r>
              <a:rPr sz="1600" spc="-254" dirty="0">
                <a:solidFill>
                  <a:srgbClr val="0000FF"/>
                </a:solidFill>
                <a:latin typeface="Trebuchet MS"/>
                <a:cs typeface="Trebuchet MS"/>
              </a:rPr>
              <a:t> </a:t>
            </a:r>
            <a:r>
              <a:rPr sz="1600" spc="-50" dirty="0">
                <a:latin typeface="Trebuchet MS"/>
                <a:cs typeface="Trebuchet MS"/>
              </a:rPr>
              <a:t>:</a:t>
            </a:r>
            <a:endParaRPr sz="1600">
              <a:latin typeface="Trebuchet MS"/>
              <a:cs typeface="Trebuchet MS"/>
            </a:endParaRPr>
          </a:p>
        </p:txBody>
      </p:sp>
      <p:sp>
        <p:nvSpPr>
          <p:cNvPr id="30" name="object 30"/>
          <p:cNvSpPr txBox="1"/>
          <p:nvPr/>
        </p:nvSpPr>
        <p:spPr>
          <a:xfrm>
            <a:off x="5525515" y="1499692"/>
            <a:ext cx="3097530" cy="1976755"/>
          </a:xfrm>
          <a:prstGeom prst="rect">
            <a:avLst/>
          </a:prstGeom>
        </p:spPr>
        <p:txBody>
          <a:bodyPr vert="horz" wrap="square" lIns="0" tIns="12065" rIns="0" bIns="0" rtlCol="0">
            <a:spAutoFit/>
          </a:bodyPr>
          <a:lstStyle/>
          <a:p>
            <a:pPr marL="12700">
              <a:lnSpc>
                <a:spcPct val="100000"/>
              </a:lnSpc>
              <a:spcBef>
                <a:spcPts val="95"/>
              </a:spcBef>
            </a:pPr>
            <a:r>
              <a:rPr sz="1600" spc="80" dirty="0">
                <a:latin typeface="Trebuchet MS"/>
                <a:cs typeface="Trebuchet MS"/>
              </a:rPr>
              <a:t>Department(</a:t>
            </a:r>
            <a:r>
              <a:rPr sz="1600" spc="80" dirty="0">
                <a:solidFill>
                  <a:srgbClr val="2B91AD"/>
                </a:solidFill>
                <a:latin typeface="Trebuchet MS"/>
                <a:cs typeface="Trebuchet MS"/>
              </a:rPr>
              <a:t>Teacher</a:t>
            </a:r>
            <a:r>
              <a:rPr sz="1600" spc="25" dirty="0">
                <a:solidFill>
                  <a:srgbClr val="2B91AD"/>
                </a:solidFill>
                <a:latin typeface="Trebuchet MS"/>
                <a:cs typeface="Trebuchet MS"/>
              </a:rPr>
              <a:t>  </a:t>
            </a:r>
            <a:r>
              <a:rPr sz="1600" spc="-10" dirty="0">
                <a:latin typeface="Trebuchet MS"/>
                <a:cs typeface="Trebuchet MS"/>
              </a:rPr>
              <a:t>*</a:t>
            </a:r>
            <a:r>
              <a:rPr sz="1600" spc="-145" dirty="0">
                <a:latin typeface="Trebuchet MS"/>
                <a:cs typeface="Trebuchet MS"/>
              </a:rPr>
              <a:t> </a:t>
            </a:r>
            <a:r>
              <a:rPr sz="1600" spc="-10" dirty="0">
                <a:solidFill>
                  <a:srgbClr val="808080"/>
                </a:solidFill>
                <a:latin typeface="Trebuchet MS"/>
                <a:cs typeface="Trebuchet MS"/>
              </a:rPr>
              <a:t>t</a:t>
            </a:r>
            <a:r>
              <a:rPr sz="1600" spc="-145" dirty="0">
                <a:solidFill>
                  <a:srgbClr val="808080"/>
                </a:solidFill>
                <a:latin typeface="Trebuchet MS"/>
                <a:cs typeface="Trebuchet MS"/>
              </a:rPr>
              <a:t> </a:t>
            </a:r>
            <a:r>
              <a:rPr sz="1600" spc="-50" dirty="0">
                <a:latin typeface="Trebuchet MS"/>
                <a:cs typeface="Trebuchet MS"/>
              </a:rPr>
              <a:t>)</a:t>
            </a:r>
            <a:endParaRPr sz="1600">
              <a:latin typeface="Trebuchet MS"/>
              <a:cs typeface="Trebuchet MS"/>
            </a:endParaRPr>
          </a:p>
          <a:p>
            <a:pPr marL="12700">
              <a:lnSpc>
                <a:spcPct val="100000"/>
              </a:lnSpc>
              <a:spcBef>
                <a:spcPts val="5"/>
              </a:spcBef>
            </a:pPr>
            <a:r>
              <a:rPr sz="1600" spc="-50" dirty="0">
                <a:latin typeface="Trebuchet MS"/>
                <a:cs typeface="Trebuchet MS"/>
              </a:rPr>
              <a:t>{</a:t>
            </a:r>
            <a:endParaRPr sz="1600">
              <a:latin typeface="Trebuchet MS"/>
              <a:cs typeface="Trebuchet MS"/>
            </a:endParaRPr>
          </a:p>
          <a:p>
            <a:pPr marL="469900">
              <a:lnSpc>
                <a:spcPct val="100000"/>
              </a:lnSpc>
              <a:tabLst>
                <a:tab pos="821690" algn="l"/>
              </a:tabLst>
            </a:pPr>
            <a:r>
              <a:rPr sz="1600" spc="65" dirty="0">
                <a:latin typeface="Trebuchet MS"/>
                <a:cs typeface="Trebuchet MS"/>
              </a:rPr>
              <a:t>t1</a:t>
            </a:r>
            <a:r>
              <a:rPr sz="1600" dirty="0">
                <a:latin typeface="Trebuchet MS"/>
                <a:cs typeface="Trebuchet MS"/>
              </a:rPr>
              <a:t>	=</a:t>
            </a:r>
            <a:r>
              <a:rPr sz="1600" spc="10" dirty="0">
                <a:latin typeface="Trebuchet MS"/>
                <a:cs typeface="Trebuchet MS"/>
              </a:rPr>
              <a:t>  </a:t>
            </a:r>
            <a:r>
              <a:rPr sz="1600" spc="-10" dirty="0">
                <a:solidFill>
                  <a:srgbClr val="808080"/>
                </a:solidFill>
                <a:latin typeface="Trebuchet MS"/>
                <a:cs typeface="Trebuchet MS"/>
              </a:rPr>
              <a:t>t</a:t>
            </a:r>
            <a:r>
              <a:rPr sz="1600" spc="-150" dirty="0">
                <a:solidFill>
                  <a:srgbClr val="808080"/>
                </a:solidFill>
                <a:latin typeface="Trebuchet MS"/>
                <a:cs typeface="Trebuchet MS"/>
              </a:rPr>
              <a:t> </a:t>
            </a:r>
            <a:r>
              <a:rPr sz="1600" spc="-50" dirty="0">
                <a:latin typeface="Trebuchet MS"/>
                <a:cs typeface="Trebuchet MS"/>
              </a:rPr>
              <a:t>;</a:t>
            </a:r>
            <a:endParaRPr sz="1600">
              <a:latin typeface="Trebuchet MS"/>
              <a:cs typeface="Trebuchet MS"/>
            </a:endParaRPr>
          </a:p>
          <a:p>
            <a:pPr marL="469900">
              <a:lnSpc>
                <a:spcPct val="100000"/>
              </a:lnSpc>
              <a:tabLst>
                <a:tab pos="822960" algn="l"/>
                <a:tab pos="1766570" algn="l"/>
                <a:tab pos="2004060" algn="l"/>
              </a:tabLst>
            </a:pPr>
            <a:r>
              <a:rPr sz="1600" spc="55" dirty="0">
                <a:solidFill>
                  <a:srgbClr val="0000FF"/>
                </a:solidFill>
                <a:latin typeface="Trebuchet MS"/>
                <a:cs typeface="Trebuchet MS"/>
              </a:rPr>
              <a:t>th</a:t>
            </a:r>
            <a:r>
              <a:rPr sz="1600" dirty="0">
                <a:solidFill>
                  <a:srgbClr val="0000FF"/>
                </a:solidFill>
                <a:latin typeface="Trebuchet MS"/>
                <a:cs typeface="Trebuchet MS"/>
              </a:rPr>
              <a:t>	</a:t>
            </a:r>
            <a:r>
              <a:rPr sz="1600" spc="60" dirty="0">
                <a:solidFill>
                  <a:srgbClr val="0000FF"/>
                </a:solidFill>
                <a:latin typeface="Trebuchet MS"/>
                <a:cs typeface="Trebuchet MS"/>
              </a:rPr>
              <a:t>s</a:t>
            </a:r>
            <a:r>
              <a:rPr sz="1600" spc="60" dirty="0">
                <a:latin typeface="Trebuchet MS"/>
                <a:cs typeface="Trebuchet MS"/>
              </a:rPr>
              <a:t>-</a:t>
            </a:r>
            <a:r>
              <a:rPr sz="1600" spc="-20" dirty="0">
                <a:latin typeface="Trebuchet MS"/>
                <a:cs typeface="Trebuchet MS"/>
              </a:rPr>
              <a:t>&gt;name</a:t>
            </a:r>
            <a:r>
              <a:rPr sz="1600" dirty="0">
                <a:latin typeface="Trebuchet MS"/>
                <a:cs typeface="Trebuchet MS"/>
              </a:rPr>
              <a:t>	</a:t>
            </a:r>
            <a:r>
              <a:rPr sz="1600" spc="-50" dirty="0">
                <a:solidFill>
                  <a:srgbClr val="008080"/>
                </a:solidFill>
                <a:latin typeface="Trebuchet MS"/>
                <a:cs typeface="Trebuchet MS"/>
              </a:rPr>
              <a:t>=</a:t>
            </a:r>
            <a:r>
              <a:rPr sz="1600" dirty="0">
                <a:solidFill>
                  <a:srgbClr val="008080"/>
                </a:solidFill>
                <a:latin typeface="Trebuchet MS"/>
                <a:cs typeface="Trebuchet MS"/>
              </a:rPr>
              <a:t>	</a:t>
            </a:r>
            <a:r>
              <a:rPr sz="1600" spc="-20" dirty="0">
                <a:solidFill>
                  <a:srgbClr val="A11515"/>
                </a:solidFill>
                <a:latin typeface="Trebuchet MS"/>
                <a:cs typeface="Trebuchet MS"/>
              </a:rPr>
              <a:t>"</a:t>
            </a:r>
            <a:r>
              <a:rPr sz="1600" spc="-215" dirty="0">
                <a:solidFill>
                  <a:srgbClr val="A11515"/>
                </a:solidFill>
                <a:latin typeface="Trebuchet MS"/>
                <a:cs typeface="Trebuchet MS"/>
              </a:rPr>
              <a:t> </a:t>
            </a:r>
            <a:r>
              <a:rPr sz="1600" spc="-10" dirty="0">
                <a:solidFill>
                  <a:srgbClr val="A11515"/>
                </a:solidFill>
                <a:latin typeface="Trebuchet MS"/>
                <a:cs typeface="Trebuchet MS"/>
              </a:rPr>
              <a:t>C</a:t>
            </a:r>
            <a:r>
              <a:rPr sz="1600" spc="-210" dirty="0">
                <a:solidFill>
                  <a:srgbClr val="A11515"/>
                </a:solidFill>
                <a:latin typeface="Trebuchet MS"/>
                <a:cs typeface="Trebuchet MS"/>
              </a:rPr>
              <a:t> </a:t>
            </a:r>
            <a:r>
              <a:rPr sz="1600" spc="-10" dirty="0">
                <a:solidFill>
                  <a:srgbClr val="A11515"/>
                </a:solidFill>
                <a:latin typeface="Trebuchet MS"/>
                <a:cs typeface="Trebuchet MS"/>
              </a:rPr>
              <a:t>S</a:t>
            </a:r>
            <a:r>
              <a:rPr sz="1600" spc="-215" dirty="0">
                <a:solidFill>
                  <a:srgbClr val="A11515"/>
                </a:solidFill>
                <a:latin typeface="Trebuchet MS"/>
                <a:cs typeface="Trebuchet MS"/>
              </a:rPr>
              <a:t> </a:t>
            </a:r>
            <a:r>
              <a:rPr sz="1600" spc="-20" dirty="0">
                <a:solidFill>
                  <a:srgbClr val="A11515"/>
                </a:solidFill>
                <a:latin typeface="Trebuchet MS"/>
                <a:cs typeface="Trebuchet MS"/>
              </a:rPr>
              <a:t>"</a:t>
            </a:r>
            <a:r>
              <a:rPr sz="1600" spc="-215" dirty="0">
                <a:solidFill>
                  <a:srgbClr val="A11515"/>
                </a:solidFill>
                <a:latin typeface="Trebuchet MS"/>
                <a:cs typeface="Trebuchet MS"/>
              </a:rPr>
              <a:t> </a:t>
            </a:r>
            <a:r>
              <a:rPr sz="1600" spc="-50" dirty="0">
                <a:latin typeface="Trebuchet MS"/>
                <a:cs typeface="Trebuchet MS"/>
              </a:rPr>
              <a:t>;</a:t>
            </a:r>
            <a:endParaRPr sz="1600">
              <a:latin typeface="Trebuchet MS"/>
              <a:cs typeface="Trebuchet MS"/>
            </a:endParaRPr>
          </a:p>
          <a:p>
            <a:pPr marL="12700">
              <a:lnSpc>
                <a:spcPct val="100000"/>
              </a:lnSpc>
            </a:pPr>
            <a:r>
              <a:rPr sz="1600" spc="-50" dirty="0">
                <a:latin typeface="Trebuchet MS"/>
                <a:cs typeface="Trebuchet MS"/>
              </a:rPr>
              <a:t>}</a:t>
            </a:r>
            <a:endParaRPr sz="1600">
              <a:latin typeface="Trebuchet MS"/>
              <a:cs typeface="Trebuchet MS"/>
            </a:endParaRPr>
          </a:p>
          <a:p>
            <a:pPr marL="12700">
              <a:lnSpc>
                <a:spcPct val="100000"/>
              </a:lnSpc>
              <a:tabLst>
                <a:tab pos="486409" algn="l"/>
                <a:tab pos="841375" algn="l"/>
              </a:tabLst>
            </a:pPr>
            <a:r>
              <a:rPr sz="1600" spc="-10" dirty="0">
                <a:solidFill>
                  <a:srgbClr val="2B91AD"/>
                </a:solidFill>
                <a:latin typeface="Trebuchet MS"/>
                <a:cs typeface="Trebuchet MS"/>
              </a:rPr>
              <a:t>s</a:t>
            </a:r>
            <a:r>
              <a:rPr sz="1600" spc="-185" dirty="0">
                <a:solidFill>
                  <a:srgbClr val="2B91AD"/>
                </a:solidFill>
                <a:latin typeface="Trebuchet MS"/>
                <a:cs typeface="Trebuchet MS"/>
              </a:rPr>
              <a:t> </a:t>
            </a:r>
            <a:r>
              <a:rPr sz="1600" spc="-10" dirty="0">
                <a:solidFill>
                  <a:srgbClr val="2B91AD"/>
                </a:solidFill>
                <a:latin typeface="Trebuchet MS"/>
                <a:cs typeface="Trebuchet MS"/>
              </a:rPr>
              <a:t>t</a:t>
            </a:r>
            <a:r>
              <a:rPr sz="1600" spc="-180" dirty="0">
                <a:solidFill>
                  <a:srgbClr val="2B91AD"/>
                </a:solidFill>
                <a:latin typeface="Trebuchet MS"/>
                <a:cs typeface="Trebuchet MS"/>
              </a:rPr>
              <a:t> </a:t>
            </a:r>
            <a:r>
              <a:rPr sz="1600" spc="-50" dirty="0">
                <a:solidFill>
                  <a:srgbClr val="2B91AD"/>
                </a:solidFill>
                <a:latin typeface="Trebuchet MS"/>
                <a:cs typeface="Trebuchet MS"/>
              </a:rPr>
              <a:t>r</a:t>
            </a:r>
            <a:r>
              <a:rPr sz="1600" dirty="0">
                <a:solidFill>
                  <a:srgbClr val="2B91AD"/>
                </a:solidFill>
                <a:latin typeface="Trebuchet MS"/>
                <a:cs typeface="Trebuchet MS"/>
              </a:rPr>
              <a:t>	</a:t>
            </a:r>
            <a:r>
              <a:rPr sz="1600" spc="20" dirty="0">
                <a:solidFill>
                  <a:srgbClr val="2B91AD"/>
                </a:solidFill>
                <a:latin typeface="Trebuchet MS"/>
                <a:cs typeface="Trebuchet MS"/>
              </a:rPr>
              <a:t>ng</a:t>
            </a:r>
            <a:r>
              <a:rPr sz="1600" dirty="0">
                <a:solidFill>
                  <a:srgbClr val="2B91AD"/>
                </a:solidFill>
                <a:latin typeface="Trebuchet MS"/>
                <a:cs typeface="Trebuchet MS"/>
              </a:rPr>
              <a:t>	</a:t>
            </a:r>
            <a:r>
              <a:rPr sz="1600" spc="70" dirty="0">
                <a:latin typeface="Trebuchet MS"/>
                <a:cs typeface="Trebuchet MS"/>
              </a:rPr>
              <a:t>getDepartmentname()</a:t>
            </a:r>
            <a:endParaRPr sz="1600">
              <a:latin typeface="Trebuchet MS"/>
              <a:cs typeface="Trebuchet MS"/>
            </a:endParaRPr>
          </a:p>
          <a:p>
            <a:pPr marL="12700">
              <a:lnSpc>
                <a:spcPct val="100000"/>
              </a:lnSpc>
            </a:pPr>
            <a:r>
              <a:rPr sz="1600" spc="-50" dirty="0">
                <a:latin typeface="Trebuchet MS"/>
                <a:cs typeface="Trebuchet MS"/>
              </a:rPr>
              <a:t>{</a:t>
            </a:r>
            <a:endParaRPr sz="1600">
              <a:latin typeface="Trebuchet MS"/>
              <a:cs typeface="Trebuchet MS"/>
            </a:endParaRPr>
          </a:p>
          <a:p>
            <a:pPr marL="469900">
              <a:lnSpc>
                <a:spcPct val="100000"/>
              </a:lnSpc>
              <a:tabLst>
                <a:tab pos="1298575" algn="l"/>
                <a:tab pos="1650364" algn="l"/>
              </a:tabLst>
            </a:pPr>
            <a:r>
              <a:rPr sz="1600" spc="130" dirty="0">
                <a:solidFill>
                  <a:srgbClr val="0000FF"/>
                </a:solidFill>
                <a:latin typeface="Trebuchet MS"/>
                <a:cs typeface="Trebuchet MS"/>
              </a:rPr>
              <a:t>return</a:t>
            </a:r>
            <a:r>
              <a:rPr sz="1600" dirty="0">
                <a:solidFill>
                  <a:srgbClr val="0000FF"/>
                </a:solidFill>
                <a:latin typeface="Trebuchet MS"/>
                <a:cs typeface="Trebuchet MS"/>
              </a:rPr>
              <a:t>	</a:t>
            </a:r>
            <a:r>
              <a:rPr sz="1600" spc="55" dirty="0">
                <a:solidFill>
                  <a:srgbClr val="0000FF"/>
                </a:solidFill>
                <a:latin typeface="Trebuchet MS"/>
                <a:cs typeface="Trebuchet MS"/>
              </a:rPr>
              <a:t>th</a:t>
            </a:r>
            <a:r>
              <a:rPr sz="1600" dirty="0">
                <a:solidFill>
                  <a:srgbClr val="0000FF"/>
                </a:solidFill>
                <a:latin typeface="Trebuchet MS"/>
                <a:cs typeface="Trebuchet MS"/>
              </a:rPr>
              <a:t>	</a:t>
            </a:r>
            <a:r>
              <a:rPr sz="1600" spc="100" dirty="0">
                <a:solidFill>
                  <a:srgbClr val="0000FF"/>
                </a:solidFill>
                <a:latin typeface="Trebuchet MS"/>
                <a:cs typeface="Trebuchet MS"/>
              </a:rPr>
              <a:t>s</a:t>
            </a:r>
            <a:r>
              <a:rPr sz="1600" spc="100" dirty="0">
                <a:latin typeface="Trebuchet MS"/>
                <a:cs typeface="Trebuchet MS"/>
              </a:rPr>
              <a:t>-</a:t>
            </a:r>
            <a:r>
              <a:rPr sz="1600" spc="70" dirty="0">
                <a:latin typeface="Trebuchet MS"/>
                <a:cs typeface="Trebuchet MS"/>
              </a:rPr>
              <a:t>&gt;name;</a:t>
            </a:r>
            <a:endParaRPr sz="1600">
              <a:latin typeface="Trebuchet MS"/>
              <a:cs typeface="Trebuchet MS"/>
            </a:endParaRPr>
          </a:p>
        </p:txBody>
      </p:sp>
      <p:sp>
        <p:nvSpPr>
          <p:cNvPr id="31" name="object 31"/>
          <p:cNvSpPr txBox="1"/>
          <p:nvPr/>
        </p:nvSpPr>
        <p:spPr>
          <a:xfrm>
            <a:off x="5525515" y="3451352"/>
            <a:ext cx="100330" cy="269240"/>
          </a:xfrm>
          <a:prstGeom prst="rect">
            <a:avLst/>
          </a:prstGeom>
        </p:spPr>
        <p:txBody>
          <a:bodyPr vert="horz" wrap="square" lIns="0" tIns="12065" rIns="0" bIns="0" rtlCol="0">
            <a:spAutoFit/>
          </a:bodyPr>
          <a:lstStyle/>
          <a:p>
            <a:pPr marL="12700">
              <a:lnSpc>
                <a:spcPct val="100000"/>
              </a:lnSpc>
              <a:spcBef>
                <a:spcPts val="95"/>
              </a:spcBef>
            </a:pPr>
            <a:r>
              <a:rPr sz="1600" spc="-50" dirty="0">
                <a:latin typeface="Trebuchet MS"/>
                <a:cs typeface="Trebuchet MS"/>
              </a:rPr>
              <a:t>}</a:t>
            </a:r>
            <a:endParaRPr sz="1600">
              <a:latin typeface="Trebuchet MS"/>
              <a:cs typeface="Trebuchet MS"/>
            </a:endParaRPr>
          </a:p>
        </p:txBody>
      </p:sp>
      <p:sp>
        <p:nvSpPr>
          <p:cNvPr id="32" name="object 32"/>
          <p:cNvSpPr txBox="1"/>
          <p:nvPr/>
        </p:nvSpPr>
        <p:spPr>
          <a:xfrm>
            <a:off x="5525515" y="3695191"/>
            <a:ext cx="2948305" cy="1000760"/>
          </a:xfrm>
          <a:prstGeom prst="rect">
            <a:avLst/>
          </a:prstGeom>
        </p:spPr>
        <p:txBody>
          <a:bodyPr vert="horz" wrap="square" lIns="0" tIns="12065" rIns="0" bIns="0" rtlCol="0">
            <a:spAutoFit/>
          </a:bodyPr>
          <a:lstStyle/>
          <a:p>
            <a:pPr marL="12700">
              <a:lnSpc>
                <a:spcPct val="100000"/>
              </a:lnSpc>
              <a:spcBef>
                <a:spcPts val="95"/>
              </a:spcBef>
            </a:pPr>
            <a:r>
              <a:rPr sz="1600" spc="90" dirty="0">
                <a:latin typeface="Trebuchet MS"/>
                <a:cs typeface="Trebuchet MS"/>
              </a:rPr>
              <a:t>~Department()</a:t>
            </a:r>
            <a:endParaRPr sz="1600">
              <a:latin typeface="Trebuchet MS"/>
              <a:cs typeface="Trebuchet MS"/>
            </a:endParaRPr>
          </a:p>
          <a:p>
            <a:pPr marL="12700">
              <a:lnSpc>
                <a:spcPct val="100000"/>
              </a:lnSpc>
            </a:pPr>
            <a:r>
              <a:rPr sz="1600" spc="-50" dirty="0">
                <a:latin typeface="Trebuchet MS"/>
                <a:cs typeface="Trebuchet MS"/>
              </a:rPr>
              <a:t>{</a:t>
            </a:r>
            <a:endParaRPr sz="1600">
              <a:latin typeface="Trebuchet MS"/>
              <a:cs typeface="Trebuchet MS"/>
            </a:endParaRPr>
          </a:p>
          <a:p>
            <a:pPr marL="469900">
              <a:lnSpc>
                <a:spcPct val="100000"/>
              </a:lnSpc>
              <a:tabLst>
                <a:tab pos="1061085" algn="l"/>
                <a:tab pos="1416050" algn="l"/>
              </a:tabLst>
            </a:pPr>
            <a:r>
              <a:rPr sz="1600" spc="75" dirty="0">
                <a:latin typeface="Trebuchet MS"/>
                <a:cs typeface="Trebuchet MS"/>
              </a:rPr>
              <a:t>cout</a:t>
            </a:r>
            <a:r>
              <a:rPr sz="1600" dirty="0">
                <a:latin typeface="Trebuchet MS"/>
                <a:cs typeface="Trebuchet MS"/>
              </a:rPr>
              <a:t>	</a:t>
            </a:r>
            <a:r>
              <a:rPr sz="1600" spc="-25" dirty="0">
                <a:solidFill>
                  <a:srgbClr val="008080"/>
                </a:solidFill>
                <a:latin typeface="Trebuchet MS"/>
                <a:cs typeface="Trebuchet MS"/>
              </a:rPr>
              <a:t>&lt;&lt;</a:t>
            </a:r>
            <a:r>
              <a:rPr sz="1600" dirty="0">
                <a:solidFill>
                  <a:srgbClr val="008080"/>
                </a:solidFill>
                <a:latin typeface="Trebuchet MS"/>
                <a:cs typeface="Trebuchet MS"/>
              </a:rPr>
              <a:t>	</a:t>
            </a:r>
            <a:r>
              <a:rPr sz="1600" spc="90" dirty="0">
                <a:solidFill>
                  <a:srgbClr val="A11515"/>
                </a:solidFill>
                <a:latin typeface="Trebuchet MS"/>
                <a:cs typeface="Trebuchet MS"/>
              </a:rPr>
              <a:t>"\nDepartment</a:t>
            </a:r>
            <a:endParaRPr sz="1600">
              <a:latin typeface="Trebuchet MS"/>
              <a:cs typeface="Trebuchet MS"/>
            </a:endParaRPr>
          </a:p>
          <a:p>
            <a:pPr marL="12700">
              <a:lnSpc>
                <a:spcPct val="100000"/>
              </a:lnSpc>
            </a:pPr>
            <a:r>
              <a:rPr sz="1600" spc="-50" dirty="0">
                <a:latin typeface="Trebuchet MS"/>
                <a:cs typeface="Trebuchet MS"/>
              </a:rPr>
              <a:t>}</a:t>
            </a:r>
            <a:endParaRPr sz="1600">
              <a:latin typeface="Trebuchet MS"/>
              <a:cs typeface="Trebuchet MS"/>
            </a:endParaRPr>
          </a:p>
        </p:txBody>
      </p:sp>
      <p:sp>
        <p:nvSpPr>
          <p:cNvPr id="33" name="object 33"/>
          <p:cNvSpPr txBox="1"/>
          <p:nvPr/>
        </p:nvSpPr>
        <p:spPr>
          <a:xfrm>
            <a:off x="8590533" y="4183126"/>
            <a:ext cx="1308735" cy="269240"/>
          </a:xfrm>
          <a:prstGeom prst="rect">
            <a:avLst/>
          </a:prstGeom>
        </p:spPr>
        <p:txBody>
          <a:bodyPr vert="horz" wrap="square" lIns="0" tIns="12065" rIns="0" bIns="0" rtlCol="0">
            <a:spAutoFit/>
          </a:bodyPr>
          <a:lstStyle/>
          <a:p>
            <a:pPr marL="12700">
              <a:lnSpc>
                <a:spcPct val="100000"/>
              </a:lnSpc>
              <a:spcBef>
                <a:spcPts val="95"/>
              </a:spcBef>
            </a:pPr>
            <a:r>
              <a:rPr sz="1600" spc="150" dirty="0">
                <a:solidFill>
                  <a:srgbClr val="A11515"/>
                </a:solidFill>
                <a:latin typeface="Trebuchet MS"/>
                <a:cs typeface="Trebuchet MS"/>
              </a:rPr>
              <a:t>Destroyed"</a:t>
            </a:r>
            <a:r>
              <a:rPr sz="1600" spc="-240" dirty="0">
                <a:solidFill>
                  <a:srgbClr val="A11515"/>
                </a:solidFill>
                <a:latin typeface="Trebuchet MS"/>
                <a:cs typeface="Trebuchet MS"/>
              </a:rPr>
              <a:t> </a:t>
            </a:r>
            <a:r>
              <a:rPr sz="1600" spc="-50" dirty="0">
                <a:latin typeface="Trebuchet MS"/>
                <a:cs typeface="Trebuchet MS"/>
              </a:rPr>
              <a:t>;</a:t>
            </a:r>
            <a:endParaRPr sz="1600">
              <a:latin typeface="Trebuchet MS"/>
              <a:cs typeface="Trebuchet MS"/>
            </a:endParaRPr>
          </a:p>
        </p:txBody>
      </p:sp>
      <p:pic>
        <p:nvPicPr>
          <p:cNvPr id="34" name="object 34"/>
          <p:cNvPicPr/>
          <p:nvPr/>
        </p:nvPicPr>
        <p:blipFill>
          <a:blip r:embed="rId7" cstate="print"/>
          <a:stretch>
            <a:fillRect/>
          </a:stretch>
        </p:blipFill>
        <p:spPr>
          <a:xfrm>
            <a:off x="2628900" y="5166359"/>
            <a:ext cx="86868" cy="134111"/>
          </a:xfrm>
          <a:prstGeom prst="rect">
            <a:avLst/>
          </a:prstGeom>
        </p:spPr>
      </p:pic>
      <p:pic>
        <p:nvPicPr>
          <p:cNvPr id="35" name="object 35"/>
          <p:cNvPicPr/>
          <p:nvPr/>
        </p:nvPicPr>
        <p:blipFill>
          <a:blip r:embed="rId8" cstate="print"/>
          <a:stretch>
            <a:fillRect/>
          </a:stretch>
        </p:blipFill>
        <p:spPr>
          <a:xfrm>
            <a:off x="3258311" y="5166359"/>
            <a:ext cx="85342" cy="134111"/>
          </a:xfrm>
          <a:prstGeom prst="rect">
            <a:avLst/>
          </a:prstGeom>
        </p:spPr>
      </p:pic>
      <p:sp>
        <p:nvSpPr>
          <p:cNvPr id="36" name="object 36"/>
          <p:cNvSpPr txBox="1"/>
          <p:nvPr/>
        </p:nvSpPr>
        <p:spPr>
          <a:xfrm>
            <a:off x="2708910" y="5104003"/>
            <a:ext cx="952500" cy="239395"/>
          </a:xfrm>
          <a:prstGeom prst="rect">
            <a:avLst/>
          </a:prstGeom>
        </p:spPr>
        <p:txBody>
          <a:bodyPr vert="horz" wrap="square" lIns="0" tIns="12700" rIns="0" bIns="0" rtlCol="0">
            <a:spAutoFit/>
          </a:bodyPr>
          <a:lstStyle/>
          <a:p>
            <a:pPr marL="12700">
              <a:lnSpc>
                <a:spcPct val="100000"/>
              </a:lnSpc>
              <a:spcBef>
                <a:spcPts val="100"/>
              </a:spcBef>
            </a:pPr>
            <a:r>
              <a:rPr sz="1400" spc="80" dirty="0">
                <a:solidFill>
                  <a:srgbClr val="0000FF"/>
                </a:solidFill>
                <a:latin typeface="Trebuchet MS"/>
                <a:cs typeface="Trebuchet MS"/>
              </a:rPr>
              <a:t>nt</a:t>
            </a:r>
            <a:r>
              <a:rPr sz="1400" spc="445" dirty="0">
                <a:solidFill>
                  <a:srgbClr val="0000FF"/>
                </a:solidFill>
                <a:latin typeface="Trebuchet MS"/>
                <a:cs typeface="Trebuchet MS"/>
              </a:rPr>
              <a:t> </a:t>
            </a:r>
            <a:r>
              <a:rPr sz="1400" dirty="0">
                <a:latin typeface="Trebuchet MS"/>
                <a:cs typeface="Trebuchet MS"/>
              </a:rPr>
              <a:t>ma</a:t>
            </a:r>
            <a:r>
              <a:rPr sz="1400" spc="170" dirty="0">
                <a:latin typeface="Trebuchet MS"/>
                <a:cs typeface="Trebuchet MS"/>
              </a:rPr>
              <a:t> </a:t>
            </a:r>
            <a:r>
              <a:rPr sz="1400" spc="114" dirty="0">
                <a:latin typeface="Trebuchet MS"/>
                <a:cs typeface="Trebuchet MS"/>
              </a:rPr>
              <a:t>n() </a:t>
            </a:r>
            <a:endParaRPr sz="1400">
              <a:latin typeface="Trebuchet MS"/>
              <a:cs typeface="Trebuchet MS"/>
            </a:endParaRPr>
          </a:p>
        </p:txBody>
      </p:sp>
      <p:sp>
        <p:nvSpPr>
          <p:cNvPr id="37" name="object 37"/>
          <p:cNvSpPr txBox="1"/>
          <p:nvPr/>
        </p:nvSpPr>
        <p:spPr>
          <a:xfrm>
            <a:off x="2603754" y="5317312"/>
            <a:ext cx="91440" cy="240029"/>
          </a:xfrm>
          <a:prstGeom prst="rect">
            <a:avLst/>
          </a:prstGeom>
        </p:spPr>
        <p:txBody>
          <a:bodyPr vert="horz" wrap="square" lIns="0" tIns="13335" rIns="0" bIns="0" rtlCol="0">
            <a:spAutoFit/>
          </a:bodyPr>
          <a:lstStyle/>
          <a:p>
            <a:pPr marL="12700">
              <a:lnSpc>
                <a:spcPct val="100000"/>
              </a:lnSpc>
              <a:spcBef>
                <a:spcPts val="105"/>
              </a:spcBef>
            </a:pPr>
            <a:r>
              <a:rPr sz="1400" spc="-50" dirty="0">
                <a:latin typeface="Trebuchet MS"/>
                <a:cs typeface="Trebuchet MS"/>
              </a:rPr>
              <a:t>{</a:t>
            </a:r>
            <a:endParaRPr sz="1400">
              <a:latin typeface="Trebuchet MS"/>
              <a:cs typeface="Trebuchet MS"/>
            </a:endParaRPr>
          </a:p>
        </p:txBody>
      </p:sp>
      <p:sp>
        <p:nvSpPr>
          <p:cNvPr id="38" name="object 38"/>
          <p:cNvSpPr txBox="1"/>
          <p:nvPr/>
        </p:nvSpPr>
        <p:spPr>
          <a:xfrm>
            <a:off x="3061207" y="5531307"/>
            <a:ext cx="3177540" cy="666115"/>
          </a:xfrm>
          <a:prstGeom prst="rect">
            <a:avLst/>
          </a:prstGeom>
        </p:spPr>
        <p:txBody>
          <a:bodyPr vert="horz" wrap="square" lIns="0" tIns="12700" rIns="0" bIns="0" rtlCol="0">
            <a:spAutoFit/>
          </a:bodyPr>
          <a:lstStyle/>
          <a:p>
            <a:pPr marL="12700" marR="1412875">
              <a:lnSpc>
                <a:spcPct val="100000"/>
              </a:lnSpc>
              <a:spcBef>
                <a:spcPts val="100"/>
              </a:spcBef>
            </a:pPr>
            <a:r>
              <a:rPr sz="1400" spc="50" dirty="0">
                <a:solidFill>
                  <a:srgbClr val="2B91AD"/>
                </a:solidFill>
                <a:latin typeface="Trebuchet MS"/>
                <a:cs typeface="Trebuchet MS"/>
              </a:rPr>
              <a:t>Teacher</a:t>
            </a:r>
            <a:r>
              <a:rPr sz="1400" spc="455" dirty="0">
                <a:solidFill>
                  <a:srgbClr val="2B91AD"/>
                </a:solidFill>
                <a:latin typeface="Trebuchet MS"/>
                <a:cs typeface="Trebuchet MS"/>
              </a:rPr>
              <a:t> </a:t>
            </a:r>
            <a:r>
              <a:rPr sz="1400" spc="135" dirty="0">
                <a:latin typeface="Trebuchet MS"/>
                <a:cs typeface="Trebuchet MS"/>
              </a:rPr>
              <a:t>t(</a:t>
            </a:r>
            <a:r>
              <a:rPr sz="1400" spc="-145" dirty="0">
                <a:latin typeface="Trebuchet MS"/>
                <a:cs typeface="Trebuchet MS"/>
              </a:rPr>
              <a:t> </a:t>
            </a:r>
            <a:r>
              <a:rPr sz="1400" dirty="0">
                <a:solidFill>
                  <a:srgbClr val="A11515"/>
                </a:solidFill>
                <a:latin typeface="Trebuchet MS"/>
                <a:cs typeface="Trebuchet MS"/>
              </a:rPr>
              <a:t>"</a:t>
            </a:r>
            <a:r>
              <a:rPr sz="1400" spc="-145" dirty="0">
                <a:solidFill>
                  <a:srgbClr val="A11515"/>
                </a:solidFill>
                <a:latin typeface="Trebuchet MS"/>
                <a:cs typeface="Trebuchet MS"/>
              </a:rPr>
              <a:t> </a:t>
            </a:r>
            <a:r>
              <a:rPr sz="1400" dirty="0">
                <a:solidFill>
                  <a:srgbClr val="A11515"/>
                </a:solidFill>
                <a:latin typeface="Trebuchet MS"/>
                <a:cs typeface="Trebuchet MS"/>
              </a:rPr>
              <a:t>A</a:t>
            </a:r>
            <a:r>
              <a:rPr sz="1400" spc="-145" dirty="0">
                <a:solidFill>
                  <a:srgbClr val="A11515"/>
                </a:solidFill>
                <a:latin typeface="Trebuchet MS"/>
                <a:cs typeface="Trebuchet MS"/>
              </a:rPr>
              <a:t> </a:t>
            </a:r>
            <a:r>
              <a:rPr sz="1400" spc="-10" dirty="0">
                <a:solidFill>
                  <a:srgbClr val="A11515"/>
                </a:solidFill>
                <a:latin typeface="Trebuchet MS"/>
                <a:cs typeface="Trebuchet MS"/>
              </a:rPr>
              <a:t>L</a:t>
            </a:r>
            <a:r>
              <a:rPr sz="1400" spc="-145" dirty="0">
                <a:solidFill>
                  <a:srgbClr val="A11515"/>
                </a:solidFill>
                <a:latin typeface="Trebuchet MS"/>
                <a:cs typeface="Trebuchet MS"/>
              </a:rPr>
              <a:t> </a:t>
            </a:r>
            <a:r>
              <a:rPr sz="1400" dirty="0">
                <a:solidFill>
                  <a:srgbClr val="A11515"/>
                </a:solidFill>
                <a:latin typeface="Trebuchet MS"/>
                <a:cs typeface="Trebuchet MS"/>
              </a:rPr>
              <a:t>I</a:t>
            </a:r>
            <a:r>
              <a:rPr sz="1400" spc="-155" dirty="0">
                <a:solidFill>
                  <a:srgbClr val="A11515"/>
                </a:solidFill>
                <a:latin typeface="Trebuchet MS"/>
                <a:cs typeface="Trebuchet MS"/>
              </a:rPr>
              <a:t> </a:t>
            </a:r>
            <a:r>
              <a:rPr sz="1400" dirty="0">
                <a:solidFill>
                  <a:srgbClr val="A11515"/>
                </a:solidFill>
                <a:latin typeface="Trebuchet MS"/>
                <a:cs typeface="Trebuchet MS"/>
              </a:rPr>
              <a:t>"</a:t>
            </a:r>
            <a:r>
              <a:rPr sz="1400" spc="-150" dirty="0">
                <a:solidFill>
                  <a:srgbClr val="A11515"/>
                </a:solidFill>
                <a:latin typeface="Trebuchet MS"/>
                <a:cs typeface="Trebuchet MS"/>
              </a:rPr>
              <a:t> </a:t>
            </a:r>
            <a:r>
              <a:rPr sz="1400" spc="105" dirty="0">
                <a:latin typeface="Trebuchet MS"/>
                <a:cs typeface="Trebuchet MS"/>
              </a:rPr>
              <a:t>); </a:t>
            </a:r>
            <a:r>
              <a:rPr sz="1400" spc="60" dirty="0">
                <a:solidFill>
                  <a:srgbClr val="2B91AD"/>
                </a:solidFill>
                <a:latin typeface="Trebuchet MS"/>
                <a:cs typeface="Trebuchet MS"/>
              </a:rPr>
              <a:t>Department</a:t>
            </a:r>
            <a:r>
              <a:rPr sz="1400" spc="390" dirty="0">
                <a:solidFill>
                  <a:srgbClr val="2B91AD"/>
                </a:solidFill>
                <a:latin typeface="Trebuchet MS"/>
                <a:cs typeface="Trebuchet MS"/>
              </a:rPr>
              <a:t> </a:t>
            </a:r>
            <a:r>
              <a:rPr sz="1400" dirty="0">
                <a:latin typeface="Trebuchet MS"/>
                <a:cs typeface="Trebuchet MS"/>
              </a:rPr>
              <a:t>d</a:t>
            </a:r>
            <a:r>
              <a:rPr sz="1400" spc="-250" dirty="0">
                <a:latin typeface="Trebuchet MS"/>
                <a:cs typeface="Trebuchet MS"/>
              </a:rPr>
              <a:t> </a:t>
            </a:r>
            <a:r>
              <a:rPr sz="1400" dirty="0">
                <a:latin typeface="Trebuchet MS"/>
                <a:cs typeface="Trebuchet MS"/>
              </a:rPr>
              <a:t>(</a:t>
            </a:r>
            <a:r>
              <a:rPr sz="1400" spc="-240" dirty="0">
                <a:latin typeface="Trebuchet MS"/>
                <a:cs typeface="Trebuchet MS"/>
              </a:rPr>
              <a:t> </a:t>
            </a:r>
            <a:r>
              <a:rPr sz="1400" dirty="0">
                <a:latin typeface="Trebuchet MS"/>
                <a:cs typeface="Trebuchet MS"/>
              </a:rPr>
              <a:t>&amp;</a:t>
            </a:r>
            <a:r>
              <a:rPr sz="1400" spc="-240" dirty="0">
                <a:latin typeface="Trebuchet MS"/>
                <a:cs typeface="Trebuchet MS"/>
              </a:rPr>
              <a:t> </a:t>
            </a:r>
            <a:r>
              <a:rPr sz="1400" dirty="0">
                <a:latin typeface="Trebuchet MS"/>
                <a:cs typeface="Trebuchet MS"/>
              </a:rPr>
              <a:t>t</a:t>
            </a:r>
            <a:r>
              <a:rPr sz="1400" spc="-250" dirty="0">
                <a:latin typeface="Trebuchet MS"/>
                <a:cs typeface="Trebuchet MS"/>
              </a:rPr>
              <a:t> </a:t>
            </a:r>
            <a:r>
              <a:rPr sz="1400" dirty="0">
                <a:latin typeface="Trebuchet MS"/>
                <a:cs typeface="Trebuchet MS"/>
              </a:rPr>
              <a:t>)</a:t>
            </a:r>
            <a:r>
              <a:rPr sz="1400" spc="-254" dirty="0">
                <a:latin typeface="Trebuchet MS"/>
                <a:cs typeface="Trebuchet MS"/>
              </a:rPr>
              <a:t> </a:t>
            </a:r>
            <a:r>
              <a:rPr sz="1400" spc="-50" dirty="0">
                <a:latin typeface="Trebuchet MS"/>
                <a:cs typeface="Trebuchet MS"/>
              </a:rPr>
              <a:t>;</a:t>
            </a:r>
            <a:endParaRPr sz="1400">
              <a:latin typeface="Trebuchet MS"/>
              <a:cs typeface="Trebuchet MS"/>
            </a:endParaRPr>
          </a:p>
          <a:p>
            <a:pPr marL="12700">
              <a:lnSpc>
                <a:spcPct val="100000"/>
              </a:lnSpc>
              <a:spcBef>
                <a:spcPts val="5"/>
              </a:spcBef>
            </a:pPr>
            <a:r>
              <a:rPr sz="1400" spc="100" dirty="0">
                <a:latin typeface="Trebuchet MS"/>
                <a:cs typeface="Trebuchet MS"/>
              </a:rPr>
              <a:t>cout</a:t>
            </a:r>
            <a:r>
              <a:rPr sz="1400" spc="70" dirty="0">
                <a:latin typeface="Trebuchet MS"/>
                <a:cs typeface="Trebuchet MS"/>
              </a:rPr>
              <a:t>  </a:t>
            </a:r>
            <a:r>
              <a:rPr sz="1400" dirty="0">
                <a:solidFill>
                  <a:srgbClr val="008080"/>
                </a:solidFill>
                <a:latin typeface="Trebuchet MS"/>
                <a:cs typeface="Trebuchet MS"/>
              </a:rPr>
              <a:t>&lt;&lt;</a:t>
            </a:r>
            <a:r>
              <a:rPr sz="1400" spc="65" dirty="0">
                <a:solidFill>
                  <a:srgbClr val="008080"/>
                </a:solidFill>
                <a:latin typeface="Trebuchet MS"/>
                <a:cs typeface="Trebuchet MS"/>
              </a:rPr>
              <a:t>  </a:t>
            </a:r>
            <a:r>
              <a:rPr sz="1400" spc="90" dirty="0">
                <a:latin typeface="Trebuchet MS"/>
                <a:cs typeface="Trebuchet MS"/>
              </a:rPr>
              <a:t>t.getTeachername()</a:t>
            </a:r>
            <a:r>
              <a:rPr sz="1400" spc="60" dirty="0">
                <a:latin typeface="Trebuchet MS"/>
                <a:cs typeface="Trebuchet MS"/>
              </a:rPr>
              <a:t>  </a:t>
            </a:r>
            <a:r>
              <a:rPr sz="1400" dirty="0">
                <a:solidFill>
                  <a:srgbClr val="008080"/>
                </a:solidFill>
                <a:latin typeface="Trebuchet MS"/>
                <a:cs typeface="Trebuchet MS"/>
              </a:rPr>
              <a:t>&lt;&lt;</a:t>
            </a:r>
            <a:r>
              <a:rPr sz="1400" spc="60" dirty="0">
                <a:solidFill>
                  <a:srgbClr val="008080"/>
                </a:solidFill>
                <a:latin typeface="Trebuchet MS"/>
                <a:cs typeface="Trebuchet MS"/>
              </a:rPr>
              <a:t>  </a:t>
            </a:r>
            <a:r>
              <a:rPr sz="1400" spc="-50" dirty="0">
                <a:solidFill>
                  <a:srgbClr val="A11515"/>
                </a:solidFill>
                <a:latin typeface="Trebuchet MS"/>
                <a:cs typeface="Trebuchet MS"/>
              </a:rPr>
              <a:t>"</a:t>
            </a:r>
            <a:endParaRPr sz="1400">
              <a:latin typeface="Trebuchet MS"/>
              <a:cs typeface="Trebuchet MS"/>
            </a:endParaRPr>
          </a:p>
        </p:txBody>
      </p:sp>
      <p:pic>
        <p:nvPicPr>
          <p:cNvPr id="39" name="object 39"/>
          <p:cNvPicPr/>
          <p:nvPr/>
        </p:nvPicPr>
        <p:blipFill>
          <a:blip r:embed="rId9" cstate="print"/>
          <a:stretch>
            <a:fillRect/>
          </a:stretch>
        </p:blipFill>
        <p:spPr>
          <a:xfrm>
            <a:off x="6438900" y="6019800"/>
            <a:ext cx="86866" cy="134112"/>
          </a:xfrm>
          <a:prstGeom prst="rect">
            <a:avLst/>
          </a:prstGeom>
        </p:spPr>
      </p:pic>
      <p:sp>
        <p:nvSpPr>
          <p:cNvPr id="40" name="object 40"/>
          <p:cNvSpPr txBox="1"/>
          <p:nvPr/>
        </p:nvSpPr>
        <p:spPr>
          <a:xfrm>
            <a:off x="6517893" y="5958027"/>
            <a:ext cx="5320665" cy="239395"/>
          </a:xfrm>
          <a:prstGeom prst="rect">
            <a:avLst/>
          </a:prstGeom>
        </p:spPr>
        <p:txBody>
          <a:bodyPr vert="horz" wrap="square" lIns="0" tIns="12700" rIns="0" bIns="0" rtlCol="0">
            <a:spAutoFit/>
          </a:bodyPr>
          <a:lstStyle/>
          <a:p>
            <a:pPr marL="12700">
              <a:lnSpc>
                <a:spcPct val="100000"/>
              </a:lnSpc>
              <a:spcBef>
                <a:spcPts val="100"/>
              </a:spcBef>
              <a:tabLst>
                <a:tab pos="222885" algn="l"/>
                <a:tab pos="954405" algn="l"/>
                <a:tab pos="4075429" algn="l"/>
              </a:tabLst>
            </a:pPr>
            <a:r>
              <a:rPr sz="1400" spc="-50" dirty="0">
                <a:solidFill>
                  <a:srgbClr val="A11515"/>
                </a:solidFill>
                <a:latin typeface="Trebuchet MS"/>
                <a:cs typeface="Trebuchet MS"/>
              </a:rPr>
              <a:t>s</a:t>
            </a:r>
            <a:r>
              <a:rPr sz="1400" dirty="0">
                <a:solidFill>
                  <a:srgbClr val="A11515"/>
                </a:solidFill>
                <a:latin typeface="Trebuchet MS"/>
                <a:cs typeface="Trebuchet MS"/>
              </a:rPr>
              <a:t>	from</a:t>
            </a:r>
            <a:r>
              <a:rPr sz="1400" spc="130" dirty="0">
                <a:solidFill>
                  <a:srgbClr val="A11515"/>
                </a:solidFill>
                <a:latin typeface="Trebuchet MS"/>
                <a:cs typeface="Trebuchet MS"/>
              </a:rPr>
              <a:t>  </a:t>
            </a:r>
            <a:r>
              <a:rPr sz="1400" spc="-50" dirty="0">
                <a:solidFill>
                  <a:srgbClr val="A11515"/>
                </a:solidFill>
                <a:latin typeface="Trebuchet MS"/>
                <a:cs typeface="Trebuchet MS"/>
              </a:rPr>
              <a:t>"</a:t>
            </a:r>
            <a:r>
              <a:rPr sz="1400" dirty="0">
                <a:solidFill>
                  <a:srgbClr val="A11515"/>
                </a:solidFill>
                <a:latin typeface="Trebuchet MS"/>
                <a:cs typeface="Trebuchet MS"/>
              </a:rPr>
              <a:t>	</a:t>
            </a:r>
            <a:r>
              <a:rPr sz="1400" dirty="0">
                <a:solidFill>
                  <a:srgbClr val="008080"/>
                </a:solidFill>
                <a:latin typeface="Trebuchet MS"/>
                <a:cs typeface="Trebuchet MS"/>
              </a:rPr>
              <a:t>&lt;&lt;</a:t>
            </a:r>
            <a:r>
              <a:rPr sz="1400" spc="65" dirty="0">
                <a:solidFill>
                  <a:srgbClr val="008080"/>
                </a:solidFill>
                <a:latin typeface="Trebuchet MS"/>
                <a:cs typeface="Trebuchet MS"/>
              </a:rPr>
              <a:t>  </a:t>
            </a:r>
            <a:r>
              <a:rPr sz="1400" spc="80" dirty="0">
                <a:latin typeface="Trebuchet MS"/>
                <a:cs typeface="Trebuchet MS"/>
              </a:rPr>
              <a:t>d.getDepartmentname()</a:t>
            </a:r>
            <a:r>
              <a:rPr sz="1400" spc="65" dirty="0">
                <a:latin typeface="Trebuchet MS"/>
                <a:cs typeface="Trebuchet MS"/>
              </a:rPr>
              <a:t>  </a:t>
            </a:r>
            <a:r>
              <a:rPr sz="1400" dirty="0">
                <a:solidFill>
                  <a:srgbClr val="008080"/>
                </a:solidFill>
                <a:latin typeface="Trebuchet MS"/>
                <a:cs typeface="Trebuchet MS"/>
              </a:rPr>
              <a:t>&lt;&lt;</a:t>
            </a:r>
            <a:r>
              <a:rPr sz="1400" spc="60" dirty="0">
                <a:solidFill>
                  <a:srgbClr val="008080"/>
                </a:solidFill>
                <a:latin typeface="Trebuchet MS"/>
                <a:cs typeface="Trebuchet MS"/>
              </a:rPr>
              <a:t>  </a:t>
            </a:r>
            <a:r>
              <a:rPr sz="1400" spc="-50" dirty="0">
                <a:solidFill>
                  <a:srgbClr val="A11515"/>
                </a:solidFill>
                <a:latin typeface="Trebuchet MS"/>
                <a:cs typeface="Trebuchet MS"/>
              </a:rPr>
              <a:t>"</a:t>
            </a:r>
            <a:r>
              <a:rPr sz="1400" dirty="0">
                <a:solidFill>
                  <a:srgbClr val="A11515"/>
                </a:solidFill>
                <a:latin typeface="Trebuchet MS"/>
                <a:cs typeface="Trebuchet MS"/>
              </a:rPr>
              <a:t>	</a:t>
            </a:r>
            <a:r>
              <a:rPr sz="1400" spc="95" dirty="0">
                <a:solidFill>
                  <a:srgbClr val="A11515"/>
                </a:solidFill>
                <a:latin typeface="Trebuchet MS"/>
                <a:cs typeface="Trebuchet MS"/>
              </a:rPr>
              <a:t>department"</a:t>
            </a:r>
            <a:r>
              <a:rPr sz="1400" spc="95" dirty="0">
                <a:latin typeface="Trebuchet MS"/>
                <a:cs typeface="Trebuchet MS"/>
              </a:rPr>
              <a:t>;</a:t>
            </a:r>
            <a:endParaRPr sz="1400">
              <a:latin typeface="Trebuchet MS"/>
              <a:cs typeface="Trebuchet MS"/>
            </a:endParaRPr>
          </a:p>
        </p:txBody>
      </p:sp>
      <p:sp>
        <p:nvSpPr>
          <p:cNvPr id="41" name="object 41"/>
          <p:cNvSpPr txBox="1"/>
          <p:nvPr/>
        </p:nvSpPr>
        <p:spPr>
          <a:xfrm>
            <a:off x="2603754" y="6171387"/>
            <a:ext cx="91440" cy="239395"/>
          </a:xfrm>
          <a:prstGeom prst="rect">
            <a:avLst/>
          </a:prstGeom>
        </p:spPr>
        <p:txBody>
          <a:bodyPr vert="horz" wrap="square" lIns="0" tIns="12700" rIns="0" bIns="0" rtlCol="0">
            <a:spAutoFit/>
          </a:bodyPr>
          <a:lstStyle/>
          <a:p>
            <a:pPr marL="12700">
              <a:lnSpc>
                <a:spcPct val="100000"/>
              </a:lnSpc>
              <a:spcBef>
                <a:spcPts val="100"/>
              </a:spcBef>
            </a:pPr>
            <a:r>
              <a:rPr sz="1400" spc="-50" dirty="0">
                <a:latin typeface="Trebuchet MS"/>
                <a:cs typeface="Trebuchet MS"/>
              </a:rPr>
              <a:t>}</a:t>
            </a:r>
            <a:endParaRPr sz="1400">
              <a:latin typeface="Trebuchet MS"/>
              <a:cs typeface="Trebuchet M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6B030-3BC1-7F81-2B95-C15409EF6CF2}"/>
              </a:ext>
            </a:extLst>
          </p:cNvPr>
          <p:cNvSpPr>
            <a:spLocks noGrp="1"/>
          </p:cNvSpPr>
          <p:nvPr>
            <p:ph type="title"/>
          </p:nvPr>
        </p:nvSpPr>
        <p:spPr/>
        <p:txBody>
          <a:bodyPr/>
          <a:lstStyle/>
          <a:p>
            <a:r>
              <a:rPr lang="en-US" b="0" i="0" dirty="0">
                <a:effectLst/>
                <a:latin typeface="Montserrat" panose="00000500000000000000" pitchFamily="2" charset="0"/>
              </a:rPr>
              <a:t>Composition</a:t>
            </a:r>
            <a:br>
              <a:rPr lang="en-US" b="0" i="0" dirty="0">
                <a:effectLst/>
                <a:latin typeface="Montserrat" panose="00000500000000000000" pitchFamily="2" charset="0"/>
              </a:rPr>
            </a:br>
            <a:endParaRPr lang="en-US" dirty="0"/>
          </a:p>
        </p:txBody>
      </p:sp>
      <p:sp>
        <p:nvSpPr>
          <p:cNvPr id="3" name="Content Placeholder 2">
            <a:extLst>
              <a:ext uri="{FF2B5EF4-FFF2-40B4-BE49-F238E27FC236}">
                <a16:creationId xmlns:a16="http://schemas.microsoft.com/office/drawing/2014/main" id="{55D71D3A-8E0D-E78C-EFB8-8499C2A4DF5A}"/>
              </a:ext>
            </a:extLst>
          </p:cNvPr>
          <p:cNvSpPr>
            <a:spLocks noGrp="1"/>
          </p:cNvSpPr>
          <p:nvPr>
            <p:ph idx="1"/>
          </p:nvPr>
        </p:nvSpPr>
        <p:spPr/>
        <p:txBody>
          <a:bodyPr/>
          <a:lstStyle/>
          <a:p>
            <a:r>
              <a:rPr lang="en-US" b="0" i="0" dirty="0">
                <a:solidFill>
                  <a:srgbClr val="333333"/>
                </a:solidFill>
                <a:effectLst/>
                <a:latin typeface="Montserrat" panose="00000500000000000000" pitchFamily="2" charset="0"/>
              </a:rPr>
              <a:t>A restricted form of the </a:t>
            </a:r>
            <a:r>
              <a:rPr lang="en-US" b="1" i="0" dirty="0">
                <a:solidFill>
                  <a:srgbClr val="333333"/>
                </a:solidFill>
                <a:effectLst/>
                <a:latin typeface="Montserrat" panose="00000500000000000000" pitchFamily="2" charset="0"/>
              </a:rPr>
              <a:t>Aggregation</a:t>
            </a:r>
            <a:r>
              <a:rPr lang="en-US" b="0" i="0" dirty="0">
                <a:solidFill>
                  <a:srgbClr val="333333"/>
                </a:solidFill>
                <a:effectLst/>
                <a:latin typeface="Montserrat" panose="00000500000000000000" pitchFamily="2" charset="0"/>
              </a:rPr>
              <a:t> where the entities are strongly dependent on each other. </a:t>
            </a:r>
          </a:p>
          <a:p>
            <a:r>
              <a:rPr lang="en-US" b="0" i="0" dirty="0">
                <a:solidFill>
                  <a:srgbClr val="333333"/>
                </a:solidFill>
                <a:effectLst/>
                <a:latin typeface="Montserrat" panose="00000500000000000000" pitchFamily="2" charset="0"/>
              </a:rPr>
              <a:t>Unlike Aggregation, </a:t>
            </a:r>
            <a:r>
              <a:rPr lang="en-US" dirty="0">
                <a:latin typeface="Montserrat" panose="00000500000000000000" pitchFamily="2" charset="0"/>
              </a:rPr>
              <a:t>Composition</a:t>
            </a:r>
            <a:r>
              <a:rPr lang="en-US" b="0" i="0" dirty="0">
                <a:solidFill>
                  <a:srgbClr val="333333"/>
                </a:solidFill>
                <a:effectLst/>
                <a:latin typeface="Montserrat" panose="00000500000000000000" pitchFamily="2" charset="0"/>
              </a:rPr>
              <a:t> represents the </a:t>
            </a:r>
            <a:r>
              <a:rPr lang="en-US" b="1" i="0" dirty="0">
                <a:solidFill>
                  <a:srgbClr val="333333"/>
                </a:solidFill>
                <a:effectLst/>
                <a:latin typeface="Montserrat" panose="00000500000000000000" pitchFamily="2" charset="0"/>
              </a:rPr>
              <a:t>part-of</a:t>
            </a:r>
            <a:r>
              <a:rPr lang="en-US" b="0" i="0" dirty="0">
                <a:solidFill>
                  <a:srgbClr val="333333"/>
                </a:solidFill>
                <a:effectLst/>
                <a:latin typeface="Montserrat" panose="00000500000000000000" pitchFamily="2" charset="0"/>
              </a:rPr>
              <a:t> relationship. </a:t>
            </a:r>
          </a:p>
          <a:p>
            <a:r>
              <a:rPr lang="en-US" b="0" i="0" dirty="0">
                <a:solidFill>
                  <a:srgbClr val="333333"/>
                </a:solidFill>
                <a:effectLst/>
                <a:latin typeface="Montserrat" panose="00000500000000000000" pitchFamily="2" charset="0"/>
              </a:rPr>
              <a:t>When there is an aggregation between two entities, the aggregate object can exist without the other entity, but in the case of Composition, the composed object can't exist.</a:t>
            </a:r>
            <a:endParaRPr lang="en-US" dirty="0"/>
          </a:p>
        </p:txBody>
      </p:sp>
    </p:spTree>
    <p:extLst>
      <p:ext uri="{BB962C8B-B14F-4D97-AF65-F5344CB8AC3E}">
        <p14:creationId xmlns:p14="http://schemas.microsoft.com/office/powerpoint/2010/main" val="2940282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60047C-50B7-930E-6043-9FE72F6AA2F4}"/>
              </a:ext>
            </a:extLst>
          </p:cNvPr>
          <p:cNvSpPr>
            <a:spLocks noGrp="1"/>
          </p:cNvSpPr>
          <p:nvPr>
            <p:ph idx="1"/>
          </p:nvPr>
        </p:nvSpPr>
        <p:spPr>
          <a:xfrm>
            <a:off x="838200" y="587829"/>
            <a:ext cx="10515600" cy="5589134"/>
          </a:xfrm>
        </p:spPr>
        <p:txBody>
          <a:bodyPr/>
          <a:lstStyle/>
          <a:p>
            <a:pPr marL="0" indent="0">
              <a:buNone/>
            </a:pPr>
            <a:r>
              <a:rPr lang="en-US" b="0" i="0" dirty="0">
                <a:solidFill>
                  <a:srgbClr val="333333"/>
                </a:solidFill>
                <a:effectLst/>
                <a:latin typeface="Montserrat" panose="00000500000000000000" pitchFamily="2" charset="0"/>
              </a:rPr>
              <a:t>We create a class </a:t>
            </a:r>
            <a:r>
              <a:rPr lang="en-US" b="1" i="0" dirty="0">
                <a:solidFill>
                  <a:srgbClr val="333333"/>
                </a:solidFill>
                <a:effectLst/>
                <a:latin typeface="Montserrat" panose="00000500000000000000" pitchFamily="2" charset="0"/>
              </a:rPr>
              <a:t>Mobile</a:t>
            </a:r>
            <a:r>
              <a:rPr lang="en-US" b="0" i="0" dirty="0">
                <a:solidFill>
                  <a:srgbClr val="333333"/>
                </a:solidFill>
                <a:effectLst/>
                <a:latin typeface="Montserrat" panose="00000500000000000000" pitchFamily="2" charset="0"/>
              </a:rPr>
              <a:t> that contains variables, i.e., </a:t>
            </a:r>
            <a:r>
              <a:rPr lang="en-US" b="1" i="0" dirty="0">
                <a:solidFill>
                  <a:srgbClr val="333333"/>
                </a:solidFill>
                <a:effectLst/>
                <a:latin typeface="Montserrat" panose="00000500000000000000" pitchFamily="2" charset="0"/>
              </a:rPr>
              <a:t>name, ram</a:t>
            </a:r>
            <a:r>
              <a:rPr lang="en-US" b="0" i="0" dirty="0">
                <a:solidFill>
                  <a:srgbClr val="333333"/>
                </a:solidFill>
                <a:effectLst/>
                <a:latin typeface="Montserrat" panose="00000500000000000000" pitchFamily="2" charset="0"/>
              </a:rPr>
              <a:t> and </a:t>
            </a:r>
            <a:r>
              <a:rPr lang="en-US" b="1" i="0" dirty="0">
                <a:solidFill>
                  <a:srgbClr val="333333"/>
                </a:solidFill>
                <a:effectLst/>
                <a:latin typeface="Montserrat" panose="00000500000000000000" pitchFamily="2" charset="0"/>
              </a:rPr>
              <a:t>rom</a:t>
            </a:r>
            <a:r>
              <a:rPr lang="en-US" b="0" i="0" dirty="0">
                <a:solidFill>
                  <a:srgbClr val="333333"/>
                </a:solidFill>
                <a:effectLst/>
                <a:latin typeface="Montserrat" panose="00000500000000000000" pitchFamily="2" charset="0"/>
              </a:rPr>
              <a:t>. </a:t>
            </a:r>
          </a:p>
          <a:p>
            <a:pPr marL="0" indent="0">
              <a:buNone/>
            </a:pPr>
            <a:r>
              <a:rPr lang="en-US" b="0" i="0" dirty="0">
                <a:solidFill>
                  <a:srgbClr val="333333"/>
                </a:solidFill>
                <a:effectLst/>
                <a:latin typeface="Montserrat" panose="00000500000000000000" pitchFamily="2" charset="0"/>
              </a:rPr>
              <a:t>We also create a class </a:t>
            </a:r>
            <a:r>
              <a:rPr lang="en-US" b="1" i="0" dirty="0" err="1">
                <a:solidFill>
                  <a:srgbClr val="333333"/>
                </a:solidFill>
                <a:effectLst/>
                <a:latin typeface="Montserrat" panose="00000500000000000000" pitchFamily="2" charset="0"/>
              </a:rPr>
              <a:t>MobileStore</a:t>
            </a:r>
            <a:r>
              <a:rPr lang="en-US" b="0" i="0" dirty="0">
                <a:solidFill>
                  <a:srgbClr val="333333"/>
                </a:solidFill>
                <a:effectLst/>
                <a:latin typeface="Montserrat" panose="00000500000000000000" pitchFamily="2" charset="0"/>
              </a:rPr>
              <a:t> that has a reference to refer to the list of mobiles. </a:t>
            </a:r>
          </a:p>
          <a:p>
            <a:pPr marL="0" indent="0">
              <a:buNone/>
            </a:pPr>
            <a:r>
              <a:rPr lang="en-US" b="0" i="0" dirty="0">
                <a:solidFill>
                  <a:srgbClr val="333333"/>
                </a:solidFill>
                <a:effectLst/>
                <a:latin typeface="Montserrat" panose="00000500000000000000" pitchFamily="2" charset="0"/>
              </a:rPr>
              <a:t>A mobile store can have more than one mobile. So, if a mobile store is destroyed, then all mobiles within that particular mobile store will also be destroyed because mobiles cannot exist without a mobile store. </a:t>
            </a:r>
          </a:p>
          <a:p>
            <a:pPr marL="0" indent="0">
              <a:buNone/>
            </a:pPr>
            <a:r>
              <a:rPr lang="en-US" b="0" i="0" dirty="0">
                <a:solidFill>
                  <a:srgbClr val="333333"/>
                </a:solidFill>
                <a:effectLst/>
                <a:latin typeface="Montserrat" panose="00000500000000000000" pitchFamily="2" charset="0"/>
              </a:rPr>
              <a:t>The relationship between the mobile store and mobiles is Composition.</a:t>
            </a:r>
            <a:endParaRPr lang="en-US" dirty="0"/>
          </a:p>
        </p:txBody>
      </p:sp>
    </p:spTree>
    <p:extLst>
      <p:ext uri="{BB962C8B-B14F-4D97-AF65-F5344CB8AC3E}">
        <p14:creationId xmlns:p14="http://schemas.microsoft.com/office/powerpoint/2010/main" val="3842831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15071" y="2031492"/>
            <a:ext cx="2498090" cy="1062355"/>
          </a:xfrm>
          <a:prstGeom prst="rect">
            <a:avLst/>
          </a:prstGeom>
          <a:solidFill>
            <a:srgbClr val="529E39"/>
          </a:solidFill>
          <a:ln w="15240">
            <a:solidFill>
              <a:srgbClr val="386C23"/>
            </a:solidFill>
          </a:ln>
        </p:spPr>
        <p:txBody>
          <a:bodyPr vert="horz" wrap="square" lIns="0" tIns="134620" rIns="0" bIns="0" rtlCol="0">
            <a:spAutoFit/>
          </a:bodyPr>
          <a:lstStyle/>
          <a:p>
            <a:pPr>
              <a:lnSpc>
                <a:spcPct val="100000"/>
              </a:lnSpc>
              <a:spcBef>
                <a:spcPts val="1060"/>
              </a:spcBef>
            </a:pPr>
            <a:endParaRPr sz="1800">
              <a:latin typeface="Times New Roman"/>
              <a:cs typeface="Times New Roman"/>
            </a:endParaRPr>
          </a:p>
          <a:p>
            <a:pPr marL="824865">
              <a:lnSpc>
                <a:spcPct val="100000"/>
              </a:lnSpc>
            </a:pPr>
            <a:r>
              <a:rPr sz="1800" spc="-10" dirty="0">
                <a:solidFill>
                  <a:srgbClr val="FFFFFF"/>
                </a:solidFill>
                <a:latin typeface="Cambria"/>
                <a:cs typeface="Cambria"/>
              </a:rPr>
              <a:t>Teacher</a:t>
            </a:r>
            <a:endParaRPr sz="1800">
              <a:latin typeface="Cambria"/>
              <a:cs typeface="Cambria"/>
            </a:endParaRPr>
          </a:p>
        </p:txBody>
      </p:sp>
      <p:sp>
        <p:nvSpPr>
          <p:cNvPr id="3" name="object 3"/>
          <p:cNvSpPr txBox="1"/>
          <p:nvPr/>
        </p:nvSpPr>
        <p:spPr>
          <a:xfrm>
            <a:off x="1620011" y="2031492"/>
            <a:ext cx="2498090" cy="1062355"/>
          </a:xfrm>
          <a:prstGeom prst="rect">
            <a:avLst/>
          </a:prstGeom>
          <a:solidFill>
            <a:srgbClr val="529E39"/>
          </a:solidFill>
          <a:ln w="15240">
            <a:solidFill>
              <a:srgbClr val="386C23"/>
            </a:solidFill>
          </a:ln>
        </p:spPr>
        <p:txBody>
          <a:bodyPr vert="horz" wrap="square" lIns="0" tIns="134620" rIns="0" bIns="0" rtlCol="0">
            <a:spAutoFit/>
          </a:bodyPr>
          <a:lstStyle/>
          <a:p>
            <a:pPr>
              <a:lnSpc>
                <a:spcPct val="100000"/>
              </a:lnSpc>
              <a:spcBef>
                <a:spcPts val="1060"/>
              </a:spcBef>
            </a:pPr>
            <a:endParaRPr sz="1800">
              <a:latin typeface="Times New Roman"/>
              <a:cs typeface="Times New Roman"/>
            </a:endParaRPr>
          </a:p>
          <a:p>
            <a:pPr marL="618490">
              <a:lnSpc>
                <a:spcPct val="100000"/>
              </a:lnSpc>
            </a:pPr>
            <a:r>
              <a:rPr sz="1800" spc="35" dirty="0">
                <a:solidFill>
                  <a:srgbClr val="FFFFFF"/>
                </a:solidFill>
                <a:latin typeface="Cambria"/>
                <a:cs typeface="Cambria"/>
              </a:rPr>
              <a:t>Department</a:t>
            </a:r>
            <a:endParaRPr sz="1800">
              <a:latin typeface="Cambria"/>
              <a:cs typeface="Cambria"/>
            </a:endParaRPr>
          </a:p>
        </p:txBody>
      </p:sp>
      <p:grpSp>
        <p:nvGrpSpPr>
          <p:cNvPr id="4" name="object 4"/>
          <p:cNvGrpSpPr/>
          <p:nvPr/>
        </p:nvGrpSpPr>
        <p:grpSpPr>
          <a:xfrm>
            <a:off x="4110228" y="2342388"/>
            <a:ext cx="3704590" cy="440690"/>
            <a:chOff x="4110228" y="2342388"/>
            <a:chExt cx="3704590" cy="440690"/>
          </a:xfrm>
        </p:grpSpPr>
        <p:sp>
          <p:nvSpPr>
            <p:cNvPr id="5" name="object 5"/>
            <p:cNvSpPr/>
            <p:nvPr/>
          </p:nvSpPr>
          <p:spPr>
            <a:xfrm>
              <a:off x="4117848" y="2561844"/>
              <a:ext cx="3696970" cy="0"/>
            </a:xfrm>
            <a:custGeom>
              <a:avLst/>
              <a:gdLst/>
              <a:ahLst/>
              <a:cxnLst/>
              <a:rect l="l" t="t" r="r" b="b"/>
              <a:pathLst>
                <a:path w="3696970">
                  <a:moveTo>
                    <a:pt x="3696843" y="0"/>
                  </a:moveTo>
                  <a:lnTo>
                    <a:pt x="0" y="0"/>
                  </a:lnTo>
                </a:path>
              </a:pathLst>
            </a:custGeom>
            <a:ln w="9144">
              <a:solidFill>
                <a:srgbClr val="509536"/>
              </a:solidFill>
            </a:ln>
          </p:spPr>
          <p:txBody>
            <a:bodyPr wrap="square" lIns="0" tIns="0" rIns="0" bIns="0" rtlCol="0"/>
            <a:lstStyle/>
            <a:p>
              <a:endParaRPr/>
            </a:p>
          </p:txBody>
        </p:sp>
        <p:sp>
          <p:nvSpPr>
            <p:cNvPr id="6" name="object 6"/>
            <p:cNvSpPr/>
            <p:nvPr/>
          </p:nvSpPr>
          <p:spPr>
            <a:xfrm>
              <a:off x="4117848" y="2350008"/>
              <a:ext cx="740410" cy="425450"/>
            </a:xfrm>
            <a:custGeom>
              <a:avLst/>
              <a:gdLst/>
              <a:ahLst/>
              <a:cxnLst/>
              <a:rect l="l" t="t" r="r" b="b"/>
              <a:pathLst>
                <a:path w="740410" h="425450">
                  <a:moveTo>
                    <a:pt x="370077" y="0"/>
                  </a:moveTo>
                  <a:lnTo>
                    <a:pt x="0" y="212470"/>
                  </a:lnTo>
                  <a:lnTo>
                    <a:pt x="370077" y="424941"/>
                  </a:lnTo>
                  <a:lnTo>
                    <a:pt x="740282" y="212470"/>
                  </a:lnTo>
                  <a:lnTo>
                    <a:pt x="370077" y="0"/>
                  </a:lnTo>
                  <a:close/>
                </a:path>
              </a:pathLst>
            </a:custGeom>
            <a:solidFill>
              <a:srgbClr val="529E39"/>
            </a:solidFill>
          </p:spPr>
          <p:txBody>
            <a:bodyPr wrap="square" lIns="0" tIns="0" rIns="0" bIns="0" rtlCol="0"/>
            <a:lstStyle/>
            <a:p>
              <a:endParaRPr/>
            </a:p>
          </p:txBody>
        </p:sp>
        <p:sp>
          <p:nvSpPr>
            <p:cNvPr id="7" name="object 7"/>
            <p:cNvSpPr/>
            <p:nvPr/>
          </p:nvSpPr>
          <p:spPr>
            <a:xfrm>
              <a:off x="4117848" y="2350008"/>
              <a:ext cx="740410" cy="425450"/>
            </a:xfrm>
            <a:custGeom>
              <a:avLst/>
              <a:gdLst/>
              <a:ahLst/>
              <a:cxnLst/>
              <a:rect l="l" t="t" r="r" b="b"/>
              <a:pathLst>
                <a:path w="740410" h="425450">
                  <a:moveTo>
                    <a:pt x="0" y="212470"/>
                  </a:moveTo>
                  <a:lnTo>
                    <a:pt x="370077" y="0"/>
                  </a:lnTo>
                  <a:lnTo>
                    <a:pt x="740282" y="212470"/>
                  </a:lnTo>
                  <a:lnTo>
                    <a:pt x="370077" y="424941"/>
                  </a:lnTo>
                  <a:lnTo>
                    <a:pt x="0" y="212470"/>
                  </a:lnTo>
                  <a:close/>
                </a:path>
              </a:pathLst>
            </a:custGeom>
            <a:ln w="15240">
              <a:solidFill>
                <a:srgbClr val="386C23"/>
              </a:solidFill>
            </a:ln>
          </p:spPr>
          <p:txBody>
            <a:bodyPr wrap="square" lIns="0" tIns="0" rIns="0" bIns="0" rtlCol="0"/>
            <a:lstStyle/>
            <a:p>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E964F6-F73A-CA34-C9A0-755A7446D5F9}"/>
              </a:ext>
            </a:extLst>
          </p:cNvPr>
          <p:cNvSpPr>
            <a:spLocks noGrp="1"/>
          </p:cNvSpPr>
          <p:nvPr>
            <p:ph idx="1"/>
          </p:nvPr>
        </p:nvSpPr>
        <p:spPr/>
        <p:txBody>
          <a:bodyPr/>
          <a:lstStyle/>
          <a:p>
            <a:r>
              <a:rPr lang="en-US" b="0" i="0" dirty="0">
                <a:solidFill>
                  <a:srgbClr val="242424"/>
                </a:solidFill>
                <a:effectLst/>
                <a:latin typeface="source-serif-pro"/>
              </a:rPr>
              <a:t>Composition is a relationship between two classes in which one class, known as the composite class, contains an object of another class, known as the component class, as a member variable. The composite class owns the component class, and the component class cannot exist independently of the composite class. In other words, the lifetime of the component class is controlled by the composite class.</a:t>
            </a:r>
            <a:endParaRPr lang="en-US" dirty="0"/>
          </a:p>
        </p:txBody>
      </p:sp>
    </p:spTree>
    <p:extLst>
      <p:ext uri="{BB962C8B-B14F-4D97-AF65-F5344CB8AC3E}">
        <p14:creationId xmlns:p14="http://schemas.microsoft.com/office/powerpoint/2010/main" val="2944686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BBF8F4-EEC5-6397-B75A-CFD3B20511DB}"/>
              </a:ext>
            </a:extLst>
          </p:cNvPr>
          <p:cNvSpPr>
            <a:spLocks noGrp="1"/>
          </p:cNvSpPr>
          <p:nvPr>
            <p:ph idx="1"/>
          </p:nvPr>
        </p:nvSpPr>
        <p:spPr>
          <a:xfrm>
            <a:off x="838200" y="345233"/>
            <a:ext cx="10515600" cy="5850392"/>
          </a:xfrm>
        </p:spPr>
        <p:txBody>
          <a:bodyPr>
            <a:normAutofit fontScale="85000" lnSpcReduction="20000"/>
          </a:bodyPr>
          <a:lstStyle/>
          <a:p>
            <a:r>
              <a:rPr lang="en-US" b="0" i="0" dirty="0">
                <a:solidFill>
                  <a:srgbClr val="AA0D91"/>
                </a:solidFill>
                <a:effectLst/>
                <a:latin typeface="source-code-pro"/>
              </a:rPr>
              <a:t>class</a:t>
            </a:r>
            <a:r>
              <a:rPr lang="en-US" b="0" i="0" dirty="0">
                <a:solidFill>
                  <a:srgbClr val="242424"/>
                </a:solidFill>
                <a:effectLst/>
                <a:latin typeface="source-code-pro"/>
              </a:rPr>
              <a:t> </a:t>
            </a:r>
            <a:r>
              <a:rPr lang="en-US" b="0" i="0" dirty="0">
                <a:solidFill>
                  <a:srgbClr val="1C00CF"/>
                </a:solidFill>
                <a:effectLst/>
                <a:latin typeface="source-code-pro"/>
              </a:rPr>
              <a:t>Engine</a:t>
            </a:r>
            <a:r>
              <a:rPr lang="en-US" b="0" i="0" dirty="0">
                <a:solidFill>
                  <a:srgbClr val="242424"/>
                </a:solidFill>
                <a:effectLst/>
                <a:latin typeface="source-code-pro"/>
              </a:rPr>
              <a:t> {</a:t>
            </a:r>
            <a:br>
              <a:rPr lang="en-US" dirty="0"/>
            </a:br>
            <a:r>
              <a:rPr lang="en-US" b="0" i="0" dirty="0">
                <a:solidFill>
                  <a:srgbClr val="AA0D91"/>
                </a:solidFill>
                <a:effectLst/>
                <a:latin typeface="source-code-pro"/>
              </a:rPr>
              <a:t>public</a:t>
            </a:r>
            <a:r>
              <a:rPr lang="en-US" b="0" i="0" dirty="0">
                <a:solidFill>
                  <a:srgbClr val="242424"/>
                </a:solidFill>
                <a:effectLst/>
                <a:latin typeface="source-code-pro"/>
              </a:rPr>
              <a:t>:</a:t>
            </a:r>
            <a:br>
              <a:rPr lang="en-US" dirty="0"/>
            </a:br>
            <a:r>
              <a:rPr lang="en-US" b="0" i="0" dirty="0">
                <a:solidFill>
                  <a:srgbClr val="AA0D91"/>
                </a:solidFill>
                <a:effectLst/>
                <a:latin typeface="source-code-pro"/>
              </a:rPr>
              <a:t>void</a:t>
            </a:r>
            <a:r>
              <a:rPr lang="en-US" b="0" i="0" dirty="0">
                <a:solidFill>
                  <a:srgbClr val="242424"/>
                </a:solidFill>
                <a:effectLst/>
                <a:latin typeface="source-code-pro"/>
              </a:rPr>
              <a:t> </a:t>
            </a:r>
            <a:r>
              <a:rPr lang="en-US" b="0" i="0" dirty="0">
                <a:solidFill>
                  <a:srgbClr val="1C00CF"/>
                </a:solidFill>
                <a:effectLst/>
                <a:latin typeface="source-code-pro"/>
              </a:rPr>
              <a:t>start</a:t>
            </a:r>
            <a:r>
              <a:rPr lang="en-US" b="0" i="0" dirty="0">
                <a:solidFill>
                  <a:srgbClr val="242424"/>
                </a:solidFill>
                <a:effectLst/>
                <a:latin typeface="source-code-pro"/>
              </a:rPr>
              <a:t>() {</a:t>
            </a:r>
            <a:br>
              <a:rPr lang="en-US" dirty="0"/>
            </a:br>
            <a:r>
              <a:rPr lang="en-US" b="0" i="0" dirty="0">
                <a:solidFill>
                  <a:srgbClr val="007400"/>
                </a:solidFill>
                <a:effectLst/>
                <a:latin typeface="source-code-pro"/>
              </a:rPr>
              <a:t>// Code to start the engine</a:t>
            </a:r>
            <a:br>
              <a:rPr lang="en-US" dirty="0"/>
            </a:br>
            <a:r>
              <a:rPr lang="en-US" b="0" i="0" dirty="0">
                <a:solidFill>
                  <a:srgbClr val="242424"/>
                </a:solidFill>
                <a:effectLst/>
                <a:latin typeface="source-code-pro"/>
              </a:rPr>
              <a:t>}</a:t>
            </a:r>
            <a:br>
              <a:rPr lang="en-US" dirty="0"/>
            </a:br>
            <a:r>
              <a:rPr lang="en-US" b="0" i="0" dirty="0">
                <a:solidFill>
                  <a:srgbClr val="242424"/>
                </a:solidFill>
                <a:effectLst/>
                <a:latin typeface="source-code-pro"/>
              </a:rPr>
              <a:t>};</a:t>
            </a:r>
            <a:br>
              <a:rPr lang="en-US" dirty="0"/>
            </a:br>
            <a:br>
              <a:rPr lang="en-US" dirty="0"/>
            </a:br>
            <a:r>
              <a:rPr lang="en-US" b="0" i="0" dirty="0">
                <a:solidFill>
                  <a:srgbClr val="AA0D91"/>
                </a:solidFill>
                <a:effectLst/>
                <a:latin typeface="source-code-pro"/>
              </a:rPr>
              <a:t>class</a:t>
            </a:r>
            <a:r>
              <a:rPr lang="en-US" b="0" i="0" dirty="0">
                <a:solidFill>
                  <a:srgbClr val="242424"/>
                </a:solidFill>
                <a:effectLst/>
                <a:latin typeface="source-code-pro"/>
              </a:rPr>
              <a:t> </a:t>
            </a:r>
            <a:r>
              <a:rPr lang="en-US" b="0" i="0" dirty="0">
                <a:solidFill>
                  <a:srgbClr val="1C00CF"/>
                </a:solidFill>
                <a:effectLst/>
                <a:latin typeface="source-code-pro"/>
              </a:rPr>
              <a:t>Car</a:t>
            </a:r>
            <a:r>
              <a:rPr lang="en-US" b="0" i="0" dirty="0">
                <a:solidFill>
                  <a:srgbClr val="242424"/>
                </a:solidFill>
                <a:effectLst/>
                <a:latin typeface="source-code-pro"/>
              </a:rPr>
              <a:t> {</a:t>
            </a:r>
            <a:br>
              <a:rPr lang="en-US" dirty="0"/>
            </a:br>
            <a:r>
              <a:rPr lang="en-US" b="0" i="0" dirty="0">
                <a:solidFill>
                  <a:srgbClr val="AA0D91"/>
                </a:solidFill>
                <a:effectLst/>
                <a:latin typeface="source-code-pro"/>
              </a:rPr>
              <a:t>public</a:t>
            </a:r>
            <a:r>
              <a:rPr lang="en-US" b="0" i="0" dirty="0">
                <a:solidFill>
                  <a:srgbClr val="242424"/>
                </a:solidFill>
                <a:effectLst/>
                <a:latin typeface="source-code-pro"/>
              </a:rPr>
              <a:t>:</a:t>
            </a:r>
            <a:br>
              <a:rPr lang="en-US" dirty="0"/>
            </a:br>
            <a:r>
              <a:rPr lang="en-US" b="0" i="0" dirty="0">
                <a:solidFill>
                  <a:srgbClr val="242424"/>
                </a:solidFill>
                <a:effectLst/>
                <a:latin typeface="source-code-pro"/>
              </a:rPr>
              <a:t>Car() : engine(</a:t>
            </a:r>
            <a:r>
              <a:rPr lang="en-US" b="0" i="0" dirty="0">
                <a:solidFill>
                  <a:srgbClr val="AA0D91"/>
                </a:solidFill>
                <a:effectLst/>
                <a:latin typeface="source-code-pro"/>
              </a:rPr>
              <a:t>new</a:t>
            </a:r>
            <a:r>
              <a:rPr lang="en-US" b="0" i="0" dirty="0">
                <a:solidFill>
                  <a:srgbClr val="242424"/>
                </a:solidFill>
                <a:effectLst/>
                <a:latin typeface="source-code-pro"/>
              </a:rPr>
              <a:t> Engine()) {}</a:t>
            </a:r>
            <a:br>
              <a:rPr lang="en-US" dirty="0"/>
            </a:br>
            <a:r>
              <a:rPr lang="en-US" b="0" i="0" dirty="0">
                <a:solidFill>
                  <a:srgbClr val="AA0D91"/>
                </a:solidFill>
                <a:effectLst/>
                <a:latin typeface="source-code-pro"/>
              </a:rPr>
              <a:t>void</a:t>
            </a:r>
            <a:r>
              <a:rPr lang="en-US" b="0" i="0" dirty="0">
                <a:solidFill>
                  <a:srgbClr val="242424"/>
                </a:solidFill>
                <a:effectLst/>
                <a:latin typeface="source-code-pro"/>
              </a:rPr>
              <a:t> </a:t>
            </a:r>
            <a:r>
              <a:rPr lang="en-US" b="0" i="0" dirty="0" err="1">
                <a:solidFill>
                  <a:srgbClr val="1C00CF"/>
                </a:solidFill>
                <a:effectLst/>
                <a:latin typeface="source-code-pro"/>
              </a:rPr>
              <a:t>startCar</a:t>
            </a:r>
            <a:r>
              <a:rPr lang="en-US" b="0" i="0" dirty="0">
                <a:solidFill>
                  <a:srgbClr val="242424"/>
                </a:solidFill>
                <a:effectLst/>
                <a:latin typeface="source-code-pro"/>
              </a:rPr>
              <a:t>() {</a:t>
            </a:r>
            <a:br>
              <a:rPr lang="en-US" dirty="0"/>
            </a:br>
            <a:r>
              <a:rPr lang="en-US" b="0" i="0" dirty="0">
                <a:solidFill>
                  <a:srgbClr val="242424"/>
                </a:solidFill>
                <a:effectLst/>
                <a:latin typeface="source-code-pro"/>
              </a:rPr>
              <a:t>engine-&gt;start();</a:t>
            </a:r>
            <a:br>
              <a:rPr lang="en-US" dirty="0"/>
            </a:br>
            <a:r>
              <a:rPr lang="en-US" b="0" i="0" dirty="0">
                <a:solidFill>
                  <a:srgbClr val="242424"/>
                </a:solidFill>
                <a:effectLst/>
                <a:latin typeface="source-code-pro"/>
              </a:rPr>
              <a:t>}</a:t>
            </a:r>
            <a:br>
              <a:rPr lang="en-US" dirty="0"/>
            </a:br>
            <a:r>
              <a:rPr lang="en-US" b="0" i="0" dirty="0">
                <a:solidFill>
                  <a:srgbClr val="AA0D91"/>
                </a:solidFill>
                <a:effectLst/>
                <a:latin typeface="source-code-pro"/>
              </a:rPr>
              <a:t>private</a:t>
            </a:r>
            <a:r>
              <a:rPr lang="en-US" b="0" i="0" dirty="0">
                <a:solidFill>
                  <a:srgbClr val="242424"/>
                </a:solidFill>
                <a:effectLst/>
                <a:latin typeface="source-code-pro"/>
              </a:rPr>
              <a:t>:</a:t>
            </a:r>
            <a:br>
              <a:rPr lang="en-US" dirty="0"/>
            </a:br>
            <a:r>
              <a:rPr lang="en-US" b="0" i="0" dirty="0">
                <a:solidFill>
                  <a:srgbClr val="242424"/>
                </a:solidFill>
                <a:effectLst/>
                <a:latin typeface="source-code-pro"/>
              </a:rPr>
              <a:t>Engine* engine;</a:t>
            </a:r>
            <a:br>
              <a:rPr lang="en-US" dirty="0"/>
            </a:br>
            <a:r>
              <a:rPr lang="en-US" b="0" i="0" dirty="0">
                <a:solidFill>
                  <a:srgbClr val="242424"/>
                </a:solidFill>
                <a:effectLst/>
                <a:latin typeface="source-code-pro"/>
              </a:rPr>
              <a:t>};</a:t>
            </a:r>
            <a:br>
              <a:rPr lang="en-US" dirty="0"/>
            </a:br>
            <a:br>
              <a:rPr lang="en-US" dirty="0"/>
            </a:br>
            <a:r>
              <a:rPr lang="en-US" b="0" i="0" dirty="0">
                <a:solidFill>
                  <a:srgbClr val="5C2699"/>
                </a:solidFill>
                <a:effectLst/>
                <a:latin typeface="source-code-pro"/>
              </a:rPr>
              <a:t>int</a:t>
            </a:r>
            <a:r>
              <a:rPr lang="en-US" b="0" i="0" dirty="0">
                <a:solidFill>
                  <a:srgbClr val="242424"/>
                </a:solidFill>
                <a:effectLst/>
                <a:latin typeface="source-code-pro"/>
              </a:rPr>
              <a:t> </a:t>
            </a:r>
            <a:r>
              <a:rPr lang="en-US" b="0" i="0" dirty="0">
                <a:solidFill>
                  <a:srgbClr val="1C00CF"/>
                </a:solidFill>
                <a:effectLst/>
                <a:latin typeface="source-code-pro"/>
              </a:rPr>
              <a:t>main</a:t>
            </a:r>
            <a:r>
              <a:rPr lang="en-US" b="0" i="0" dirty="0">
                <a:solidFill>
                  <a:srgbClr val="242424"/>
                </a:solidFill>
                <a:effectLst/>
                <a:latin typeface="source-code-pro"/>
              </a:rPr>
              <a:t>() {</a:t>
            </a:r>
            <a:br>
              <a:rPr lang="en-US" dirty="0"/>
            </a:br>
            <a:r>
              <a:rPr lang="en-US" b="0" i="0" dirty="0">
                <a:solidFill>
                  <a:srgbClr val="242424"/>
                </a:solidFill>
                <a:effectLst/>
                <a:latin typeface="source-code-pro"/>
              </a:rPr>
              <a:t>Car </a:t>
            </a:r>
            <a:r>
              <a:rPr lang="en-US" b="0" i="0" dirty="0" err="1">
                <a:solidFill>
                  <a:srgbClr val="242424"/>
                </a:solidFill>
                <a:effectLst/>
                <a:latin typeface="source-code-pro"/>
              </a:rPr>
              <a:t>car</a:t>
            </a:r>
            <a:r>
              <a:rPr lang="en-US" b="0" i="0" dirty="0">
                <a:solidFill>
                  <a:srgbClr val="242424"/>
                </a:solidFill>
                <a:effectLst/>
                <a:latin typeface="source-code-pro"/>
              </a:rPr>
              <a:t>;</a:t>
            </a:r>
            <a:br>
              <a:rPr lang="en-US" dirty="0"/>
            </a:br>
            <a:r>
              <a:rPr lang="en-US" b="0" i="0" dirty="0" err="1">
                <a:solidFill>
                  <a:srgbClr val="242424"/>
                </a:solidFill>
                <a:effectLst/>
                <a:latin typeface="source-code-pro"/>
              </a:rPr>
              <a:t>car.startCar</a:t>
            </a:r>
            <a:r>
              <a:rPr lang="en-US" b="0" i="0" dirty="0">
                <a:solidFill>
                  <a:srgbClr val="242424"/>
                </a:solidFill>
                <a:effectLst/>
                <a:latin typeface="source-code-pro"/>
              </a:rPr>
              <a:t>();</a:t>
            </a:r>
            <a:br>
              <a:rPr lang="en-US" dirty="0"/>
            </a:br>
            <a:r>
              <a:rPr lang="en-US" b="0" i="0" dirty="0">
                <a:solidFill>
                  <a:srgbClr val="AA0D91"/>
                </a:solidFill>
                <a:effectLst/>
                <a:latin typeface="source-code-pro"/>
              </a:rPr>
              <a:t>return</a:t>
            </a:r>
            <a:r>
              <a:rPr lang="en-US" b="0" i="0" dirty="0">
                <a:solidFill>
                  <a:srgbClr val="242424"/>
                </a:solidFill>
                <a:effectLst/>
                <a:latin typeface="source-code-pro"/>
              </a:rPr>
              <a:t> </a:t>
            </a:r>
            <a:r>
              <a:rPr lang="en-US" b="0" i="0" dirty="0">
                <a:solidFill>
                  <a:srgbClr val="1C00CF"/>
                </a:solidFill>
                <a:effectLst/>
                <a:latin typeface="source-code-pro"/>
              </a:rPr>
              <a:t>0</a:t>
            </a:r>
            <a:r>
              <a:rPr lang="en-US" b="0" i="0" dirty="0">
                <a:solidFill>
                  <a:srgbClr val="242424"/>
                </a:solidFill>
                <a:effectLst/>
                <a:latin typeface="source-code-pro"/>
              </a:rPr>
              <a:t>;</a:t>
            </a:r>
            <a:br>
              <a:rPr lang="en-US" dirty="0"/>
            </a:br>
            <a:r>
              <a:rPr lang="en-US" b="0" i="0" dirty="0">
                <a:solidFill>
                  <a:srgbClr val="242424"/>
                </a:solidFill>
                <a:effectLst/>
                <a:latin typeface="source-code-pro"/>
              </a:rPr>
              <a:t>}</a:t>
            </a:r>
            <a:endParaRPr lang="en-US" dirty="0"/>
          </a:p>
        </p:txBody>
      </p:sp>
    </p:spTree>
    <p:extLst>
      <p:ext uri="{BB962C8B-B14F-4D97-AF65-F5344CB8AC3E}">
        <p14:creationId xmlns:p14="http://schemas.microsoft.com/office/powerpoint/2010/main" val="3793472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38912" y="353568"/>
            <a:ext cx="220979" cy="149860"/>
            <a:chOff x="438912" y="353568"/>
            <a:chExt cx="220979" cy="149860"/>
          </a:xfrm>
        </p:grpSpPr>
        <p:pic>
          <p:nvPicPr>
            <p:cNvPr id="3" name="object 3"/>
            <p:cNvPicPr/>
            <p:nvPr/>
          </p:nvPicPr>
          <p:blipFill>
            <a:blip r:embed="rId2" cstate="print"/>
            <a:stretch>
              <a:fillRect/>
            </a:stretch>
          </p:blipFill>
          <p:spPr>
            <a:xfrm>
              <a:off x="563880" y="353568"/>
              <a:ext cx="96012" cy="149351"/>
            </a:xfrm>
            <a:prstGeom prst="rect">
              <a:avLst/>
            </a:prstGeom>
          </p:spPr>
        </p:pic>
        <p:pic>
          <p:nvPicPr>
            <p:cNvPr id="4" name="object 4"/>
            <p:cNvPicPr/>
            <p:nvPr/>
          </p:nvPicPr>
          <p:blipFill>
            <a:blip r:embed="rId3" cstate="print"/>
            <a:stretch>
              <a:fillRect/>
            </a:stretch>
          </p:blipFill>
          <p:spPr>
            <a:xfrm>
              <a:off x="438912" y="362712"/>
              <a:ext cx="102107" cy="140208"/>
            </a:xfrm>
            <a:prstGeom prst="rect">
              <a:avLst/>
            </a:prstGeom>
          </p:spPr>
        </p:pic>
      </p:grpSp>
      <p:pic>
        <p:nvPicPr>
          <p:cNvPr id="5" name="object 5"/>
          <p:cNvPicPr/>
          <p:nvPr/>
        </p:nvPicPr>
        <p:blipFill>
          <a:blip r:embed="rId4" cstate="print"/>
          <a:stretch>
            <a:fillRect/>
          </a:stretch>
        </p:blipFill>
        <p:spPr>
          <a:xfrm>
            <a:off x="1514855" y="353568"/>
            <a:ext cx="94487" cy="149351"/>
          </a:xfrm>
          <a:prstGeom prst="rect">
            <a:avLst/>
          </a:prstGeom>
        </p:spPr>
      </p:pic>
      <p:grpSp>
        <p:nvGrpSpPr>
          <p:cNvPr id="6" name="object 6"/>
          <p:cNvGrpSpPr/>
          <p:nvPr/>
        </p:nvGrpSpPr>
        <p:grpSpPr>
          <a:xfrm>
            <a:off x="438912" y="597408"/>
            <a:ext cx="220979" cy="149860"/>
            <a:chOff x="438912" y="597408"/>
            <a:chExt cx="220979" cy="149860"/>
          </a:xfrm>
        </p:grpSpPr>
        <p:pic>
          <p:nvPicPr>
            <p:cNvPr id="7" name="object 7"/>
            <p:cNvPicPr/>
            <p:nvPr/>
          </p:nvPicPr>
          <p:blipFill>
            <a:blip r:embed="rId2" cstate="print"/>
            <a:stretch>
              <a:fillRect/>
            </a:stretch>
          </p:blipFill>
          <p:spPr>
            <a:xfrm>
              <a:off x="563880" y="597408"/>
              <a:ext cx="96012" cy="149351"/>
            </a:xfrm>
            <a:prstGeom prst="rect">
              <a:avLst/>
            </a:prstGeom>
          </p:spPr>
        </p:pic>
        <p:pic>
          <p:nvPicPr>
            <p:cNvPr id="8" name="object 8"/>
            <p:cNvPicPr/>
            <p:nvPr/>
          </p:nvPicPr>
          <p:blipFill>
            <a:blip r:embed="rId3" cstate="print"/>
            <a:stretch>
              <a:fillRect/>
            </a:stretch>
          </p:blipFill>
          <p:spPr>
            <a:xfrm>
              <a:off x="438912" y="606552"/>
              <a:ext cx="102107" cy="140208"/>
            </a:xfrm>
            <a:prstGeom prst="rect">
              <a:avLst/>
            </a:prstGeom>
          </p:spPr>
        </p:pic>
      </p:grpSp>
      <p:pic>
        <p:nvPicPr>
          <p:cNvPr id="9" name="object 9"/>
          <p:cNvPicPr/>
          <p:nvPr/>
        </p:nvPicPr>
        <p:blipFill>
          <a:blip r:embed="rId4" cstate="print"/>
          <a:stretch>
            <a:fillRect/>
          </a:stretch>
        </p:blipFill>
        <p:spPr>
          <a:xfrm>
            <a:off x="1872995" y="597408"/>
            <a:ext cx="94487" cy="149351"/>
          </a:xfrm>
          <a:prstGeom prst="rect">
            <a:avLst/>
          </a:prstGeom>
        </p:spPr>
      </p:pic>
      <p:pic>
        <p:nvPicPr>
          <p:cNvPr id="10" name="object 10"/>
          <p:cNvPicPr/>
          <p:nvPr/>
        </p:nvPicPr>
        <p:blipFill>
          <a:blip r:embed="rId5" cstate="print"/>
          <a:stretch>
            <a:fillRect/>
          </a:stretch>
        </p:blipFill>
        <p:spPr>
          <a:xfrm>
            <a:off x="682751" y="841247"/>
            <a:ext cx="96012" cy="149351"/>
          </a:xfrm>
          <a:prstGeom prst="rect">
            <a:avLst/>
          </a:prstGeom>
        </p:spPr>
      </p:pic>
      <p:pic>
        <p:nvPicPr>
          <p:cNvPr id="11" name="object 11"/>
          <p:cNvPicPr/>
          <p:nvPr/>
        </p:nvPicPr>
        <p:blipFill>
          <a:blip r:embed="rId6" cstate="print"/>
          <a:stretch>
            <a:fillRect/>
          </a:stretch>
        </p:blipFill>
        <p:spPr>
          <a:xfrm>
            <a:off x="1258824" y="1572767"/>
            <a:ext cx="96012" cy="149351"/>
          </a:xfrm>
          <a:prstGeom prst="rect">
            <a:avLst/>
          </a:prstGeom>
        </p:spPr>
      </p:pic>
      <p:pic>
        <p:nvPicPr>
          <p:cNvPr id="12" name="object 12"/>
          <p:cNvPicPr/>
          <p:nvPr/>
        </p:nvPicPr>
        <p:blipFill>
          <a:blip r:embed="rId5" cstate="print"/>
          <a:stretch>
            <a:fillRect/>
          </a:stretch>
        </p:blipFill>
        <p:spPr>
          <a:xfrm>
            <a:off x="920496" y="1816607"/>
            <a:ext cx="96012" cy="149351"/>
          </a:xfrm>
          <a:prstGeom prst="rect">
            <a:avLst/>
          </a:prstGeom>
        </p:spPr>
      </p:pic>
      <p:pic>
        <p:nvPicPr>
          <p:cNvPr id="13" name="object 13"/>
          <p:cNvPicPr/>
          <p:nvPr/>
        </p:nvPicPr>
        <p:blipFill>
          <a:blip r:embed="rId6" cstate="print"/>
          <a:stretch>
            <a:fillRect/>
          </a:stretch>
        </p:blipFill>
        <p:spPr>
          <a:xfrm>
            <a:off x="2209800" y="2304288"/>
            <a:ext cx="96012" cy="149351"/>
          </a:xfrm>
          <a:prstGeom prst="rect">
            <a:avLst/>
          </a:prstGeom>
        </p:spPr>
      </p:pic>
      <p:pic>
        <p:nvPicPr>
          <p:cNvPr id="14" name="object 14"/>
          <p:cNvPicPr/>
          <p:nvPr/>
        </p:nvPicPr>
        <p:blipFill>
          <a:blip r:embed="rId5" cstate="print"/>
          <a:stretch>
            <a:fillRect/>
          </a:stretch>
        </p:blipFill>
        <p:spPr>
          <a:xfrm>
            <a:off x="1597152" y="2791967"/>
            <a:ext cx="96011" cy="149351"/>
          </a:xfrm>
          <a:prstGeom prst="rect">
            <a:avLst/>
          </a:prstGeom>
        </p:spPr>
      </p:pic>
      <p:pic>
        <p:nvPicPr>
          <p:cNvPr id="15" name="object 15"/>
          <p:cNvPicPr/>
          <p:nvPr/>
        </p:nvPicPr>
        <p:blipFill>
          <a:blip r:embed="rId6" cstate="print"/>
          <a:stretch>
            <a:fillRect/>
          </a:stretch>
        </p:blipFill>
        <p:spPr>
          <a:xfrm>
            <a:off x="1258824" y="3279647"/>
            <a:ext cx="96012" cy="149351"/>
          </a:xfrm>
          <a:prstGeom prst="rect">
            <a:avLst/>
          </a:prstGeom>
        </p:spPr>
      </p:pic>
      <p:pic>
        <p:nvPicPr>
          <p:cNvPr id="16" name="object 16"/>
          <p:cNvPicPr/>
          <p:nvPr/>
        </p:nvPicPr>
        <p:blipFill>
          <a:blip r:embed="rId5" cstate="print"/>
          <a:stretch>
            <a:fillRect/>
          </a:stretch>
        </p:blipFill>
        <p:spPr>
          <a:xfrm>
            <a:off x="2429255" y="3768852"/>
            <a:ext cx="96012" cy="147828"/>
          </a:xfrm>
          <a:prstGeom prst="rect">
            <a:avLst/>
          </a:prstGeom>
        </p:spPr>
      </p:pic>
      <p:sp>
        <p:nvSpPr>
          <p:cNvPr id="17" name="object 17"/>
          <p:cNvSpPr txBox="1"/>
          <p:nvPr/>
        </p:nvSpPr>
        <p:spPr>
          <a:xfrm>
            <a:off x="416153" y="280797"/>
            <a:ext cx="3162935" cy="3683635"/>
          </a:xfrm>
          <a:prstGeom prst="rect">
            <a:avLst/>
          </a:prstGeom>
        </p:spPr>
        <p:txBody>
          <a:bodyPr vert="horz" wrap="square" lIns="0" tIns="12065" rIns="0" bIns="0" rtlCol="0">
            <a:spAutoFit/>
          </a:bodyPr>
          <a:lstStyle/>
          <a:p>
            <a:pPr marL="250190" marR="1026160">
              <a:lnSpc>
                <a:spcPct val="100000"/>
              </a:lnSpc>
              <a:spcBef>
                <a:spcPts val="95"/>
              </a:spcBef>
              <a:tabLst>
                <a:tab pos="1554480" algn="l"/>
              </a:tabLst>
            </a:pPr>
            <a:r>
              <a:rPr sz="1600" spc="105" dirty="0">
                <a:solidFill>
                  <a:srgbClr val="808080"/>
                </a:solidFill>
                <a:latin typeface="Trebuchet MS"/>
                <a:cs typeface="Trebuchet MS"/>
              </a:rPr>
              <a:t>nclude</a:t>
            </a:r>
            <a:r>
              <a:rPr sz="1600" spc="105" dirty="0">
                <a:solidFill>
                  <a:srgbClr val="A11515"/>
                </a:solidFill>
                <a:latin typeface="Trebuchet MS"/>
                <a:cs typeface="Trebuchet MS"/>
              </a:rPr>
              <a:t>&lt;</a:t>
            </a:r>
            <a:r>
              <a:rPr sz="1600" spc="20" dirty="0">
                <a:solidFill>
                  <a:srgbClr val="A11515"/>
                </a:solidFill>
                <a:latin typeface="Trebuchet MS"/>
                <a:cs typeface="Trebuchet MS"/>
              </a:rPr>
              <a:t>  </a:t>
            </a:r>
            <a:r>
              <a:rPr sz="1600" spc="70" dirty="0">
                <a:solidFill>
                  <a:srgbClr val="A11515"/>
                </a:solidFill>
                <a:latin typeface="Trebuchet MS"/>
                <a:cs typeface="Trebuchet MS"/>
              </a:rPr>
              <a:t>ostream&gt; </a:t>
            </a:r>
            <a:r>
              <a:rPr sz="1600" spc="145" dirty="0">
                <a:solidFill>
                  <a:srgbClr val="808080"/>
                </a:solidFill>
                <a:latin typeface="Trebuchet MS"/>
                <a:cs typeface="Trebuchet MS"/>
              </a:rPr>
              <a:t>nclude</a:t>
            </a:r>
            <a:r>
              <a:rPr sz="1600" spc="145" dirty="0">
                <a:solidFill>
                  <a:srgbClr val="A11515"/>
                </a:solidFill>
                <a:latin typeface="Trebuchet MS"/>
                <a:cs typeface="Trebuchet MS"/>
              </a:rPr>
              <a:t>&lt;str</a:t>
            </a:r>
            <a:r>
              <a:rPr sz="1600" dirty="0">
                <a:solidFill>
                  <a:srgbClr val="A11515"/>
                </a:solidFill>
                <a:latin typeface="Trebuchet MS"/>
                <a:cs typeface="Trebuchet MS"/>
              </a:rPr>
              <a:t>	</a:t>
            </a:r>
            <a:r>
              <a:rPr sz="1600" spc="30" dirty="0">
                <a:solidFill>
                  <a:srgbClr val="A11515"/>
                </a:solidFill>
                <a:latin typeface="Trebuchet MS"/>
                <a:cs typeface="Trebuchet MS"/>
              </a:rPr>
              <a:t>ng&gt;</a:t>
            </a:r>
            <a:endParaRPr sz="1600">
              <a:latin typeface="Trebuchet MS"/>
              <a:cs typeface="Trebuchet MS"/>
            </a:endParaRPr>
          </a:p>
          <a:p>
            <a:pPr marL="12700" marR="806450">
              <a:lnSpc>
                <a:spcPct val="100000"/>
              </a:lnSpc>
              <a:tabLst>
                <a:tab pos="365760" algn="l"/>
                <a:tab pos="719455" algn="l"/>
                <a:tab pos="1906905" algn="l"/>
              </a:tabLst>
            </a:pPr>
            <a:r>
              <a:rPr sz="1600" spc="50" dirty="0">
                <a:solidFill>
                  <a:srgbClr val="0000FF"/>
                </a:solidFill>
                <a:latin typeface="Trebuchet MS"/>
                <a:cs typeface="Trebuchet MS"/>
              </a:rPr>
              <a:t>us</a:t>
            </a:r>
            <a:r>
              <a:rPr sz="1600" dirty="0">
                <a:solidFill>
                  <a:srgbClr val="0000FF"/>
                </a:solidFill>
                <a:latin typeface="Trebuchet MS"/>
                <a:cs typeface="Trebuchet MS"/>
              </a:rPr>
              <a:t>	</a:t>
            </a:r>
            <a:r>
              <a:rPr sz="1600" spc="-25" dirty="0">
                <a:solidFill>
                  <a:srgbClr val="0000FF"/>
                </a:solidFill>
                <a:latin typeface="Trebuchet MS"/>
                <a:cs typeface="Trebuchet MS"/>
              </a:rPr>
              <a:t>ng</a:t>
            </a:r>
            <a:r>
              <a:rPr sz="1600" dirty="0">
                <a:solidFill>
                  <a:srgbClr val="0000FF"/>
                </a:solidFill>
                <a:latin typeface="Trebuchet MS"/>
                <a:cs typeface="Trebuchet MS"/>
              </a:rPr>
              <a:t>	</a:t>
            </a:r>
            <a:r>
              <a:rPr sz="1600" spc="-480" dirty="0">
                <a:solidFill>
                  <a:srgbClr val="0000FF"/>
                </a:solidFill>
                <a:latin typeface="Trebuchet MS"/>
                <a:cs typeface="Trebuchet MS"/>
              </a:rPr>
              <a:t> </a:t>
            </a:r>
            <a:r>
              <a:rPr sz="1600" spc="-10" dirty="0">
                <a:solidFill>
                  <a:srgbClr val="0000FF"/>
                </a:solidFill>
                <a:latin typeface="Trebuchet MS"/>
                <a:cs typeface="Trebuchet MS"/>
              </a:rPr>
              <a:t>namespace</a:t>
            </a:r>
            <a:r>
              <a:rPr sz="1600" dirty="0">
                <a:solidFill>
                  <a:srgbClr val="0000FF"/>
                </a:solidFill>
                <a:latin typeface="Trebuchet MS"/>
                <a:cs typeface="Trebuchet MS"/>
              </a:rPr>
              <a:t>	</a:t>
            </a:r>
            <a:r>
              <a:rPr sz="1600" spc="-10" dirty="0">
                <a:latin typeface="Trebuchet MS"/>
                <a:cs typeface="Trebuchet MS"/>
              </a:rPr>
              <a:t>s</a:t>
            </a:r>
            <a:r>
              <a:rPr sz="1600" spc="-245" dirty="0">
                <a:latin typeface="Trebuchet MS"/>
                <a:cs typeface="Trebuchet MS"/>
              </a:rPr>
              <a:t> </a:t>
            </a:r>
            <a:r>
              <a:rPr sz="1600" spc="-10" dirty="0">
                <a:latin typeface="Trebuchet MS"/>
                <a:cs typeface="Trebuchet MS"/>
              </a:rPr>
              <a:t>t</a:t>
            </a:r>
            <a:r>
              <a:rPr sz="1600" spc="-245" dirty="0">
                <a:latin typeface="Trebuchet MS"/>
                <a:cs typeface="Trebuchet MS"/>
              </a:rPr>
              <a:t> </a:t>
            </a:r>
            <a:r>
              <a:rPr sz="1600" dirty="0">
                <a:latin typeface="Trebuchet MS"/>
                <a:cs typeface="Trebuchet MS"/>
              </a:rPr>
              <a:t>d</a:t>
            </a:r>
            <a:r>
              <a:rPr sz="1600" spc="-240" dirty="0">
                <a:latin typeface="Trebuchet MS"/>
                <a:cs typeface="Trebuchet MS"/>
              </a:rPr>
              <a:t> </a:t>
            </a:r>
            <a:r>
              <a:rPr sz="1600" spc="-50" dirty="0">
                <a:latin typeface="Trebuchet MS"/>
                <a:cs typeface="Trebuchet MS"/>
              </a:rPr>
              <a:t>; </a:t>
            </a:r>
            <a:r>
              <a:rPr sz="1600" dirty="0">
                <a:solidFill>
                  <a:srgbClr val="0000FF"/>
                </a:solidFill>
                <a:latin typeface="Trebuchet MS"/>
                <a:cs typeface="Trebuchet MS"/>
              </a:rPr>
              <a:t>c</a:t>
            </a:r>
            <a:r>
              <a:rPr sz="1600" spc="-235" dirty="0">
                <a:solidFill>
                  <a:srgbClr val="0000FF"/>
                </a:solidFill>
                <a:latin typeface="Trebuchet MS"/>
                <a:cs typeface="Trebuchet MS"/>
              </a:rPr>
              <a:t> </a:t>
            </a:r>
            <a:r>
              <a:rPr sz="1600" spc="-10" dirty="0">
                <a:solidFill>
                  <a:srgbClr val="0000FF"/>
                </a:solidFill>
                <a:latin typeface="Trebuchet MS"/>
                <a:cs typeface="Trebuchet MS"/>
              </a:rPr>
              <a:t>l</a:t>
            </a:r>
            <a:r>
              <a:rPr sz="1600" spc="-235" dirty="0">
                <a:solidFill>
                  <a:srgbClr val="0000FF"/>
                </a:solidFill>
                <a:latin typeface="Trebuchet MS"/>
                <a:cs typeface="Trebuchet MS"/>
              </a:rPr>
              <a:t> </a:t>
            </a:r>
            <a:r>
              <a:rPr sz="1600" dirty="0">
                <a:solidFill>
                  <a:srgbClr val="0000FF"/>
                </a:solidFill>
                <a:latin typeface="Trebuchet MS"/>
                <a:cs typeface="Trebuchet MS"/>
              </a:rPr>
              <a:t>a</a:t>
            </a:r>
            <a:r>
              <a:rPr sz="1600" spc="-229" dirty="0">
                <a:solidFill>
                  <a:srgbClr val="0000FF"/>
                </a:solidFill>
                <a:latin typeface="Trebuchet MS"/>
                <a:cs typeface="Trebuchet MS"/>
              </a:rPr>
              <a:t> </a:t>
            </a:r>
            <a:r>
              <a:rPr sz="1600" spc="-10" dirty="0">
                <a:solidFill>
                  <a:srgbClr val="0000FF"/>
                </a:solidFill>
                <a:latin typeface="Trebuchet MS"/>
                <a:cs typeface="Trebuchet MS"/>
              </a:rPr>
              <a:t>s</a:t>
            </a:r>
            <a:r>
              <a:rPr sz="1600" spc="-229" dirty="0">
                <a:solidFill>
                  <a:srgbClr val="0000FF"/>
                </a:solidFill>
                <a:latin typeface="Trebuchet MS"/>
                <a:cs typeface="Trebuchet MS"/>
              </a:rPr>
              <a:t> </a:t>
            </a:r>
            <a:r>
              <a:rPr sz="1600" spc="-50" dirty="0">
                <a:solidFill>
                  <a:srgbClr val="0000FF"/>
                </a:solidFill>
                <a:latin typeface="Trebuchet MS"/>
                <a:cs typeface="Trebuchet MS"/>
              </a:rPr>
              <a:t>s</a:t>
            </a:r>
            <a:r>
              <a:rPr sz="1600" dirty="0">
                <a:solidFill>
                  <a:srgbClr val="0000FF"/>
                </a:solidFill>
                <a:latin typeface="Trebuchet MS"/>
                <a:cs typeface="Trebuchet MS"/>
              </a:rPr>
              <a:t>	</a:t>
            </a:r>
            <a:r>
              <a:rPr sz="1600" spc="45" dirty="0">
                <a:solidFill>
                  <a:srgbClr val="2B91AD"/>
                </a:solidFill>
                <a:latin typeface="Trebuchet MS"/>
                <a:cs typeface="Trebuchet MS"/>
              </a:rPr>
              <a:t>Teacher</a:t>
            </a:r>
            <a:endParaRPr sz="1600">
              <a:latin typeface="Trebuchet MS"/>
              <a:cs typeface="Trebuchet MS"/>
            </a:endParaRPr>
          </a:p>
          <a:p>
            <a:pPr marL="12700">
              <a:lnSpc>
                <a:spcPct val="100000"/>
              </a:lnSpc>
            </a:pPr>
            <a:r>
              <a:rPr sz="1600" spc="-50" dirty="0">
                <a:latin typeface="Trebuchet MS"/>
                <a:cs typeface="Trebuchet MS"/>
              </a:rPr>
              <a:t>{</a:t>
            </a:r>
            <a:endParaRPr sz="1600">
              <a:latin typeface="Trebuchet MS"/>
              <a:cs typeface="Trebuchet MS"/>
            </a:endParaRPr>
          </a:p>
          <a:p>
            <a:pPr marL="469900">
              <a:lnSpc>
                <a:spcPct val="100000"/>
              </a:lnSpc>
              <a:tabLst>
                <a:tab pos="941705" algn="l"/>
              </a:tabLst>
            </a:pPr>
            <a:r>
              <a:rPr sz="1600" spc="-10" dirty="0">
                <a:solidFill>
                  <a:srgbClr val="2B91AD"/>
                </a:solidFill>
                <a:latin typeface="Trebuchet MS"/>
                <a:cs typeface="Trebuchet MS"/>
              </a:rPr>
              <a:t>s</a:t>
            </a:r>
            <a:r>
              <a:rPr sz="1600" spc="-185" dirty="0">
                <a:solidFill>
                  <a:srgbClr val="2B91AD"/>
                </a:solidFill>
                <a:latin typeface="Trebuchet MS"/>
                <a:cs typeface="Trebuchet MS"/>
              </a:rPr>
              <a:t> </a:t>
            </a:r>
            <a:r>
              <a:rPr sz="1600" spc="-10" dirty="0">
                <a:solidFill>
                  <a:srgbClr val="2B91AD"/>
                </a:solidFill>
                <a:latin typeface="Trebuchet MS"/>
                <a:cs typeface="Trebuchet MS"/>
              </a:rPr>
              <a:t>t</a:t>
            </a:r>
            <a:r>
              <a:rPr sz="1600" spc="-180" dirty="0">
                <a:solidFill>
                  <a:srgbClr val="2B91AD"/>
                </a:solidFill>
                <a:latin typeface="Trebuchet MS"/>
                <a:cs typeface="Trebuchet MS"/>
              </a:rPr>
              <a:t> </a:t>
            </a:r>
            <a:r>
              <a:rPr sz="1600" spc="-50" dirty="0">
                <a:solidFill>
                  <a:srgbClr val="2B91AD"/>
                </a:solidFill>
                <a:latin typeface="Trebuchet MS"/>
                <a:cs typeface="Trebuchet MS"/>
              </a:rPr>
              <a:t>r</a:t>
            </a:r>
            <a:r>
              <a:rPr sz="1600" dirty="0">
                <a:solidFill>
                  <a:srgbClr val="2B91AD"/>
                </a:solidFill>
                <a:latin typeface="Trebuchet MS"/>
                <a:cs typeface="Trebuchet MS"/>
              </a:rPr>
              <a:t>	</a:t>
            </a:r>
            <a:r>
              <a:rPr sz="1600" spc="45" dirty="0">
                <a:solidFill>
                  <a:srgbClr val="2B91AD"/>
                </a:solidFill>
                <a:latin typeface="Trebuchet MS"/>
                <a:cs typeface="Trebuchet MS"/>
              </a:rPr>
              <a:t>ng</a:t>
            </a:r>
            <a:r>
              <a:rPr sz="1600" spc="10" dirty="0">
                <a:solidFill>
                  <a:srgbClr val="2B91AD"/>
                </a:solidFill>
                <a:latin typeface="Trebuchet MS"/>
                <a:cs typeface="Trebuchet MS"/>
              </a:rPr>
              <a:t>  </a:t>
            </a:r>
            <a:r>
              <a:rPr sz="1600" spc="-20" dirty="0">
                <a:latin typeface="Trebuchet MS"/>
                <a:cs typeface="Trebuchet MS"/>
              </a:rPr>
              <a:t>name;</a:t>
            </a:r>
            <a:endParaRPr sz="1600">
              <a:latin typeface="Trebuchet MS"/>
              <a:cs typeface="Trebuchet MS"/>
            </a:endParaRPr>
          </a:p>
          <a:p>
            <a:pPr marL="12700">
              <a:lnSpc>
                <a:spcPct val="100000"/>
              </a:lnSpc>
              <a:tabLst>
                <a:tab pos="603885" algn="l"/>
              </a:tabLst>
            </a:pPr>
            <a:r>
              <a:rPr sz="1600" spc="80" dirty="0">
                <a:solidFill>
                  <a:srgbClr val="0000FF"/>
                </a:solidFill>
                <a:latin typeface="Trebuchet MS"/>
                <a:cs typeface="Trebuchet MS"/>
              </a:rPr>
              <a:t>publ</a:t>
            </a:r>
            <a:r>
              <a:rPr sz="1600" dirty="0">
                <a:solidFill>
                  <a:srgbClr val="0000FF"/>
                </a:solidFill>
                <a:latin typeface="Trebuchet MS"/>
                <a:cs typeface="Trebuchet MS"/>
              </a:rPr>
              <a:t>	c</a:t>
            </a:r>
            <a:r>
              <a:rPr sz="1600" spc="-254" dirty="0">
                <a:solidFill>
                  <a:srgbClr val="0000FF"/>
                </a:solidFill>
                <a:latin typeface="Trebuchet MS"/>
                <a:cs typeface="Trebuchet MS"/>
              </a:rPr>
              <a:t> </a:t>
            </a:r>
            <a:r>
              <a:rPr sz="1600" spc="-50" dirty="0">
                <a:latin typeface="Trebuchet MS"/>
                <a:cs typeface="Trebuchet MS"/>
              </a:rPr>
              <a:t>:</a:t>
            </a:r>
            <a:endParaRPr sz="1600">
              <a:latin typeface="Trebuchet MS"/>
              <a:cs typeface="Trebuchet MS"/>
            </a:endParaRPr>
          </a:p>
          <a:p>
            <a:pPr marL="469900">
              <a:lnSpc>
                <a:spcPct val="100000"/>
              </a:lnSpc>
            </a:pPr>
            <a:r>
              <a:rPr sz="1600" spc="135" dirty="0">
                <a:latin typeface="Trebuchet MS"/>
                <a:cs typeface="Trebuchet MS"/>
              </a:rPr>
              <a:t>Teacher(){}</a:t>
            </a:r>
            <a:endParaRPr sz="1600">
              <a:latin typeface="Trebuchet MS"/>
              <a:cs typeface="Trebuchet MS"/>
            </a:endParaRPr>
          </a:p>
          <a:p>
            <a:pPr marL="469900">
              <a:lnSpc>
                <a:spcPct val="100000"/>
              </a:lnSpc>
              <a:spcBef>
                <a:spcPts val="5"/>
              </a:spcBef>
              <a:tabLst>
                <a:tab pos="2164080" algn="l"/>
              </a:tabLst>
            </a:pPr>
            <a:r>
              <a:rPr sz="1600" spc="-20" dirty="0">
                <a:latin typeface="Trebuchet MS"/>
                <a:cs typeface="Trebuchet MS"/>
              </a:rPr>
              <a:t>Te</a:t>
            </a:r>
            <a:r>
              <a:rPr sz="1600" spc="-280" dirty="0">
                <a:latin typeface="Trebuchet MS"/>
                <a:cs typeface="Trebuchet MS"/>
              </a:rPr>
              <a:t> </a:t>
            </a:r>
            <a:r>
              <a:rPr sz="1600" dirty="0">
                <a:latin typeface="Trebuchet MS"/>
                <a:cs typeface="Trebuchet MS"/>
              </a:rPr>
              <a:t>a</a:t>
            </a:r>
            <a:r>
              <a:rPr sz="1600" spc="-275" dirty="0">
                <a:latin typeface="Trebuchet MS"/>
                <a:cs typeface="Trebuchet MS"/>
              </a:rPr>
              <a:t> </a:t>
            </a:r>
            <a:r>
              <a:rPr sz="1600" dirty="0">
                <a:latin typeface="Trebuchet MS"/>
                <a:cs typeface="Trebuchet MS"/>
              </a:rPr>
              <a:t>c</a:t>
            </a:r>
            <a:r>
              <a:rPr sz="1600" spc="-275" dirty="0">
                <a:latin typeface="Trebuchet MS"/>
                <a:cs typeface="Trebuchet MS"/>
              </a:rPr>
              <a:t> </a:t>
            </a:r>
            <a:r>
              <a:rPr sz="1600" spc="-10" dirty="0">
                <a:latin typeface="Trebuchet MS"/>
                <a:cs typeface="Trebuchet MS"/>
              </a:rPr>
              <a:t>h</a:t>
            </a:r>
            <a:r>
              <a:rPr sz="1600" spc="-275" dirty="0">
                <a:latin typeface="Trebuchet MS"/>
                <a:cs typeface="Trebuchet MS"/>
              </a:rPr>
              <a:t> </a:t>
            </a:r>
            <a:r>
              <a:rPr sz="1600" spc="-10" dirty="0">
                <a:latin typeface="Trebuchet MS"/>
                <a:cs typeface="Trebuchet MS"/>
              </a:rPr>
              <a:t>e</a:t>
            </a:r>
            <a:r>
              <a:rPr sz="1600" spc="-275" dirty="0">
                <a:latin typeface="Trebuchet MS"/>
                <a:cs typeface="Trebuchet MS"/>
              </a:rPr>
              <a:t> </a:t>
            </a:r>
            <a:r>
              <a:rPr sz="1600" spc="-10" dirty="0">
                <a:latin typeface="Trebuchet MS"/>
                <a:cs typeface="Trebuchet MS"/>
              </a:rPr>
              <a:t>r</a:t>
            </a:r>
            <a:r>
              <a:rPr sz="1600" spc="-275" dirty="0">
                <a:latin typeface="Trebuchet MS"/>
                <a:cs typeface="Trebuchet MS"/>
              </a:rPr>
              <a:t> </a:t>
            </a:r>
            <a:r>
              <a:rPr sz="1600" spc="-10" dirty="0">
                <a:latin typeface="Trebuchet MS"/>
                <a:cs typeface="Trebuchet MS"/>
              </a:rPr>
              <a:t>(</a:t>
            </a:r>
            <a:r>
              <a:rPr sz="1600" spc="-265" dirty="0">
                <a:latin typeface="Trebuchet MS"/>
                <a:cs typeface="Trebuchet MS"/>
              </a:rPr>
              <a:t> </a:t>
            </a:r>
            <a:r>
              <a:rPr sz="1600" spc="-10" dirty="0">
                <a:solidFill>
                  <a:srgbClr val="2B91AD"/>
                </a:solidFill>
                <a:latin typeface="Trebuchet MS"/>
                <a:cs typeface="Trebuchet MS"/>
              </a:rPr>
              <a:t>s</a:t>
            </a:r>
            <a:r>
              <a:rPr sz="1600" spc="-275" dirty="0">
                <a:solidFill>
                  <a:srgbClr val="2B91AD"/>
                </a:solidFill>
                <a:latin typeface="Trebuchet MS"/>
                <a:cs typeface="Trebuchet MS"/>
              </a:rPr>
              <a:t> </a:t>
            </a:r>
            <a:r>
              <a:rPr sz="1600" spc="-10" dirty="0">
                <a:solidFill>
                  <a:srgbClr val="2B91AD"/>
                </a:solidFill>
                <a:latin typeface="Trebuchet MS"/>
                <a:cs typeface="Trebuchet MS"/>
              </a:rPr>
              <a:t>t</a:t>
            </a:r>
            <a:r>
              <a:rPr sz="1600" spc="-280" dirty="0">
                <a:solidFill>
                  <a:srgbClr val="2B91AD"/>
                </a:solidFill>
                <a:latin typeface="Trebuchet MS"/>
                <a:cs typeface="Trebuchet MS"/>
              </a:rPr>
              <a:t> </a:t>
            </a:r>
            <a:r>
              <a:rPr sz="1600" spc="-10" dirty="0">
                <a:solidFill>
                  <a:srgbClr val="2B91AD"/>
                </a:solidFill>
                <a:latin typeface="Trebuchet MS"/>
                <a:cs typeface="Trebuchet MS"/>
              </a:rPr>
              <a:t>r</a:t>
            </a:r>
            <a:r>
              <a:rPr sz="1600" spc="-270" dirty="0">
                <a:solidFill>
                  <a:srgbClr val="2B91AD"/>
                </a:solidFill>
                <a:latin typeface="Trebuchet MS"/>
                <a:cs typeface="Trebuchet MS"/>
              </a:rPr>
              <a:t> </a:t>
            </a:r>
            <a:r>
              <a:rPr sz="1600" spc="65" dirty="0">
                <a:solidFill>
                  <a:srgbClr val="2B91AD"/>
                </a:solidFill>
                <a:latin typeface="Trebuchet MS"/>
                <a:cs typeface="Trebuchet MS"/>
              </a:rPr>
              <a:t>ng</a:t>
            </a:r>
            <a:r>
              <a:rPr sz="1600" dirty="0">
                <a:solidFill>
                  <a:srgbClr val="2B91AD"/>
                </a:solidFill>
                <a:latin typeface="Trebuchet MS"/>
                <a:cs typeface="Trebuchet MS"/>
              </a:rPr>
              <a:t>	</a:t>
            </a:r>
            <a:r>
              <a:rPr sz="1600" spc="-10" dirty="0">
                <a:solidFill>
                  <a:srgbClr val="808080"/>
                </a:solidFill>
                <a:latin typeface="Trebuchet MS"/>
                <a:cs typeface="Trebuchet MS"/>
              </a:rPr>
              <a:t>n</a:t>
            </a:r>
            <a:r>
              <a:rPr sz="1600" spc="-275" dirty="0">
                <a:solidFill>
                  <a:srgbClr val="808080"/>
                </a:solidFill>
                <a:latin typeface="Trebuchet MS"/>
                <a:cs typeface="Trebuchet MS"/>
              </a:rPr>
              <a:t> </a:t>
            </a:r>
            <a:r>
              <a:rPr sz="1600" spc="-50" dirty="0">
                <a:latin typeface="Trebuchet MS"/>
                <a:cs typeface="Trebuchet MS"/>
              </a:rPr>
              <a:t>)</a:t>
            </a:r>
            <a:endParaRPr sz="1600">
              <a:latin typeface="Trebuchet MS"/>
              <a:cs typeface="Trebuchet MS"/>
            </a:endParaRPr>
          </a:p>
          <a:p>
            <a:pPr marL="469900">
              <a:lnSpc>
                <a:spcPct val="100000"/>
              </a:lnSpc>
            </a:pPr>
            <a:r>
              <a:rPr sz="1600" spc="-50" dirty="0">
                <a:latin typeface="Trebuchet MS"/>
                <a:cs typeface="Trebuchet MS"/>
              </a:rPr>
              <a:t>{</a:t>
            </a:r>
            <a:endParaRPr sz="1600">
              <a:latin typeface="Trebuchet MS"/>
              <a:cs typeface="Trebuchet MS"/>
            </a:endParaRPr>
          </a:p>
          <a:p>
            <a:pPr marL="927100">
              <a:lnSpc>
                <a:spcPct val="100000"/>
              </a:lnSpc>
              <a:tabLst>
                <a:tab pos="1282065" algn="l"/>
                <a:tab pos="2225040" algn="l"/>
                <a:tab pos="2464435" algn="l"/>
              </a:tabLst>
            </a:pPr>
            <a:r>
              <a:rPr sz="1600" spc="55" dirty="0">
                <a:solidFill>
                  <a:srgbClr val="0000FF"/>
                </a:solidFill>
                <a:latin typeface="Trebuchet MS"/>
                <a:cs typeface="Trebuchet MS"/>
              </a:rPr>
              <a:t>th</a:t>
            </a:r>
            <a:r>
              <a:rPr sz="1600" dirty="0">
                <a:solidFill>
                  <a:srgbClr val="0000FF"/>
                </a:solidFill>
                <a:latin typeface="Trebuchet MS"/>
                <a:cs typeface="Trebuchet MS"/>
              </a:rPr>
              <a:t>	</a:t>
            </a:r>
            <a:r>
              <a:rPr sz="1600" spc="60" dirty="0">
                <a:solidFill>
                  <a:srgbClr val="0000FF"/>
                </a:solidFill>
                <a:latin typeface="Trebuchet MS"/>
                <a:cs typeface="Trebuchet MS"/>
              </a:rPr>
              <a:t>s</a:t>
            </a:r>
            <a:r>
              <a:rPr sz="1600" spc="60" dirty="0">
                <a:latin typeface="Trebuchet MS"/>
                <a:cs typeface="Trebuchet MS"/>
              </a:rPr>
              <a:t>-</a:t>
            </a:r>
            <a:r>
              <a:rPr sz="1600" spc="30" dirty="0">
                <a:latin typeface="Trebuchet MS"/>
                <a:cs typeface="Trebuchet MS"/>
              </a:rPr>
              <a:t>&gt;name</a:t>
            </a:r>
            <a:r>
              <a:rPr sz="1600" dirty="0">
                <a:latin typeface="Trebuchet MS"/>
                <a:cs typeface="Trebuchet MS"/>
              </a:rPr>
              <a:t>	</a:t>
            </a:r>
            <a:r>
              <a:rPr sz="1600" spc="-50" dirty="0">
                <a:solidFill>
                  <a:srgbClr val="008080"/>
                </a:solidFill>
                <a:latin typeface="Trebuchet MS"/>
                <a:cs typeface="Trebuchet MS"/>
              </a:rPr>
              <a:t>=</a:t>
            </a:r>
            <a:r>
              <a:rPr sz="1600" dirty="0">
                <a:solidFill>
                  <a:srgbClr val="008080"/>
                </a:solidFill>
                <a:latin typeface="Trebuchet MS"/>
                <a:cs typeface="Trebuchet MS"/>
              </a:rPr>
              <a:t>	</a:t>
            </a:r>
            <a:r>
              <a:rPr sz="1600" spc="-10" dirty="0">
                <a:solidFill>
                  <a:srgbClr val="808080"/>
                </a:solidFill>
                <a:latin typeface="Trebuchet MS"/>
                <a:cs typeface="Trebuchet MS"/>
              </a:rPr>
              <a:t>n</a:t>
            </a:r>
            <a:r>
              <a:rPr sz="1600" spc="-275" dirty="0">
                <a:solidFill>
                  <a:srgbClr val="808080"/>
                </a:solidFill>
                <a:latin typeface="Trebuchet MS"/>
                <a:cs typeface="Trebuchet MS"/>
              </a:rPr>
              <a:t> </a:t>
            </a:r>
            <a:r>
              <a:rPr sz="1600" spc="-50" dirty="0">
                <a:latin typeface="Trebuchet MS"/>
                <a:cs typeface="Trebuchet MS"/>
              </a:rPr>
              <a:t>;</a:t>
            </a:r>
            <a:endParaRPr sz="1600">
              <a:latin typeface="Trebuchet MS"/>
              <a:cs typeface="Trebuchet MS"/>
            </a:endParaRPr>
          </a:p>
          <a:p>
            <a:pPr marL="469900">
              <a:lnSpc>
                <a:spcPct val="100000"/>
              </a:lnSpc>
            </a:pPr>
            <a:r>
              <a:rPr sz="1600" spc="-50" dirty="0">
                <a:latin typeface="Trebuchet MS"/>
                <a:cs typeface="Trebuchet MS"/>
              </a:rPr>
              <a:t>}</a:t>
            </a:r>
            <a:endParaRPr sz="1600">
              <a:latin typeface="Trebuchet MS"/>
              <a:cs typeface="Trebuchet MS"/>
            </a:endParaRPr>
          </a:p>
          <a:p>
            <a:pPr marL="469900">
              <a:lnSpc>
                <a:spcPct val="100000"/>
              </a:lnSpc>
              <a:tabLst>
                <a:tab pos="941705" algn="l"/>
              </a:tabLst>
            </a:pPr>
            <a:r>
              <a:rPr sz="1600" spc="-10" dirty="0">
                <a:solidFill>
                  <a:srgbClr val="2B91AD"/>
                </a:solidFill>
                <a:latin typeface="Trebuchet MS"/>
                <a:cs typeface="Trebuchet MS"/>
              </a:rPr>
              <a:t>s</a:t>
            </a:r>
            <a:r>
              <a:rPr sz="1600" spc="-185" dirty="0">
                <a:solidFill>
                  <a:srgbClr val="2B91AD"/>
                </a:solidFill>
                <a:latin typeface="Trebuchet MS"/>
                <a:cs typeface="Trebuchet MS"/>
              </a:rPr>
              <a:t> </a:t>
            </a:r>
            <a:r>
              <a:rPr sz="1600" spc="-10" dirty="0">
                <a:solidFill>
                  <a:srgbClr val="2B91AD"/>
                </a:solidFill>
                <a:latin typeface="Trebuchet MS"/>
                <a:cs typeface="Trebuchet MS"/>
              </a:rPr>
              <a:t>t</a:t>
            </a:r>
            <a:r>
              <a:rPr sz="1600" spc="-180" dirty="0">
                <a:solidFill>
                  <a:srgbClr val="2B91AD"/>
                </a:solidFill>
                <a:latin typeface="Trebuchet MS"/>
                <a:cs typeface="Trebuchet MS"/>
              </a:rPr>
              <a:t> </a:t>
            </a:r>
            <a:r>
              <a:rPr sz="1600" spc="-50" dirty="0">
                <a:solidFill>
                  <a:srgbClr val="2B91AD"/>
                </a:solidFill>
                <a:latin typeface="Trebuchet MS"/>
                <a:cs typeface="Trebuchet MS"/>
              </a:rPr>
              <a:t>r</a:t>
            </a:r>
            <a:r>
              <a:rPr sz="1600" dirty="0">
                <a:solidFill>
                  <a:srgbClr val="2B91AD"/>
                </a:solidFill>
                <a:latin typeface="Trebuchet MS"/>
                <a:cs typeface="Trebuchet MS"/>
              </a:rPr>
              <a:t>	ng</a:t>
            </a:r>
            <a:r>
              <a:rPr sz="1600" spc="55" dirty="0">
                <a:solidFill>
                  <a:srgbClr val="2B91AD"/>
                </a:solidFill>
                <a:latin typeface="Trebuchet MS"/>
                <a:cs typeface="Trebuchet MS"/>
              </a:rPr>
              <a:t>  </a:t>
            </a:r>
            <a:r>
              <a:rPr sz="1600" spc="70" dirty="0">
                <a:latin typeface="Trebuchet MS"/>
                <a:cs typeface="Trebuchet MS"/>
              </a:rPr>
              <a:t>getTeachername()</a:t>
            </a:r>
            <a:endParaRPr sz="1600">
              <a:latin typeface="Trebuchet MS"/>
              <a:cs typeface="Trebuchet MS"/>
            </a:endParaRPr>
          </a:p>
          <a:p>
            <a:pPr marL="469900">
              <a:lnSpc>
                <a:spcPct val="100000"/>
              </a:lnSpc>
            </a:pPr>
            <a:r>
              <a:rPr sz="1600" spc="-50" dirty="0">
                <a:latin typeface="Trebuchet MS"/>
                <a:cs typeface="Trebuchet MS"/>
              </a:rPr>
              <a:t>{</a:t>
            </a:r>
            <a:endParaRPr sz="1600">
              <a:latin typeface="Trebuchet MS"/>
              <a:cs typeface="Trebuchet MS"/>
            </a:endParaRPr>
          </a:p>
          <a:p>
            <a:pPr marL="927100">
              <a:lnSpc>
                <a:spcPct val="100000"/>
              </a:lnSpc>
              <a:tabLst>
                <a:tab pos="1755775" algn="l"/>
                <a:tab pos="2107565" algn="l"/>
              </a:tabLst>
            </a:pPr>
            <a:r>
              <a:rPr sz="1600" spc="130" dirty="0">
                <a:solidFill>
                  <a:srgbClr val="0000FF"/>
                </a:solidFill>
                <a:latin typeface="Trebuchet MS"/>
                <a:cs typeface="Trebuchet MS"/>
              </a:rPr>
              <a:t>return</a:t>
            </a:r>
            <a:r>
              <a:rPr sz="1600" dirty="0">
                <a:solidFill>
                  <a:srgbClr val="0000FF"/>
                </a:solidFill>
                <a:latin typeface="Trebuchet MS"/>
                <a:cs typeface="Trebuchet MS"/>
              </a:rPr>
              <a:t>	</a:t>
            </a:r>
            <a:r>
              <a:rPr sz="1600" spc="55" dirty="0">
                <a:solidFill>
                  <a:srgbClr val="0000FF"/>
                </a:solidFill>
                <a:latin typeface="Trebuchet MS"/>
                <a:cs typeface="Trebuchet MS"/>
              </a:rPr>
              <a:t>th</a:t>
            </a:r>
            <a:r>
              <a:rPr sz="1600" dirty="0">
                <a:solidFill>
                  <a:srgbClr val="0000FF"/>
                </a:solidFill>
                <a:latin typeface="Trebuchet MS"/>
                <a:cs typeface="Trebuchet MS"/>
              </a:rPr>
              <a:t>	</a:t>
            </a:r>
            <a:r>
              <a:rPr sz="1600" spc="100" dirty="0">
                <a:solidFill>
                  <a:srgbClr val="0000FF"/>
                </a:solidFill>
                <a:latin typeface="Trebuchet MS"/>
                <a:cs typeface="Trebuchet MS"/>
              </a:rPr>
              <a:t>s</a:t>
            </a:r>
            <a:r>
              <a:rPr sz="1600" spc="100" dirty="0">
                <a:latin typeface="Trebuchet MS"/>
                <a:cs typeface="Trebuchet MS"/>
              </a:rPr>
              <a:t>-</a:t>
            </a:r>
            <a:r>
              <a:rPr sz="1600" spc="70" dirty="0">
                <a:latin typeface="Trebuchet MS"/>
                <a:cs typeface="Trebuchet MS"/>
              </a:rPr>
              <a:t>&gt;name;</a:t>
            </a:r>
            <a:endParaRPr sz="1600">
              <a:latin typeface="Trebuchet MS"/>
              <a:cs typeface="Trebuchet MS"/>
            </a:endParaRPr>
          </a:p>
        </p:txBody>
      </p:sp>
      <p:sp>
        <p:nvSpPr>
          <p:cNvPr id="18" name="object 18"/>
          <p:cNvSpPr txBox="1"/>
          <p:nvPr/>
        </p:nvSpPr>
        <p:spPr>
          <a:xfrm>
            <a:off x="873353" y="3938727"/>
            <a:ext cx="100330" cy="269240"/>
          </a:xfrm>
          <a:prstGeom prst="rect">
            <a:avLst/>
          </a:prstGeom>
        </p:spPr>
        <p:txBody>
          <a:bodyPr vert="horz" wrap="square" lIns="0" tIns="12065" rIns="0" bIns="0" rtlCol="0">
            <a:spAutoFit/>
          </a:bodyPr>
          <a:lstStyle/>
          <a:p>
            <a:pPr marL="12700">
              <a:lnSpc>
                <a:spcPct val="100000"/>
              </a:lnSpc>
              <a:spcBef>
                <a:spcPts val="95"/>
              </a:spcBef>
            </a:pPr>
            <a:r>
              <a:rPr sz="1600" spc="-50" dirty="0">
                <a:latin typeface="Trebuchet MS"/>
                <a:cs typeface="Trebuchet MS"/>
              </a:rPr>
              <a:t>}</a:t>
            </a:r>
            <a:endParaRPr sz="1600">
              <a:latin typeface="Trebuchet MS"/>
              <a:cs typeface="Trebuchet MS"/>
            </a:endParaRPr>
          </a:p>
        </p:txBody>
      </p:sp>
      <p:sp>
        <p:nvSpPr>
          <p:cNvPr id="19" name="object 19"/>
          <p:cNvSpPr txBox="1"/>
          <p:nvPr/>
        </p:nvSpPr>
        <p:spPr>
          <a:xfrm>
            <a:off x="873353" y="4183126"/>
            <a:ext cx="2563495" cy="756920"/>
          </a:xfrm>
          <a:prstGeom prst="rect">
            <a:avLst/>
          </a:prstGeom>
        </p:spPr>
        <p:txBody>
          <a:bodyPr vert="horz" wrap="square" lIns="0" tIns="12065" rIns="0" bIns="0" rtlCol="0">
            <a:spAutoFit/>
          </a:bodyPr>
          <a:lstStyle/>
          <a:p>
            <a:pPr marL="12700">
              <a:lnSpc>
                <a:spcPct val="100000"/>
              </a:lnSpc>
              <a:spcBef>
                <a:spcPts val="95"/>
              </a:spcBef>
            </a:pPr>
            <a:r>
              <a:rPr sz="1600" spc="90" dirty="0">
                <a:latin typeface="Trebuchet MS"/>
                <a:cs typeface="Trebuchet MS"/>
              </a:rPr>
              <a:t>~Teacher()</a:t>
            </a:r>
            <a:endParaRPr sz="1600">
              <a:latin typeface="Trebuchet MS"/>
              <a:cs typeface="Trebuchet MS"/>
            </a:endParaRPr>
          </a:p>
          <a:p>
            <a:pPr marL="12700">
              <a:lnSpc>
                <a:spcPct val="100000"/>
              </a:lnSpc>
            </a:pPr>
            <a:r>
              <a:rPr sz="1600" spc="-50" dirty="0">
                <a:latin typeface="Trebuchet MS"/>
                <a:cs typeface="Trebuchet MS"/>
              </a:rPr>
              <a:t>{</a:t>
            </a:r>
            <a:endParaRPr sz="1600">
              <a:latin typeface="Trebuchet MS"/>
              <a:cs typeface="Trebuchet MS"/>
            </a:endParaRPr>
          </a:p>
          <a:p>
            <a:pPr marL="469900">
              <a:lnSpc>
                <a:spcPct val="100000"/>
              </a:lnSpc>
              <a:tabLst>
                <a:tab pos="1059180" algn="l"/>
                <a:tab pos="1412875" algn="l"/>
              </a:tabLst>
            </a:pPr>
            <a:r>
              <a:rPr sz="1600" spc="75" dirty="0">
                <a:latin typeface="Trebuchet MS"/>
                <a:cs typeface="Trebuchet MS"/>
              </a:rPr>
              <a:t>cout</a:t>
            </a:r>
            <a:r>
              <a:rPr sz="1600" dirty="0">
                <a:latin typeface="Trebuchet MS"/>
                <a:cs typeface="Trebuchet MS"/>
              </a:rPr>
              <a:t>	</a:t>
            </a:r>
            <a:r>
              <a:rPr sz="1600" spc="-25" dirty="0">
                <a:solidFill>
                  <a:srgbClr val="008080"/>
                </a:solidFill>
                <a:latin typeface="Trebuchet MS"/>
                <a:cs typeface="Trebuchet MS"/>
              </a:rPr>
              <a:t>&lt;&lt;</a:t>
            </a:r>
            <a:r>
              <a:rPr sz="1600" dirty="0">
                <a:solidFill>
                  <a:srgbClr val="008080"/>
                </a:solidFill>
                <a:latin typeface="Trebuchet MS"/>
                <a:cs typeface="Trebuchet MS"/>
              </a:rPr>
              <a:t>	</a:t>
            </a:r>
            <a:r>
              <a:rPr sz="1600" spc="60" dirty="0">
                <a:solidFill>
                  <a:srgbClr val="A11515"/>
                </a:solidFill>
                <a:latin typeface="Trebuchet MS"/>
                <a:cs typeface="Trebuchet MS"/>
              </a:rPr>
              <a:t>"\</a:t>
            </a:r>
            <a:r>
              <a:rPr sz="1600" spc="-330" dirty="0">
                <a:solidFill>
                  <a:srgbClr val="A11515"/>
                </a:solidFill>
                <a:latin typeface="Trebuchet MS"/>
                <a:cs typeface="Trebuchet MS"/>
              </a:rPr>
              <a:t> </a:t>
            </a:r>
            <a:r>
              <a:rPr sz="1600" spc="-10" dirty="0">
                <a:solidFill>
                  <a:srgbClr val="A11515"/>
                </a:solidFill>
                <a:latin typeface="Trebuchet MS"/>
                <a:cs typeface="Trebuchet MS"/>
              </a:rPr>
              <a:t>n</a:t>
            </a:r>
            <a:r>
              <a:rPr sz="1600" spc="-320" dirty="0">
                <a:solidFill>
                  <a:srgbClr val="A11515"/>
                </a:solidFill>
                <a:latin typeface="Trebuchet MS"/>
                <a:cs typeface="Trebuchet MS"/>
              </a:rPr>
              <a:t> </a:t>
            </a:r>
            <a:r>
              <a:rPr sz="1600" spc="85" dirty="0">
                <a:solidFill>
                  <a:srgbClr val="A11515"/>
                </a:solidFill>
                <a:latin typeface="Trebuchet MS"/>
                <a:cs typeface="Trebuchet MS"/>
              </a:rPr>
              <a:t>Teacher</a:t>
            </a:r>
            <a:endParaRPr sz="1600">
              <a:latin typeface="Trebuchet MS"/>
              <a:cs typeface="Trebuchet MS"/>
            </a:endParaRPr>
          </a:p>
        </p:txBody>
      </p:sp>
      <p:sp>
        <p:nvSpPr>
          <p:cNvPr id="20" name="object 20"/>
          <p:cNvSpPr txBox="1"/>
          <p:nvPr/>
        </p:nvSpPr>
        <p:spPr>
          <a:xfrm>
            <a:off x="3555872" y="4670805"/>
            <a:ext cx="1776095" cy="269240"/>
          </a:xfrm>
          <a:prstGeom prst="rect">
            <a:avLst/>
          </a:prstGeom>
        </p:spPr>
        <p:txBody>
          <a:bodyPr vert="horz" wrap="square" lIns="0" tIns="12065" rIns="0" bIns="0" rtlCol="0">
            <a:spAutoFit/>
          </a:bodyPr>
          <a:lstStyle/>
          <a:p>
            <a:pPr marL="12700">
              <a:lnSpc>
                <a:spcPct val="100000"/>
              </a:lnSpc>
              <a:spcBef>
                <a:spcPts val="95"/>
              </a:spcBef>
              <a:tabLst>
                <a:tab pos="1524635" algn="l"/>
              </a:tabLst>
            </a:pPr>
            <a:r>
              <a:rPr sz="1600" spc="145" dirty="0">
                <a:solidFill>
                  <a:srgbClr val="A11515"/>
                </a:solidFill>
                <a:latin typeface="Trebuchet MS"/>
                <a:cs typeface="Trebuchet MS"/>
              </a:rPr>
              <a:t>Destroyed"</a:t>
            </a:r>
            <a:r>
              <a:rPr sz="1600" spc="145" dirty="0">
                <a:latin typeface="Trebuchet MS"/>
                <a:cs typeface="Trebuchet MS"/>
              </a:rPr>
              <a:t>;</a:t>
            </a:r>
            <a:r>
              <a:rPr sz="1600" dirty="0">
                <a:latin typeface="Trebuchet MS"/>
                <a:cs typeface="Trebuchet MS"/>
              </a:rPr>
              <a:t>	</a:t>
            </a:r>
            <a:r>
              <a:rPr sz="1600" spc="140" dirty="0">
                <a:latin typeface="Trebuchet MS"/>
                <a:cs typeface="Trebuchet MS"/>
              </a:rPr>
              <a:t>}; </a:t>
            </a:r>
            <a:endParaRPr sz="1600">
              <a:latin typeface="Trebuchet MS"/>
              <a:cs typeface="Trebuchet MS"/>
            </a:endParaRPr>
          </a:p>
        </p:txBody>
      </p:sp>
      <p:sp>
        <p:nvSpPr>
          <p:cNvPr id="21" name="object 21"/>
          <p:cNvSpPr txBox="1"/>
          <p:nvPr/>
        </p:nvSpPr>
        <p:spPr>
          <a:xfrm>
            <a:off x="873353" y="4914646"/>
            <a:ext cx="100330" cy="269240"/>
          </a:xfrm>
          <a:prstGeom prst="rect">
            <a:avLst/>
          </a:prstGeom>
        </p:spPr>
        <p:txBody>
          <a:bodyPr vert="horz" wrap="square" lIns="0" tIns="12065" rIns="0" bIns="0" rtlCol="0">
            <a:spAutoFit/>
          </a:bodyPr>
          <a:lstStyle/>
          <a:p>
            <a:pPr marL="12700">
              <a:lnSpc>
                <a:spcPct val="100000"/>
              </a:lnSpc>
              <a:spcBef>
                <a:spcPts val="95"/>
              </a:spcBef>
            </a:pPr>
            <a:r>
              <a:rPr sz="1600" spc="-50" dirty="0">
                <a:latin typeface="Trebuchet MS"/>
                <a:cs typeface="Trebuchet MS"/>
              </a:rPr>
              <a:t>}</a:t>
            </a:r>
            <a:endParaRPr sz="1600">
              <a:latin typeface="Trebuchet MS"/>
              <a:cs typeface="Trebuchet MS"/>
            </a:endParaRPr>
          </a:p>
        </p:txBody>
      </p:sp>
      <p:sp>
        <p:nvSpPr>
          <p:cNvPr id="22" name="object 22"/>
          <p:cNvSpPr txBox="1"/>
          <p:nvPr/>
        </p:nvSpPr>
        <p:spPr>
          <a:xfrm>
            <a:off x="416153" y="5159755"/>
            <a:ext cx="263525" cy="269240"/>
          </a:xfrm>
          <a:prstGeom prst="rect">
            <a:avLst/>
          </a:prstGeom>
        </p:spPr>
        <p:txBody>
          <a:bodyPr vert="horz" wrap="square" lIns="0" tIns="12065" rIns="0" bIns="0" rtlCol="0">
            <a:spAutoFit/>
          </a:bodyPr>
          <a:lstStyle/>
          <a:p>
            <a:pPr marL="12700">
              <a:lnSpc>
                <a:spcPct val="100000"/>
              </a:lnSpc>
              <a:spcBef>
                <a:spcPts val="95"/>
              </a:spcBef>
            </a:pPr>
            <a:r>
              <a:rPr sz="1600" spc="140" dirty="0">
                <a:latin typeface="Trebuchet MS"/>
                <a:cs typeface="Trebuchet MS"/>
              </a:rPr>
              <a:t>}; </a:t>
            </a:r>
            <a:endParaRPr sz="1600">
              <a:latin typeface="Trebuchet MS"/>
              <a:cs typeface="Trebuchet MS"/>
            </a:endParaRPr>
          </a:p>
        </p:txBody>
      </p:sp>
      <p:pic>
        <p:nvPicPr>
          <p:cNvPr id="23" name="object 23"/>
          <p:cNvPicPr/>
          <p:nvPr/>
        </p:nvPicPr>
        <p:blipFill>
          <a:blip r:embed="rId6" cstate="print"/>
          <a:stretch>
            <a:fillRect/>
          </a:stretch>
        </p:blipFill>
        <p:spPr>
          <a:xfrm>
            <a:off x="5910071" y="841247"/>
            <a:ext cx="96012" cy="149351"/>
          </a:xfrm>
          <a:prstGeom prst="rect">
            <a:avLst/>
          </a:prstGeom>
        </p:spPr>
      </p:pic>
      <p:pic>
        <p:nvPicPr>
          <p:cNvPr id="24" name="object 24"/>
          <p:cNvPicPr/>
          <p:nvPr/>
        </p:nvPicPr>
        <p:blipFill>
          <a:blip r:embed="rId5" cstate="print"/>
          <a:stretch>
            <a:fillRect/>
          </a:stretch>
        </p:blipFill>
        <p:spPr>
          <a:xfrm>
            <a:off x="5571744" y="1328927"/>
            <a:ext cx="96012" cy="149351"/>
          </a:xfrm>
          <a:prstGeom prst="rect">
            <a:avLst/>
          </a:prstGeom>
        </p:spPr>
      </p:pic>
      <p:pic>
        <p:nvPicPr>
          <p:cNvPr id="25" name="object 25"/>
          <p:cNvPicPr/>
          <p:nvPr/>
        </p:nvPicPr>
        <p:blipFill>
          <a:blip r:embed="rId5" cstate="print"/>
          <a:stretch>
            <a:fillRect/>
          </a:stretch>
        </p:blipFill>
        <p:spPr>
          <a:xfrm>
            <a:off x="6248400" y="2304288"/>
            <a:ext cx="96012" cy="149351"/>
          </a:xfrm>
          <a:prstGeom prst="rect">
            <a:avLst/>
          </a:prstGeom>
        </p:spPr>
      </p:pic>
      <p:pic>
        <p:nvPicPr>
          <p:cNvPr id="26" name="object 26"/>
          <p:cNvPicPr/>
          <p:nvPr/>
        </p:nvPicPr>
        <p:blipFill>
          <a:blip r:embed="rId6" cstate="print"/>
          <a:stretch>
            <a:fillRect/>
          </a:stretch>
        </p:blipFill>
        <p:spPr>
          <a:xfrm>
            <a:off x="5910071" y="2791967"/>
            <a:ext cx="96012" cy="149351"/>
          </a:xfrm>
          <a:prstGeom prst="rect">
            <a:avLst/>
          </a:prstGeom>
        </p:spPr>
      </p:pic>
      <p:pic>
        <p:nvPicPr>
          <p:cNvPr id="27" name="object 27"/>
          <p:cNvPicPr/>
          <p:nvPr/>
        </p:nvPicPr>
        <p:blipFill>
          <a:blip r:embed="rId5" cstate="print"/>
          <a:stretch>
            <a:fillRect/>
          </a:stretch>
        </p:blipFill>
        <p:spPr>
          <a:xfrm>
            <a:off x="7080504" y="3279647"/>
            <a:ext cx="96010" cy="149351"/>
          </a:xfrm>
          <a:prstGeom prst="rect">
            <a:avLst/>
          </a:prstGeom>
        </p:spPr>
      </p:pic>
      <p:sp>
        <p:nvSpPr>
          <p:cNvPr id="28" name="object 28"/>
          <p:cNvSpPr txBox="1"/>
          <p:nvPr/>
        </p:nvSpPr>
        <p:spPr>
          <a:xfrm>
            <a:off x="5068315" y="280797"/>
            <a:ext cx="1911985" cy="1000760"/>
          </a:xfrm>
          <a:prstGeom prst="rect">
            <a:avLst/>
          </a:prstGeom>
        </p:spPr>
        <p:txBody>
          <a:bodyPr vert="horz" wrap="square" lIns="0" tIns="12065" rIns="0" bIns="0" rtlCol="0">
            <a:spAutoFit/>
          </a:bodyPr>
          <a:lstStyle/>
          <a:p>
            <a:pPr marL="12700">
              <a:lnSpc>
                <a:spcPct val="100000"/>
              </a:lnSpc>
              <a:spcBef>
                <a:spcPts val="95"/>
              </a:spcBef>
              <a:tabLst>
                <a:tab pos="718185" algn="l"/>
              </a:tabLst>
            </a:pPr>
            <a:r>
              <a:rPr sz="1600" dirty="0">
                <a:solidFill>
                  <a:srgbClr val="0000FF"/>
                </a:solidFill>
                <a:latin typeface="Trebuchet MS"/>
                <a:cs typeface="Trebuchet MS"/>
              </a:rPr>
              <a:t>c</a:t>
            </a:r>
            <a:r>
              <a:rPr sz="1600" spc="-235" dirty="0">
                <a:solidFill>
                  <a:srgbClr val="0000FF"/>
                </a:solidFill>
                <a:latin typeface="Trebuchet MS"/>
                <a:cs typeface="Trebuchet MS"/>
              </a:rPr>
              <a:t> </a:t>
            </a:r>
            <a:r>
              <a:rPr sz="1600" spc="-10" dirty="0">
                <a:solidFill>
                  <a:srgbClr val="0000FF"/>
                </a:solidFill>
                <a:latin typeface="Trebuchet MS"/>
                <a:cs typeface="Trebuchet MS"/>
              </a:rPr>
              <a:t>l</a:t>
            </a:r>
            <a:r>
              <a:rPr sz="1600" spc="-235" dirty="0">
                <a:solidFill>
                  <a:srgbClr val="0000FF"/>
                </a:solidFill>
                <a:latin typeface="Trebuchet MS"/>
                <a:cs typeface="Trebuchet MS"/>
              </a:rPr>
              <a:t> </a:t>
            </a:r>
            <a:r>
              <a:rPr sz="1600" dirty="0">
                <a:solidFill>
                  <a:srgbClr val="0000FF"/>
                </a:solidFill>
                <a:latin typeface="Trebuchet MS"/>
                <a:cs typeface="Trebuchet MS"/>
              </a:rPr>
              <a:t>a</a:t>
            </a:r>
            <a:r>
              <a:rPr sz="1600" spc="-229" dirty="0">
                <a:solidFill>
                  <a:srgbClr val="0000FF"/>
                </a:solidFill>
                <a:latin typeface="Trebuchet MS"/>
                <a:cs typeface="Trebuchet MS"/>
              </a:rPr>
              <a:t> </a:t>
            </a:r>
            <a:r>
              <a:rPr sz="1600" spc="-10" dirty="0">
                <a:solidFill>
                  <a:srgbClr val="0000FF"/>
                </a:solidFill>
                <a:latin typeface="Trebuchet MS"/>
                <a:cs typeface="Trebuchet MS"/>
              </a:rPr>
              <a:t>s</a:t>
            </a:r>
            <a:r>
              <a:rPr sz="1600" spc="-229" dirty="0">
                <a:solidFill>
                  <a:srgbClr val="0000FF"/>
                </a:solidFill>
                <a:latin typeface="Trebuchet MS"/>
                <a:cs typeface="Trebuchet MS"/>
              </a:rPr>
              <a:t> </a:t>
            </a:r>
            <a:r>
              <a:rPr sz="1600" spc="-50" dirty="0">
                <a:solidFill>
                  <a:srgbClr val="0000FF"/>
                </a:solidFill>
                <a:latin typeface="Trebuchet MS"/>
                <a:cs typeface="Trebuchet MS"/>
              </a:rPr>
              <a:t>s</a:t>
            </a:r>
            <a:r>
              <a:rPr sz="1600" dirty="0">
                <a:solidFill>
                  <a:srgbClr val="0000FF"/>
                </a:solidFill>
                <a:latin typeface="Trebuchet MS"/>
                <a:cs typeface="Trebuchet MS"/>
              </a:rPr>
              <a:t>	</a:t>
            </a:r>
            <a:r>
              <a:rPr sz="1600" spc="55" dirty="0">
                <a:solidFill>
                  <a:srgbClr val="2B91AD"/>
                </a:solidFill>
                <a:latin typeface="Trebuchet MS"/>
                <a:cs typeface="Trebuchet MS"/>
              </a:rPr>
              <a:t>Department</a:t>
            </a:r>
            <a:endParaRPr sz="1600">
              <a:latin typeface="Trebuchet MS"/>
              <a:cs typeface="Trebuchet MS"/>
            </a:endParaRPr>
          </a:p>
          <a:p>
            <a:pPr marL="12700">
              <a:lnSpc>
                <a:spcPct val="100000"/>
              </a:lnSpc>
            </a:pPr>
            <a:r>
              <a:rPr sz="1600" spc="-50" dirty="0">
                <a:latin typeface="Trebuchet MS"/>
                <a:cs typeface="Trebuchet MS"/>
              </a:rPr>
              <a:t>{</a:t>
            </a:r>
            <a:endParaRPr sz="1600">
              <a:latin typeface="Trebuchet MS"/>
              <a:cs typeface="Trebuchet MS"/>
            </a:endParaRPr>
          </a:p>
          <a:p>
            <a:pPr marL="469900" marR="28575">
              <a:lnSpc>
                <a:spcPct val="100000"/>
              </a:lnSpc>
              <a:tabLst>
                <a:tab pos="941705" algn="l"/>
              </a:tabLst>
            </a:pPr>
            <a:r>
              <a:rPr sz="1600" spc="-10" dirty="0">
                <a:solidFill>
                  <a:srgbClr val="2B91AD"/>
                </a:solidFill>
                <a:latin typeface="Trebuchet MS"/>
                <a:cs typeface="Trebuchet MS"/>
              </a:rPr>
              <a:t>s</a:t>
            </a:r>
            <a:r>
              <a:rPr sz="1600" spc="-185" dirty="0">
                <a:solidFill>
                  <a:srgbClr val="2B91AD"/>
                </a:solidFill>
                <a:latin typeface="Trebuchet MS"/>
                <a:cs typeface="Trebuchet MS"/>
              </a:rPr>
              <a:t> </a:t>
            </a:r>
            <a:r>
              <a:rPr sz="1600" spc="-10" dirty="0">
                <a:solidFill>
                  <a:srgbClr val="2B91AD"/>
                </a:solidFill>
                <a:latin typeface="Trebuchet MS"/>
                <a:cs typeface="Trebuchet MS"/>
              </a:rPr>
              <a:t>t</a:t>
            </a:r>
            <a:r>
              <a:rPr sz="1600" spc="-180" dirty="0">
                <a:solidFill>
                  <a:srgbClr val="2B91AD"/>
                </a:solidFill>
                <a:latin typeface="Trebuchet MS"/>
                <a:cs typeface="Trebuchet MS"/>
              </a:rPr>
              <a:t> </a:t>
            </a:r>
            <a:r>
              <a:rPr sz="1600" spc="-50" dirty="0">
                <a:solidFill>
                  <a:srgbClr val="2B91AD"/>
                </a:solidFill>
                <a:latin typeface="Trebuchet MS"/>
                <a:cs typeface="Trebuchet MS"/>
              </a:rPr>
              <a:t>r</a:t>
            </a:r>
            <a:r>
              <a:rPr sz="1600" dirty="0">
                <a:solidFill>
                  <a:srgbClr val="2B91AD"/>
                </a:solidFill>
                <a:latin typeface="Trebuchet MS"/>
                <a:cs typeface="Trebuchet MS"/>
              </a:rPr>
              <a:t>	ng</a:t>
            </a:r>
            <a:r>
              <a:rPr sz="1600" spc="50" dirty="0">
                <a:solidFill>
                  <a:srgbClr val="2B91AD"/>
                </a:solidFill>
                <a:latin typeface="Trebuchet MS"/>
                <a:cs typeface="Trebuchet MS"/>
              </a:rPr>
              <a:t>  </a:t>
            </a:r>
            <a:r>
              <a:rPr sz="1600" spc="-20" dirty="0">
                <a:latin typeface="Trebuchet MS"/>
                <a:cs typeface="Trebuchet MS"/>
              </a:rPr>
              <a:t>name; </a:t>
            </a:r>
            <a:r>
              <a:rPr sz="1600" spc="55" dirty="0">
                <a:solidFill>
                  <a:srgbClr val="2B91AD"/>
                </a:solidFill>
                <a:latin typeface="Trebuchet MS"/>
                <a:cs typeface="Trebuchet MS"/>
              </a:rPr>
              <a:t>Teacher</a:t>
            </a:r>
            <a:r>
              <a:rPr sz="1600" spc="20" dirty="0">
                <a:solidFill>
                  <a:srgbClr val="2B91AD"/>
                </a:solidFill>
                <a:latin typeface="Trebuchet MS"/>
                <a:cs typeface="Trebuchet MS"/>
              </a:rPr>
              <a:t>  </a:t>
            </a:r>
            <a:r>
              <a:rPr sz="1600" spc="125" dirty="0">
                <a:latin typeface="Trebuchet MS"/>
                <a:cs typeface="Trebuchet MS"/>
              </a:rPr>
              <a:t>t1; </a:t>
            </a:r>
            <a:endParaRPr sz="1600">
              <a:latin typeface="Trebuchet MS"/>
              <a:cs typeface="Trebuchet MS"/>
            </a:endParaRPr>
          </a:p>
        </p:txBody>
      </p:sp>
      <p:sp>
        <p:nvSpPr>
          <p:cNvPr id="29" name="object 29"/>
          <p:cNvSpPr txBox="1"/>
          <p:nvPr/>
        </p:nvSpPr>
        <p:spPr>
          <a:xfrm>
            <a:off x="5068315" y="1256156"/>
            <a:ext cx="816610" cy="269240"/>
          </a:xfrm>
          <a:prstGeom prst="rect">
            <a:avLst/>
          </a:prstGeom>
        </p:spPr>
        <p:txBody>
          <a:bodyPr vert="horz" wrap="square" lIns="0" tIns="12065" rIns="0" bIns="0" rtlCol="0">
            <a:spAutoFit/>
          </a:bodyPr>
          <a:lstStyle/>
          <a:p>
            <a:pPr marL="12700">
              <a:lnSpc>
                <a:spcPct val="100000"/>
              </a:lnSpc>
              <a:spcBef>
                <a:spcPts val="95"/>
              </a:spcBef>
              <a:tabLst>
                <a:tab pos="597535" algn="l"/>
              </a:tabLst>
            </a:pPr>
            <a:r>
              <a:rPr sz="1600" spc="80" dirty="0">
                <a:solidFill>
                  <a:srgbClr val="0000FF"/>
                </a:solidFill>
                <a:latin typeface="Trebuchet MS"/>
                <a:cs typeface="Trebuchet MS"/>
              </a:rPr>
              <a:t>publ</a:t>
            </a:r>
            <a:r>
              <a:rPr sz="1600" dirty="0">
                <a:solidFill>
                  <a:srgbClr val="0000FF"/>
                </a:solidFill>
                <a:latin typeface="Trebuchet MS"/>
                <a:cs typeface="Trebuchet MS"/>
              </a:rPr>
              <a:t>	c</a:t>
            </a:r>
            <a:r>
              <a:rPr sz="1600" spc="-254" dirty="0">
                <a:solidFill>
                  <a:srgbClr val="0000FF"/>
                </a:solidFill>
                <a:latin typeface="Trebuchet MS"/>
                <a:cs typeface="Trebuchet MS"/>
              </a:rPr>
              <a:t> </a:t>
            </a:r>
            <a:r>
              <a:rPr sz="1600" spc="-50" dirty="0">
                <a:latin typeface="Trebuchet MS"/>
                <a:cs typeface="Trebuchet MS"/>
              </a:rPr>
              <a:t>:</a:t>
            </a:r>
            <a:endParaRPr sz="1600">
              <a:latin typeface="Trebuchet MS"/>
              <a:cs typeface="Trebuchet MS"/>
            </a:endParaRPr>
          </a:p>
        </p:txBody>
      </p:sp>
      <p:sp>
        <p:nvSpPr>
          <p:cNvPr id="30" name="object 30"/>
          <p:cNvSpPr txBox="1"/>
          <p:nvPr/>
        </p:nvSpPr>
        <p:spPr>
          <a:xfrm>
            <a:off x="5525515" y="1499692"/>
            <a:ext cx="3097530" cy="1976755"/>
          </a:xfrm>
          <a:prstGeom prst="rect">
            <a:avLst/>
          </a:prstGeom>
        </p:spPr>
        <p:txBody>
          <a:bodyPr vert="horz" wrap="square" lIns="0" tIns="12065" rIns="0" bIns="0" rtlCol="0">
            <a:spAutoFit/>
          </a:bodyPr>
          <a:lstStyle/>
          <a:p>
            <a:pPr marL="12700">
              <a:lnSpc>
                <a:spcPct val="100000"/>
              </a:lnSpc>
              <a:spcBef>
                <a:spcPts val="95"/>
              </a:spcBef>
            </a:pPr>
            <a:r>
              <a:rPr sz="1600" spc="80" dirty="0">
                <a:latin typeface="Trebuchet MS"/>
                <a:cs typeface="Trebuchet MS"/>
              </a:rPr>
              <a:t>Department(</a:t>
            </a:r>
            <a:r>
              <a:rPr sz="1600" spc="80" dirty="0">
                <a:solidFill>
                  <a:srgbClr val="2B91AD"/>
                </a:solidFill>
                <a:latin typeface="Trebuchet MS"/>
                <a:cs typeface="Trebuchet MS"/>
              </a:rPr>
              <a:t>Teacher</a:t>
            </a:r>
            <a:r>
              <a:rPr sz="1600" spc="30" dirty="0">
                <a:solidFill>
                  <a:srgbClr val="2B91AD"/>
                </a:solidFill>
                <a:latin typeface="Trebuchet MS"/>
                <a:cs typeface="Trebuchet MS"/>
              </a:rPr>
              <a:t>  </a:t>
            </a:r>
            <a:r>
              <a:rPr sz="1600" spc="-10" dirty="0">
                <a:solidFill>
                  <a:srgbClr val="808080"/>
                </a:solidFill>
                <a:latin typeface="Trebuchet MS"/>
                <a:cs typeface="Trebuchet MS"/>
              </a:rPr>
              <a:t>t</a:t>
            </a:r>
            <a:r>
              <a:rPr sz="1600" spc="-145" dirty="0">
                <a:solidFill>
                  <a:srgbClr val="808080"/>
                </a:solidFill>
                <a:latin typeface="Trebuchet MS"/>
                <a:cs typeface="Trebuchet MS"/>
              </a:rPr>
              <a:t> </a:t>
            </a:r>
            <a:r>
              <a:rPr sz="1600" spc="-50" dirty="0">
                <a:latin typeface="Trebuchet MS"/>
                <a:cs typeface="Trebuchet MS"/>
              </a:rPr>
              <a:t>)</a:t>
            </a:r>
            <a:endParaRPr sz="1600">
              <a:latin typeface="Trebuchet MS"/>
              <a:cs typeface="Trebuchet MS"/>
            </a:endParaRPr>
          </a:p>
          <a:p>
            <a:pPr marL="12700">
              <a:lnSpc>
                <a:spcPct val="100000"/>
              </a:lnSpc>
              <a:spcBef>
                <a:spcPts val="5"/>
              </a:spcBef>
            </a:pPr>
            <a:r>
              <a:rPr sz="1600" spc="-50" dirty="0">
                <a:latin typeface="Trebuchet MS"/>
                <a:cs typeface="Trebuchet MS"/>
              </a:rPr>
              <a:t>{</a:t>
            </a:r>
            <a:endParaRPr sz="1600">
              <a:latin typeface="Trebuchet MS"/>
              <a:cs typeface="Trebuchet MS"/>
            </a:endParaRPr>
          </a:p>
          <a:p>
            <a:pPr marL="469900">
              <a:lnSpc>
                <a:spcPct val="100000"/>
              </a:lnSpc>
              <a:tabLst>
                <a:tab pos="821690" algn="l"/>
              </a:tabLst>
            </a:pPr>
            <a:r>
              <a:rPr sz="1600" spc="65" dirty="0">
                <a:latin typeface="Trebuchet MS"/>
                <a:cs typeface="Trebuchet MS"/>
              </a:rPr>
              <a:t>t1</a:t>
            </a:r>
            <a:r>
              <a:rPr sz="1600" dirty="0">
                <a:latin typeface="Trebuchet MS"/>
                <a:cs typeface="Trebuchet MS"/>
              </a:rPr>
              <a:t>	=</a:t>
            </a:r>
            <a:r>
              <a:rPr sz="1600" spc="10" dirty="0">
                <a:latin typeface="Trebuchet MS"/>
                <a:cs typeface="Trebuchet MS"/>
              </a:rPr>
              <a:t>  </a:t>
            </a:r>
            <a:r>
              <a:rPr sz="1600" spc="-10" dirty="0">
                <a:solidFill>
                  <a:srgbClr val="808080"/>
                </a:solidFill>
                <a:latin typeface="Trebuchet MS"/>
                <a:cs typeface="Trebuchet MS"/>
              </a:rPr>
              <a:t>t</a:t>
            </a:r>
            <a:r>
              <a:rPr sz="1600" spc="-150" dirty="0">
                <a:solidFill>
                  <a:srgbClr val="808080"/>
                </a:solidFill>
                <a:latin typeface="Trebuchet MS"/>
                <a:cs typeface="Trebuchet MS"/>
              </a:rPr>
              <a:t> </a:t>
            </a:r>
            <a:r>
              <a:rPr sz="1600" spc="-50" dirty="0">
                <a:latin typeface="Trebuchet MS"/>
                <a:cs typeface="Trebuchet MS"/>
              </a:rPr>
              <a:t>;</a:t>
            </a:r>
            <a:endParaRPr sz="1600">
              <a:latin typeface="Trebuchet MS"/>
              <a:cs typeface="Trebuchet MS"/>
            </a:endParaRPr>
          </a:p>
          <a:p>
            <a:pPr marL="469900">
              <a:lnSpc>
                <a:spcPct val="100000"/>
              </a:lnSpc>
              <a:tabLst>
                <a:tab pos="822960" algn="l"/>
                <a:tab pos="1766570" algn="l"/>
                <a:tab pos="2004060" algn="l"/>
              </a:tabLst>
            </a:pPr>
            <a:r>
              <a:rPr sz="1600" spc="55" dirty="0">
                <a:solidFill>
                  <a:srgbClr val="0000FF"/>
                </a:solidFill>
                <a:latin typeface="Trebuchet MS"/>
                <a:cs typeface="Trebuchet MS"/>
              </a:rPr>
              <a:t>th</a:t>
            </a:r>
            <a:r>
              <a:rPr sz="1600" dirty="0">
                <a:solidFill>
                  <a:srgbClr val="0000FF"/>
                </a:solidFill>
                <a:latin typeface="Trebuchet MS"/>
                <a:cs typeface="Trebuchet MS"/>
              </a:rPr>
              <a:t>	</a:t>
            </a:r>
            <a:r>
              <a:rPr sz="1600" spc="60" dirty="0">
                <a:solidFill>
                  <a:srgbClr val="0000FF"/>
                </a:solidFill>
                <a:latin typeface="Trebuchet MS"/>
                <a:cs typeface="Trebuchet MS"/>
              </a:rPr>
              <a:t>s</a:t>
            </a:r>
            <a:r>
              <a:rPr sz="1600" spc="60" dirty="0">
                <a:latin typeface="Trebuchet MS"/>
                <a:cs typeface="Trebuchet MS"/>
              </a:rPr>
              <a:t>-</a:t>
            </a:r>
            <a:r>
              <a:rPr sz="1600" spc="-20" dirty="0">
                <a:latin typeface="Trebuchet MS"/>
                <a:cs typeface="Trebuchet MS"/>
              </a:rPr>
              <a:t>&gt;name</a:t>
            </a:r>
            <a:r>
              <a:rPr sz="1600" dirty="0">
                <a:latin typeface="Trebuchet MS"/>
                <a:cs typeface="Trebuchet MS"/>
              </a:rPr>
              <a:t>	</a:t>
            </a:r>
            <a:r>
              <a:rPr sz="1600" spc="-50" dirty="0">
                <a:solidFill>
                  <a:srgbClr val="008080"/>
                </a:solidFill>
                <a:latin typeface="Trebuchet MS"/>
                <a:cs typeface="Trebuchet MS"/>
              </a:rPr>
              <a:t>=</a:t>
            </a:r>
            <a:r>
              <a:rPr sz="1600" dirty="0">
                <a:solidFill>
                  <a:srgbClr val="008080"/>
                </a:solidFill>
                <a:latin typeface="Trebuchet MS"/>
                <a:cs typeface="Trebuchet MS"/>
              </a:rPr>
              <a:t>	</a:t>
            </a:r>
            <a:r>
              <a:rPr sz="1600" spc="-20" dirty="0">
                <a:solidFill>
                  <a:srgbClr val="A11515"/>
                </a:solidFill>
                <a:latin typeface="Trebuchet MS"/>
                <a:cs typeface="Trebuchet MS"/>
              </a:rPr>
              <a:t>"</a:t>
            </a:r>
            <a:r>
              <a:rPr sz="1600" spc="-215" dirty="0">
                <a:solidFill>
                  <a:srgbClr val="A11515"/>
                </a:solidFill>
                <a:latin typeface="Trebuchet MS"/>
                <a:cs typeface="Trebuchet MS"/>
              </a:rPr>
              <a:t> </a:t>
            </a:r>
            <a:r>
              <a:rPr sz="1600" spc="-10" dirty="0">
                <a:solidFill>
                  <a:srgbClr val="A11515"/>
                </a:solidFill>
                <a:latin typeface="Trebuchet MS"/>
                <a:cs typeface="Trebuchet MS"/>
              </a:rPr>
              <a:t>C</a:t>
            </a:r>
            <a:r>
              <a:rPr sz="1600" spc="-210" dirty="0">
                <a:solidFill>
                  <a:srgbClr val="A11515"/>
                </a:solidFill>
                <a:latin typeface="Trebuchet MS"/>
                <a:cs typeface="Trebuchet MS"/>
              </a:rPr>
              <a:t> </a:t>
            </a:r>
            <a:r>
              <a:rPr sz="1600" spc="-10" dirty="0">
                <a:solidFill>
                  <a:srgbClr val="A11515"/>
                </a:solidFill>
                <a:latin typeface="Trebuchet MS"/>
                <a:cs typeface="Trebuchet MS"/>
              </a:rPr>
              <a:t>S</a:t>
            </a:r>
            <a:r>
              <a:rPr sz="1600" spc="-215" dirty="0">
                <a:solidFill>
                  <a:srgbClr val="A11515"/>
                </a:solidFill>
                <a:latin typeface="Trebuchet MS"/>
                <a:cs typeface="Trebuchet MS"/>
              </a:rPr>
              <a:t> </a:t>
            </a:r>
            <a:r>
              <a:rPr sz="1600" spc="-20" dirty="0">
                <a:solidFill>
                  <a:srgbClr val="A11515"/>
                </a:solidFill>
                <a:latin typeface="Trebuchet MS"/>
                <a:cs typeface="Trebuchet MS"/>
              </a:rPr>
              <a:t>"</a:t>
            </a:r>
            <a:r>
              <a:rPr sz="1600" spc="-215" dirty="0">
                <a:solidFill>
                  <a:srgbClr val="A11515"/>
                </a:solidFill>
                <a:latin typeface="Trebuchet MS"/>
                <a:cs typeface="Trebuchet MS"/>
              </a:rPr>
              <a:t> </a:t>
            </a:r>
            <a:r>
              <a:rPr sz="1600" spc="-50" dirty="0">
                <a:latin typeface="Trebuchet MS"/>
                <a:cs typeface="Trebuchet MS"/>
              </a:rPr>
              <a:t>;</a:t>
            </a:r>
            <a:endParaRPr sz="1600">
              <a:latin typeface="Trebuchet MS"/>
              <a:cs typeface="Trebuchet MS"/>
            </a:endParaRPr>
          </a:p>
          <a:p>
            <a:pPr marL="12700">
              <a:lnSpc>
                <a:spcPct val="100000"/>
              </a:lnSpc>
            </a:pPr>
            <a:r>
              <a:rPr sz="1600" spc="-50" dirty="0">
                <a:latin typeface="Trebuchet MS"/>
                <a:cs typeface="Trebuchet MS"/>
              </a:rPr>
              <a:t>}</a:t>
            </a:r>
            <a:endParaRPr sz="1600">
              <a:latin typeface="Trebuchet MS"/>
              <a:cs typeface="Trebuchet MS"/>
            </a:endParaRPr>
          </a:p>
          <a:p>
            <a:pPr marL="12700">
              <a:lnSpc>
                <a:spcPct val="100000"/>
              </a:lnSpc>
              <a:tabLst>
                <a:tab pos="486409" algn="l"/>
                <a:tab pos="841375" algn="l"/>
              </a:tabLst>
            </a:pPr>
            <a:r>
              <a:rPr sz="1600" spc="-10" dirty="0">
                <a:solidFill>
                  <a:srgbClr val="2B91AD"/>
                </a:solidFill>
                <a:latin typeface="Trebuchet MS"/>
                <a:cs typeface="Trebuchet MS"/>
              </a:rPr>
              <a:t>s</a:t>
            </a:r>
            <a:r>
              <a:rPr sz="1600" spc="-185" dirty="0">
                <a:solidFill>
                  <a:srgbClr val="2B91AD"/>
                </a:solidFill>
                <a:latin typeface="Trebuchet MS"/>
                <a:cs typeface="Trebuchet MS"/>
              </a:rPr>
              <a:t> </a:t>
            </a:r>
            <a:r>
              <a:rPr sz="1600" spc="-10" dirty="0">
                <a:solidFill>
                  <a:srgbClr val="2B91AD"/>
                </a:solidFill>
                <a:latin typeface="Trebuchet MS"/>
                <a:cs typeface="Trebuchet MS"/>
              </a:rPr>
              <a:t>t</a:t>
            </a:r>
            <a:r>
              <a:rPr sz="1600" spc="-180" dirty="0">
                <a:solidFill>
                  <a:srgbClr val="2B91AD"/>
                </a:solidFill>
                <a:latin typeface="Trebuchet MS"/>
                <a:cs typeface="Trebuchet MS"/>
              </a:rPr>
              <a:t> </a:t>
            </a:r>
            <a:r>
              <a:rPr sz="1600" spc="-50" dirty="0">
                <a:solidFill>
                  <a:srgbClr val="2B91AD"/>
                </a:solidFill>
                <a:latin typeface="Trebuchet MS"/>
                <a:cs typeface="Trebuchet MS"/>
              </a:rPr>
              <a:t>r</a:t>
            </a:r>
            <a:r>
              <a:rPr sz="1600" dirty="0">
                <a:solidFill>
                  <a:srgbClr val="2B91AD"/>
                </a:solidFill>
                <a:latin typeface="Trebuchet MS"/>
                <a:cs typeface="Trebuchet MS"/>
              </a:rPr>
              <a:t>	</a:t>
            </a:r>
            <a:r>
              <a:rPr sz="1600" spc="20" dirty="0">
                <a:solidFill>
                  <a:srgbClr val="2B91AD"/>
                </a:solidFill>
                <a:latin typeface="Trebuchet MS"/>
                <a:cs typeface="Trebuchet MS"/>
              </a:rPr>
              <a:t>ng</a:t>
            </a:r>
            <a:r>
              <a:rPr sz="1600" dirty="0">
                <a:solidFill>
                  <a:srgbClr val="2B91AD"/>
                </a:solidFill>
                <a:latin typeface="Trebuchet MS"/>
                <a:cs typeface="Trebuchet MS"/>
              </a:rPr>
              <a:t>	</a:t>
            </a:r>
            <a:r>
              <a:rPr sz="1600" spc="70" dirty="0">
                <a:latin typeface="Trebuchet MS"/>
                <a:cs typeface="Trebuchet MS"/>
              </a:rPr>
              <a:t>getDepartmentname()</a:t>
            </a:r>
            <a:endParaRPr sz="1600">
              <a:latin typeface="Trebuchet MS"/>
              <a:cs typeface="Trebuchet MS"/>
            </a:endParaRPr>
          </a:p>
          <a:p>
            <a:pPr marL="12700">
              <a:lnSpc>
                <a:spcPct val="100000"/>
              </a:lnSpc>
            </a:pPr>
            <a:r>
              <a:rPr sz="1600" spc="-50" dirty="0">
                <a:latin typeface="Trebuchet MS"/>
                <a:cs typeface="Trebuchet MS"/>
              </a:rPr>
              <a:t>{</a:t>
            </a:r>
            <a:endParaRPr sz="1600">
              <a:latin typeface="Trebuchet MS"/>
              <a:cs typeface="Trebuchet MS"/>
            </a:endParaRPr>
          </a:p>
          <a:p>
            <a:pPr marL="469900">
              <a:lnSpc>
                <a:spcPct val="100000"/>
              </a:lnSpc>
              <a:tabLst>
                <a:tab pos="1298575" algn="l"/>
                <a:tab pos="1650364" algn="l"/>
              </a:tabLst>
            </a:pPr>
            <a:r>
              <a:rPr sz="1600" spc="130" dirty="0">
                <a:solidFill>
                  <a:srgbClr val="0000FF"/>
                </a:solidFill>
                <a:latin typeface="Trebuchet MS"/>
                <a:cs typeface="Trebuchet MS"/>
              </a:rPr>
              <a:t>return</a:t>
            </a:r>
            <a:r>
              <a:rPr sz="1600" dirty="0">
                <a:solidFill>
                  <a:srgbClr val="0000FF"/>
                </a:solidFill>
                <a:latin typeface="Trebuchet MS"/>
                <a:cs typeface="Trebuchet MS"/>
              </a:rPr>
              <a:t>	</a:t>
            </a:r>
            <a:r>
              <a:rPr sz="1600" spc="55" dirty="0">
                <a:solidFill>
                  <a:srgbClr val="0000FF"/>
                </a:solidFill>
                <a:latin typeface="Trebuchet MS"/>
                <a:cs typeface="Trebuchet MS"/>
              </a:rPr>
              <a:t>th</a:t>
            </a:r>
            <a:r>
              <a:rPr sz="1600" dirty="0">
                <a:solidFill>
                  <a:srgbClr val="0000FF"/>
                </a:solidFill>
                <a:latin typeface="Trebuchet MS"/>
                <a:cs typeface="Trebuchet MS"/>
              </a:rPr>
              <a:t>	</a:t>
            </a:r>
            <a:r>
              <a:rPr sz="1600" spc="100" dirty="0">
                <a:solidFill>
                  <a:srgbClr val="0000FF"/>
                </a:solidFill>
                <a:latin typeface="Trebuchet MS"/>
                <a:cs typeface="Trebuchet MS"/>
              </a:rPr>
              <a:t>s</a:t>
            </a:r>
            <a:r>
              <a:rPr sz="1600" spc="100" dirty="0">
                <a:latin typeface="Trebuchet MS"/>
                <a:cs typeface="Trebuchet MS"/>
              </a:rPr>
              <a:t>-</a:t>
            </a:r>
            <a:r>
              <a:rPr sz="1600" spc="70" dirty="0">
                <a:latin typeface="Trebuchet MS"/>
                <a:cs typeface="Trebuchet MS"/>
              </a:rPr>
              <a:t>&gt;name;</a:t>
            </a:r>
            <a:endParaRPr sz="1600">
              <a:latin typeface="Trebuchet MS"/>
              <a:cs typeface="Trebuchet MS"/>
            </a:endParaRPr>
          </a:p>
        </p:txBody>
      </p:sp>
      <p:sp>
        <p:nvSpPr>
          <p:cNvPr id="31" name="object 31"/>
          <p:cNvSpPr txBox="1"/>
          <p:nvPr/>
        </p:nvSpPr>
        <p:spPr>
          <a:xfrm>
            <a:off x="5525515" y="3451352"/>
            <a:ext cx="100330" cy="269240"/>
          </a:xfrm>
          <a:prstGeom prst="rect">
            <a:avLst/>
          </a:prstGeom>
        </p:spPr>
        <p:txBody>
          <a:bodyPr vert="horz" wrap="square" lIns="0" tIns="12065" rIns="0" bIns="0" rtlCol="0">
            <a:spAutoFit/>
          </a:bodyPr>
          <a:lstStyle/>
          <a:p>
            <a:pPr marL="12700">
              <a:lnSpc>
                <a:spcPct val="100000"/>
              </a:lnSpc>
              <a:spcBef>
                <a:spcPts val="95"/>
              </a:spcBef>
            </a:pPr>
            <a:r>
              <a:rPr sz="1600" spc="-50" dirty="0">
                <a:latin typeface="Trebuchet MS"/>
                <a:cs typeface="Trebuchet MS"/>
              </a:rPr>
              <a:t>}</a:t>
            </a:r>
            <a:endParaRPr sz="1600">
              <a:latin typeface="Trebuchet MS"/>
              <a:cs typeface="Trebuchet MS"/>
            </a:endParaRPr>
          </a:p>
        </p:txBody>
      </p:sp>
      <p:sp>
        <p:nvSpPr>
          <p:cNvPr id="32" name="object 32"/>
          <p:cNvSpPr txBox="1"/>
          <p:nvPr/>
        </p:nvSpPr>
        <p:spPr>
          <a:xfrm>
            <a:off x="5525515" y="3695191"/>
            <a:ext cx="2948305" cy="1000760"/>
          </a:xfrm>
          <a:prstGeom prst="rect">
            <a:avLst/>
          </a:prstGeom>
        </p:spPr>
        <p:txBody>
          <a:bodyPr vert="horz" wrap="square" lIns="0" tIns="12065" rIns="0" bIns="0" rtlCol="0">
            <a:spAutoFit/>
          </a:bodyPr>
          <a:lstStyle/>
          <a:p>
            <a:pPr marL="12700">
              <a:lnSpc>
                <a:spcPct val="100000"/>
              </a:lnSpc>
              <a:spcBef>
                <a:spcPts val="95"/>
              </a:spcBef>
            </a:pPr>
            <a:r>
              <a:rPr sz="1600" spc="90" dirty="0">
                <a:latin typeface="Trebuchet MS"/>
                <a:cs typeface="Trebuchet MS"/>
              </a:rPr>
              <a:t>~Department()</a:t>
            </a:r>
            <a:endParaRPr sz="1600">
              <a:latin typeface="Trebuchet MS"/>
              <a:cs typeface="Trebuchet MS"/>
            </a:endParaRPr>
          </a:p>
          <a:p>
            <a:pPr marL="12700">
              <a:lnSpc>
                <a:spcPct val="100000"/>
              </a:lnSpc>
            </a:pPr>
            <a:r>
              <a:rPr sz="1600" spc="-50" dirty="0">
                <a:latin typeface="Trebuchet MS"/>
                <a:cs typeface="Trebuchet MS"/>
              </a:rPr>
              <a:t>{</a:t>
            </a:r>
            <a:endParaRPr sz="1600">
              <a:latin typeface="Trebuchet MS"/>
              <a:cs typeface="Trebuchet MS"/>
            </a:endParaRPr>
          </a:p>
          <a:p>
            <a:pPr marL="469900">
              <a:lnSpc>
                <a:spcPct val="100000"/>
              </a:lnSpc>
              <a:tabLst>
                <a:tab pos="1061085" algn="l"/>
                <a:tab pos="1416050" algn="l"/>
              </a:tabLst>
            </a:pPr>
            <a:r>
              <a:rPr sz="1600" spc="75" dirty="0">
                <a:latin typeface="Trebuchet MS"/>
                <a:cs typeface="Trebuchet MS"/>
              </a:rPr>
              <a:t>cout</a:t>
            </a:r>
            <a:r>
              <a:rPr sz="1600" dirty="0">
                <a:latin typeface="Trebuchet MS"/>
                <a:cs typeface="Trebuchet MS"/>
              </a:rPr>
              <a:t>	</a:t>
            </a:r>
            <a:r>
              <a:rPr sz="1600" spc="-25" dirty="0">
                <a:solidFill>
                  <a:srgbClr val="008080"/>
                </a:solidFill>
                <a:latin typeface="Trebuchet MS"/>
                <a:cs typeface="Trebuchet MS"/>
              </a:rPr>
              <a:t>&lt;&lt;</a:t>
            </a:r>
            <a:r>
              <a:rPr sz="1600" dirty="0">
                <a:solidFill>
                  <a:srgbClr val="008080"/>
                </a:solidFill>
                <a:latin typeface="Trebuchet MS"/>
                <a:cs typeface="Trebuchet MS"/>
              </a:rPr>
              <a:t>	</a:t>
            </a:r>
            <a:r>
              <a:rPr sz="1600" spc="90" dirty="0">
                <a:solidFill>
                  <a:srgbClr val="A11515"/>
                </a:solidFill>
                <a:latin typeface="Trebuchet MS"/>
                <a:cs typeface="Trebuchet MS"/>
              </a:rPr>
              <a:t>"\nDepartment</a:t>
            </a:r>
            <a:endParaRPr sz="1600">
              <a:latin typeface="Trebuchet MS"/>
              <a:cs typeface="Trebuchet MS"/>
            </a:endParaRPr>
          </a:p>
          <a:p>
            <a:pPr marL="12700">
              <a:lnSpc>
                <a:spcPct val="100000"/>
              </a:lnSpc>
            </a:pPr>
            <a:r>
              <a:rPr sz="1600" spc="-50" dirty="0">
                <a:latin typeface="Trebuchet MS"/>
                <a:cs typeface="Trebuchet MS"/>
              </a:rPr>
              <a:t>}</a:t>
            </a:r>
            <a:endParaRPr sz="1600">
              <a:latin typeface="Trebuchet MS"/>
              <a:cs typeface="Trebuchet MS"/>
            </a:endParaRPr>
          </a:p>
        </p:txBody>
      </p:sp>
      <p:sp>
        <p:nvSpPr>
          <p:cNvPr id="33" name="object 33"/>
          <p:cNvSpPr txBox="1"/>
          <p:nvPr/>
        </p:nvSpPr>
        <p:spPr>
          <a:xfrm>
            <a:off x="8590533" y="4183126"/>
            <a:ext cx="1308735" cy="269240"/>
          </a:xfrm>
          <a:prstGeom prst="rect">
            <a:avLst/>
          </a:prstGeom>
        </p:spPr>
        <p:txBody>
          <a:bodyPr vert="horz" wrap="square" lIns="0" tIns="12065" rIns="0" bIns="0" rtlCol="0">
            <a:spAutoFit/>
          </a:bodyPr>
          <a:lstStyle/>
          <a:p>
            <a:pPr marL="12700">
              <a:lnSpc>
                <a:spcPct val="100000"/>
              </a:lnSpc>
              <a:spcBef>
                <a:spcPts val="95"/>
              </a:spcBef>
            </a:pPr>
            <a:r>
              <a:rPr sz="1600" spc="150" dirty="0">
                <a:solidFill>
                  <a:srgbClr val="A11515"/>
                </a:solidFill>
                <a:latin typeface="Trebuchet MS"/>
                <a:cs typeface="Trebuchet MS"/>
              </a:rPr>
              <a:t>Destroyed"</a:t>
            </a:r>
            <a:r>
              <a:rPr sz="1600" spc="-240" dirty="0">
                <a:solidFill>
                  <a:srgbClr val="A11515"/>
                </a:solidFill>
                <a:latin typeface="Trebuchet MS"/>
                <a:cs typeface="Trebuchet MS"/>
              </a:rPr>
              <a:t> </a:t>
            </a:r>
            <a:r>
              <a:rPr sz="1600" spc="-50" dirty="0">
                <a:latin typeface="Trebuchet MS"/>
                <a:cs typeface="Trebuchet MS"/>
              </a:rPr>
              <a:t>;</a:t>
            </a:r>
            <a:endParaRPr sz="1600">
              <a:latin typeface="Trebuchet MS"/>
              <a:cs typeface="Trebuchet MS"/>
            </a:endParaRPr>
          </a:p>
        </p:txBody>
      </p:sp>
      <p:pic>
        <p:nvPicPr>
          <p:cNvPr id="34" name="object 34"/>
          <p:cNvPicPr/>
          <p:nvPr/>
        </p:nvPicPr>
        <p:blipFill>
          <a:blip r:embed="rId7" cstate="print"/>
          <a:stretch>
            <a:fillRect/>
          </a:stretch>
        </p:blipFill>
        <p:spPr>
          <a:xfrm>
            <a:off x="2628900" y="5166359"/>
            <a:ext cx="86868" cy="134111"/>
          </a:xfrm>
          <a:prstGeom prst="rect">
            <a:avLst/>
          </a:prstGeom>
        </p:spPr>
      </p:pic>
      <p:pic>
        <p:nvPicPr>
          <p:cNvPr id="35" name="object 35"/>
          <p:cNvPicPr/>
          <p:nvPr/>
        </p:nvPicPr>
        <p:blipFill>
          <a:blip r:embed="rId8" cstate="print"/>
          <a:stretch>
            <a:fillRect/>
          </a:stretch>
        </p:blipFill>
        <p:spPr>
          <a:xfrm>
            <a:off x="3258311" y="5166359"/>
            <a:ext cx="85342" cy="134111"/>
          </a:xfrm>
          <a:prstGeom prst="rect">
            <a:avLst/>
          </a:prstGeom>
        </p:spPr>
      </p:pic>
      <p:sp>
        <p:nvSpPr>
          <p:cNvPr id="36" name="object 36"/>
          <p:cNvSpPr txBox="1"/>
          <p:nvPr/>
        </p:nvSpPr>
        <p:spPr>
          <a:xfrm>
            <a:off x="2708910" y="5104003"/>
            <a:ext cx="952500" cy="239395"/>
          </a:xfrm>
          <a:prstGeom prst="rect">
            <a:avLst/>
          </a:prstGeom>
        </p:spPr>
        <p:txBody>
          <a:bodyPr vert="horz" wrap="square" lIns="0" tIns="12700" rIns="0" bIns="0" rtlCol="0">
            <a:spAutoFit/>
          </a:bodyPr>
          <a:lstStyle/>
          <a:p>
            <a:pPr marL="12700">
              <a:lnSpc>
                <a:spcPct val="100000"/>
              </a:lnSpc>
              <a:spcBef>
                <a:spcPts val="100"/>
              </a:spcBef>
            </a:pPr>
            <a:r>
              <a:rPr sz="1400" spc="80" dirty="0">
                <a:solidFill>
                  <a:srgbClr val="0000FF"/>
                </a:solidFill>
                <a:latin typeface="Trebuchet MS"/>
                <a:cs typeface="Trebuchet MS"/>
              </a:rPr>
              <a:t>nt</a:t>
            </a:r>
            <a:r>
              <a:rPr sz="1400" spc="445" dirty="0">
                <a:solidFill>
                  <a:srgbClr val="0000FF"/>
                </a:solidFill>
                <a:latin typeface="Trebuchet MS"/>
                <a:cs typeface="Trebuchet MS"/>
              </a:rPr>
              <a:t> </a:t>
            </a:r>
            <a:r>
              <a:rPr sz="1400" dirty="0">
                <a:latin typeface="Trebuchet MS"/>
                <a:cs typeface="Trebuchet MS"/>
              </a:rPr>
              <a:t>ma</a:t>
            </a:r>
            <a:r>
              <a:rPr sz="1400" spc="170" dirty="0">
                <a:latin typeface="Trebuchet MS"/>
                <a:cs typeface="Trebuchet MS"/>
              </a:rPr>
              <a:t> </a:t>
            </a:r>
            <a:r>
              <a:rPr sz="1400" spc="114" dirty="0">
                <a:latin typeface="Trebuchet MS"/>
                <a:cs typeface="Trebuchet MS"/>
              </a:rPr>
              <a:t>n() </a:t>
            </a:r>
            <a:endParaRPr sz="1400">
              <a:latin typeface="Trebuchet MS"/>
              <a:cs typeface="Trebuchet MS"/>
            </a:endParaRPr>
          </a:p>
        </p:txBody>
      </p:sp>
      <p:sp>
        <p:nvSpPr>
          <p:cNvPr id="37" name="object 37"/>
          <p:cNvSpPr txBox="1"/>
          <p:nvPr/>
        </p:nvSpPr>
        <p:spPr>
          <a:xfrm>
            <a:off x="2603754" y="5317312"/>
            <a:ext cx="91440" cy="240029"/>
          </a:xfrm>
          <a:prstGeom prst="rect">
            <a:avLst/>
          </a:prstGeom>
        </p:spPr>
        <p:txBody>
          <a:bodyPr vert="horz" wrap="square" lIns="0" tIns="13335" rIns="0" bIns="0" rtlCol="0">
            <a:spAutoFit/>
          </a:bodyPr>
          <a:lstStyle/>
          <a:p>
            <a:pPr marL="12700">
              <a:lnSpc>
                <a:spcPct val="100000"/>
              </a:lnSpc>
              <a:spcBef>
                <a:spcPts val="105"/>
              </a:spcBef>
            </a:pPr>
            <a:r>
              <a:rPr sz="1400" spc="-50" dirty="0">
                <a:latin typeface="Trebuchet MS"/>
                <a:cs typeface="Trebuchet MS"/>
              </a:rPr>
              <a:t>{</a:t>
            </a:r>
            <a:endParaRPr sz="1400">
              <a:latin typeface="Trebuchet MS"/>
              <a:cs typeface="Trebuchet MS"/>
            </a:endParaRPr>
          </a:p>
        </p:txBody>
      </p:sp>
      <p:sp>
        <p:nvSpPr>
          <p:cNvPr id="38" name="object 38"/>
          <p:cNvSpPr txBox="1"/>
          <p:nvPr/>
        </p:nvSpPr>
        <p:spPr>
          <a:xfrm>
            <a:off x="3061207" y="5531307"/>
            <a:ext cx="3177540" cy="666115"/>
          </a:xfrm>
          <a:prstGeom prst="rect">
            <a:avLst/>
          </a:prstGeom>
        </p:spPr>
        <p:txBody>
          <a:bodyPr vert="horz" wrap="square" lIns="0" tIns="12700" rIns="0" bIns="0" rtlCol="0">
            <a:spAutoFit/>
          </a:bodyPr>
          <a:lstStyle/>
          <a:p>
            <a:pPr marL="12700" marR="1412875">
              <a:lnSpc>
                <a:spcPct val="100000"/>
              </a:lnSpc>
              <a:spcBef>
                <a:spcPts val="100"/>
              </a:spcBef>
            </a:pPr>
            <a:r>
              <a:rPr sz="1400" spc="50" dirty="0">
                <a:solidFill>
                  <a:srgbClr val="2B91AD"/>
                </a:solidFill>
                <a:latin typeface="Trebuchet MS"/>
                <a:cs typeface="Trebuchet MS"/>
              </a:rPr>
              <a:t>Teacher</a:t>
            </a:r>
            <a:r>
              <a:rPr sz="1400" spc="455" dirty="0">
                <a:solidFill>
                  <a:srgbClr val="2B91AD"/>
                </a:solidFill>
                <a:latin typeface="Trebuchet MS"/>
                <a:cs typeface="Trebuchet MS"/>
              </a:rPr>
              <a:t> </a:t>
            </a:r>
            <a:r>
              <a:rPr sz="1400" spc="135" dirty="0">
                <a:latin typeface="Trebuchet MS"/>
                <a:cs typeface="Trebuchet MS"/>
              </a:rPr>
              <a:t>t(</a:t>
            </a:r>
            <a:r>
              <a:rPr sz="1400" spc="-145" dirty="0">
                <a:latin typeface="Trebuchet MS"/>
                <a:cs typeface="Trebuchet MS"/>
              </a:rPr>
              <a:t> </a:t>
            </a:r>
            <a:r>
              <a:rPr sz="1400" dirty="0">
                <a:solidFill>
                  <a:srgbClr val="A11515"/>
                </a:solidFill>
                <a:latin typeface="Trebuchet MS"/>
                <a:cs typeface="Trebuchet MS"/>
              </a:rPr>
              <a:t>"</a:t>
            </a:r>
            <a:r>
              <a:rPr sz="1400" spc="-145" dirty="0">
                <a:solidFill>
                  <a:srgbClr val="A11515"/>
                </a:solidFill>
                <a:latin typeface="Trebuchet MS"/>
                <a:cs typeface="Trebuchet MS"/>
              </a:rPr>
              <a:t> </a:t>
            </a:r>
            <a:r>
              <a:rPr sz="1400" dirty="0">
                <a:solidFill>
                  <a:srgbClr val="A11515"/>
                </a:solidFill>
                <a:latin typeface="Trebuchet MS"/>
                <a:cs typeface="Trebuchet MS"/>
              </a:rPr>
              <a:t>A</a:t>
            </a:r>
            <a:r>
              <a:rPr sz="1400" spc="-145" dirty="0">
                <a:solidFill>
                  <a:srgbClr val="A11515"/>
                </a:solidFill>
                <a:latin typeface="Trebuchet MS"/>
                <a:cs typeface="Trebuchet MS"/>
              </a:rPr>
              <a:t> </a:t>
            </a:r>
            <a:r>
              <a:rPr sz="1400" spc="-10" dirty="0">
                <a:solidFill>
                  <a:srgbClr val="A11515"/>
                </a:solidFill>
                <a:latin typeface="Trebuchet MS"/>
                <a:cs typeface="Trebuchet MS"/>
              </a:rPr>
              <a:t>L</a:t>
            </a:r>
            <a:r>
              <a:rPr sz="1400" spc="-145" dirty="0">
                <a:solidFill>
                  <a:srgbClr val="A11515"/>
                </a:solidFill>
                <a:latin typeface="Trebuchet MS"/>
                <a:cs typeface="Trebuchet MS"/>
              </a:rPr>
              <a:t> </a:t>
            </a:r>
            <a:r>
              <a:rPr sz="1400" dirty="0">
                <a:solidFill>
                  <a:srgbClr val="A11515"/>
                </a:solidFill>
                <a:latin typeface="Trebuchet MS"/>
                <a:cs typeface="Trebuchet MS"/>
              </a:rPr>
              <a:t>I</a:t>
            </a:r>
            <a:r>
              <a:rPr sz="1400" spc="-155" dirty="0">
                <a:solidFill>
                  <a:srgbClr val="A11515"/>
                </a:solidFill>
                <a:latin typeface="Trebuchet MS"/>
                <a:cs typeface="Trebuchet MS"/>
              </a:rPr>
              <a:t> </a:t>
            </a:r>
            <a:r>
              <a:rPr sz="1400" dirty="0">
                <a:solidFill>
                  <a:srgbClr val="A11515"/>
                </a:solidFill>
                <a:latin typeface="Trebuchet MS"/>
                <a:cs typeface="Trebuchet MS"/>
              </a:rPr>
              <a:t>"</a:t>
            </a:r>
            <a:r>
              <a:rPr sz="1400" spc="-150" dirty="0">
                <a:solidFill>
                  <a:srgbClr val="A11515"/>
                </a:solidFill>
                <a:latin typeface="Trebuchet MS"/>
                <a:cs typeface="Trebuchet MS"/>
              </a:rPr>
              <a:t> </a:t>
            </a:r>
            <a:r>
              <a:rPr sz="1400" spc="105" dirty="0">
                <a:latin typeface="Trebuchet MS"/>
                <a:cs typeface="Trebuchet MS"/>
              </a:rPr>
              <a:t>); </a:t>
            </a:r>
            <a:r>
              <a:rPr sz="1400" spc="60" dirty="0">
                <a:solidFill>
                  <a:srgbClr val="2B91AD"/>
                </a:solidFill>
                <a:latin typeface="Trebuchet MS"/>
                <a:cs typeface="Trebuchet MS"/>
              </a:rPr>
              <a:t>Department</a:t>
            </a:r>
            <a:r>
              <a:rPr sz="1400" spc="440" dirty="0">
                <a:solidFill>
                  <a:srgbClr val="2B91AD"/>
                </a:solidFill>
                <a:latin typeface="Trebuchet MS"/>
                <a:cs typeface="Trebuchet MS"/>
              </a:rPr>
              <a:t> </a:t>
            </a:r>
            <a:r>
              <a:rPr sz="1400" dirty="0">
                <a:latin typeface="Trebuchet MS"/>
                <a:cs typeface="Trebuchet MS"/>
              </a:rPr>
              <a:t>d</a:t>
            </a:r>
            <a:r>
              <a:rPr sz="1400" spc="-190" dirty="0">
                <a:latin typeface="Trebuchet MS"/>
                <a:cs typeface="Trebuchet MS"/>
              </a:rPr>
              <a:t> </a:t>
            </a:r>
            <a:r>
              <a:rPr sz="1400" dirty="0">
                <a:latin typeface="Trebuchet MS"/>
                <a:cs typeface="Trebuchet MS"/>
              </a:rPr>
              <a:t>(</a:t>
            </a:r>
            <a:r>
              <a:rPr sz="1400" spc="-180" dirty="0">
                <a:latin typeface="Trebuchet MS"/>
                <a:cs typeface="Trebuchet MS"/>
              </a:rPr>
              <a:t> </a:t>
            </a:r>
            <a:r>
              <a:rPr sz="1400" dirty="0">
                <a:latin typeface="Trebuchet MS"/>
                <a:cs typeface="Trebuchet MS"/>
              </a:rPr>
              <a:t>t</a:t>
            </a:r>
            <a:r>
              <a:rPr sz="1400" spc="-190" dirty="0">
                <a:latin typeface="Trebuchet MS"/>
                <a:cs typeface="Trebuchet MS"/>
              </a:rPr>
              <a:t> </a:t>
            </a:r>
            <a:r>
              <a:rPr sz="1400" dirty="0">
                <a:latin typeface="Trebuchet MS"/>
                <a:cs typeface="Trebuchet MS"/>
              </a:rPr>
              <a:t>)</a:t>
            </a:r>
            <a:r>
              <a:rPr sz="1400" spc="-185" dirty="0">
                <a:latin typeface="Trebuchet MS"/>
                <a:cs typeface="Trebuchet MS"/>
              </a:rPr>
              <a:t> </a:t>
            </a:r>
            <a:r>
              <a:rPr sz="1400" spc="-60" dirty="0">
                <a:latin typeface="Trebuchet MS"/>
                <a:cs typeface="Trebuchet MS"/>
              </a:rPr>
              <a:t>;</a:t>
            </a:r>
            <a:endParaRPr sz="1400">
              <a:latin typeface="Trebuchet MS"/>
              <a:cs typeface="Trebuchet MS"/>
            </a:endParaRPr>
          </a:p>
          <a:p>
            <a:pPr marL="12700">
              <a:lnSpc>
                <a:spcPct val="100000"/>
              </a:lnSpc>
              <a:spcBef>
                <a:spcPts val="5"/>
              </a:spcBef>
            </a:pPr>
            <a:r>
              <a:rPr sz="1400" spc="100" dirty="0">
                <a:latin typeface="Trebuchet MS"/>
                <a:cs typeface="Trebuchet MS"/>
              </a:rPr>
              <a:t>cout</a:t>
            </a:r>
            <a:r>
              <a:rPr sz="1400" spc="70" dirty="0">
                <a:latin typeface="Trebuchet MS"/>
                <a:cs typeface="Trebuchet MS"/>
              </a:rPr>
              <a:t>  </a:t>
            </a:r>
            <a:r>
              <a:rPr sz="1400" dirty="0">
                <a:solidFill>
                  <a:srgbClr val="008080"/>
                </a:solidFill>
                <a:latin typeface="Trebuchet MS"/>
                <a:cs typeface="Trebuchet MS"/>
              </a:rPr>
              <a:t>&lt;&lt;</a:t>
            </a:r>
            <a:r>
              <a:rPr sz="1400" spc="65" dirty="0">
                <a:solidFill>
                  <a:srgbClr val="008080"/>
                </a:solidFill>
                <a:latin typeface="Trebuchet MS"/>
                <a:cs typeface="Trebuchet MS"/>
              </a:rPr>
              <a:t>  </a:t>
            </a:r>
            <a:r>
              <a:rPr sz="1400" spc="90" dirty="0">
                <a:latin typeface="Trebuchet MS"/>
                <a:cs typeface="Trebuchet MS"/>
              </a:rPr>
              <a:t>t.getTeachername()</a:t>
            </a:r>
            <a:r>
              <a:rPr sz="1400" spc="60" dirty="0">
                <a:latin typeface="Trebuchet MS"/>
                <a:cs typeface="Trebuchet MS"/>
              </a:rPr>
              <a:t>  </a:t>
            </a:r>
            <a:r>
              <a:rPr sz="1400" dirty="0">
                <a:solidFill>
                  <a:srgbClr val="008080"/>
                </a:solidFill>
                <a:latin typeface="Trebuchet MS"/>
                <a:cs typeface="Trebuchet MS"/>
              </a:rPr>
              <a:t>&lt;&lt;</a:t>
            </a:r>
            <a:r>
              <a:rPr sz="1400" spc="60" dirty="0">
                <a:solidFill>
                  <a:srgbClr val="008080"/>
                </a:solidFill>
                <a:latin typeface="Trebuchet MS"/>
                <a:cs typeface="Trebuchet MS"/>
              </a:rPr>
              <a:t>  </a:t>
            </a:r>
            <a:r>
              <a:rPr sz="1400" spc="-50" dirty="0">
                <a:solidFill>
                  <a:srgbClr val="A11515"/>
                </a:solidFill>
                <a:latin typeface="Trebuchet MS"/>
                <a:cs typeface="Trebuchet MS"/>
              </a:rPr>
              <a:t>"</a:t>
            </a:r>
            <a:endParaRPr sz="1400">
              <a:latin typeface="Trebuchet MS"/>
              <a:cs typeface="Trebuchet MS"/>
            </a:endParaRPr>
          </a:p>
        </p:txBody>
      </p:sp>
      <p:pic>
        <p:nvPicPr>
          <p:cNvPr id="39" name="object 39"/>
          <p:cNvPicPr/>
          <p:nvPr/>
        </p:nvPicPr>
        <p:blipFill>
          <a:blip r:embed="rId9" cstate="print"/>
          <a:stretch>
            <a:fillRect/>
          </a:stretch>
        </p:blipFill>
        <p:spPr>
          <a:xfrm>
            <a:off x="6438900" y="6019800"/>
            <a:ext cx="86866" cy="134112"/>
          </a:xfrm>
          <a:prstGeom prst="rect">
            <a:avLst/>
          </a:prstGeom>
        </p:spPr>
      </p:pic>
      <p:sp>
        <p:nvSpPr>
          <p:cNvPr id="40" name="object 40"/>
          <p:cNvSpPr txBox="1"/>
          <p:nvPr/>
        </p:nvSpPr>
        <p:spPr>
          <a:xfrm>
            <a:off x="6517893" y="5958027"/>
            <a:ext cx="5320665" cy="239395"/>
          </a:xfrm>
          <a:prstGeom prst="rect">
            <a:avLst/>
          </a:prstGeom>
        </p:spPr>
        <p:txBody>
          <a:bodyPr vert="horz" wrap="square" lIns="0" tIns="12700" rIns="0" bIns="0" rtlCol="0">
            <a:spAutoFit/>
          </a:bodyPr>
          <a:lstStyle/>
          <a:p>
            <a:pPr marL="12700">
              <a:lnSpc>
                <a:spcPct val="100000"/>
              </a:lnSpc>
              <a:spcBef>
                <a:spcPts val="100"/>
              </a:spcBef>
              <a:tabLst>
                <a:tab pos="222885" algn="l"/>
                <a:tab pos="954405" algn="l"/>
                <a:tab pos="4075429" algn="l"/>
              </a:tabLst>
            </a:pPr>
            <a:r>
              <a:rPr sz="1400" spc="-50" dirty="0">
                <a:solidFill>
                  <a:srgbClr val="A11515"/>
                </a:solidFill>
                <a:latin typeface="Trebuchet MS"/>
                <a:cs typeface="Trebuchet MS"/>
              </a:rPr>
              <a:t>s</a:t>
            </a:r>
            <a:r>
              <a:rPr sz="1400" dirty="0">
                <a:solidFill>
                  <a:srgbClr val="A11515"/>
                </a:solidFill>
                <a:latin typeface="Trebuchet MS"/>
                <a:cs typeface="Trebuchet MS"/>
              </a:rPr>
              <a:t>	from</a:t>
            </a:r>
            <a:r>
              <a:rPr sz="1400" spc="130" dirty="0">
                <a:solidFill>
                  <a:srgbClr val="A11515"/>
                </a:solidFill>
                <a:latin typeface="Trebuchet MS"/>
                <a:cs typeface="Trebuchet MS"/>
              </a:rPr>
              <a:t>  </a:t>
            </a:r>
            <a:r>
              <a:rPr sz="1400" spc="-50" dirty="0">
                <a:solidFill>
                  <a:srgbClr val="A11515"/>
                </a:solidFill>
                <a:latin typeface="Trebuchet MS"/>
                <a:cs typeface="Trebuchet MS"/>
              </a:rPr>
              <a:t>"</a:t>
            </a:r>
            <a:r>
              <a:rPr sz="1400" dirty="0">
                <a:solidFill>
                  <a:srgbClr val="A11515"/>
                </a:solidFill>
                <a:latin typeface="Trebuchet MS"/>
                <a:cs typeface="Trebuchet MS"/>
              </a:rPr>
              <a:t>	</a:t>
            </a:r>
            <a:r>
              <a:rPr sz="1400" dirty="0">
                <a:solidFill>
                  <a:srgbClr val="008080"/>
                </a:solidFill>
                <a:latin typeface="Trebuchet MS"/>
                <a:cs typeface="Trebuchet MS"/>
              </a:rPr>
              <a:t>&lt;&lt;</a:t>
            </a:r>
            <a:r>
              <a:rPr sz="1400" spc="65" dirty="0">
                <a:solidFill>
                  <a:srgbClr val="008080"/>
                </a:solidFill>
                <a:latin typeface="Trebuchet MS"/>
                <a:cs typeface="Trebuchet MS"/>
              </a:rPr>
              <a:t>  </a:t>
            </a:r>
            <a:r>
              <a:rPr sz="1400" spc="80" dirty="0">
                <a:latin typeface="Trebuchet MS"/>
                <a:cs typeface="Trebuchet MS"/>
              </a:rPr>
              <a:t>d.getDepartmentname()</a:t>
            </a:r>
            <a:r>
              <a:rPr sz="1400" spc="65" dirty="0">
                <a:latin typeface="Trebuchet MS"/>
                <a:cs typeface="Trebuchet MS"/>
              </a:rPr>
              <a:t>  </a:t>
            </a:r>
            <a:r>
              <a:rPr sz="1400" dirty="0">
                <a:solidFill>
                  <a:srgbClr val="008080"/>
                </a:solidFill>
                <a:latin typeface="Trebuchet MS"/>
                <a:cs typeface="Trebuchet MS"/>
              </a:rPr>
              <a:t>&lt;&lt;</a:t>
            </a:r>
            <a:r>
              <a:rPr sz="1400" spc="60" dirty="0">
                <a:solidFill>
                  <a:srgbClr val="008080"/>
                </a:solidFill>
                <a:latin typeface="Trebuchet MS"/>
                <a:cs typeface="Trebuchet MS"/>
              </a:rPr>
              <a:t>  </a:t>
            </a:r>
            <a:r>
              <a:rPr sz="1400" spc="-50" dirty="0">
                <a:solidFill>
                  <a:srgbClr val="A11515"/>
                </a:solidFill>
                <a:latin typeface="Trebuchet MS"/>
                <a:cs typeface="Trebuchet MS"/>
              </a:rPr>
              <a:t>"</a:t>
            </a:r>
            <a:r>
              <a:rPr sz="1400" dirty="0">
                <a:solidFill>
                  <a:srgbClr val="A11515"/>
                </a:solidFill>
                <a:latin typeface="Trebuchet MS"/>
                <a:cs typeface="Trebuchet MS"/>
              </a:rPr>
              <a:t>	</a:t>
            </a:r>
            <a:r>
              <a:rPr sz="1400" spc="95" dirty="0">
                <a:solidFill>
                  <a:srgbClr val="A11515"/>
                </a:solidFill>
                <a:latin typeface="Trebuchet MS"/>
                <a:cs typeface="Trebuchet MS"/>
              </a:rPr>
              <a:t>department"</a:t>
            </a:r>
            <a:r>
              <a:rPr sz="1400" spc="95" dirty="0">
                <a:latin typeface="Trebuchet MS"/>
                <a:cs typeface="Trebuchet MS"/>
              </a:rPr>
              <a:t>;</a:t>
            </a:r>
            <a:endParaRPr sz="1400">
              <a:latin typeface="Trebuchet MS"/>
              <a:cs typeface="Trebuchet MS"/>
            </a:endParaRPr>
          </a:p>
        </p:txBody>
      </p:sp>
      <p:sp>
        <p:nvSpPr>
          <p:cNvPr id="41" name="object 41"/>
          <p:cNvSpPr txBox="1"/>
          <p:nvPr/>
        </p:nvSpPr>
        <p:spPr>
          <a:xfrm>
            <a:off x="2603754" y="6171387"/>
            <a:ext cx="91440" cy="239395"/>
          </a:xfrm>
          <a:prstGeom prst="rect">
            <a:avLst/>
          </a:prstGeom>
        </p:spPr>
        <p:txBody>
          <a:bodyPr vert="horz" wrap="square" lIns="0" tIns="12700" rIns="0" bIns="0" rtlCol="0">
            <a:spAutoFit/>
          </a:bodyPr>
          <a:lstStyle/>
          <a:p>
            <a:pPr marL="12700">
              <a:lnSpc>
                <a:spcPct val="100000"/>
              </a:lnSpc>
              <a:spcBef>
                <a:spcPts val="100"/>
              </a:spcBef>
            </a:pPr>
            <a:r>
              <a:rPr sz="1400" spc="-50" dirty="0">
                <a:latin typeface="Trebuchet MS"/>
                <a:cs typeface="Trebuchet MS"/>
              </a:rPr>
              <a:t>}</a:t>
            </a:r>
            <a:endParaRPr sz="1400">
              <a:latin typeface="Trebuchet MS"/>
              <a:cs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1746</Words>
  <Application>Microsoft Office PowerPoint</Application>
  <PresentationFormat>Widescreen</PresentationFormat>
  <Paragraphs>173</Paragraphs>
  <Slides>21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Arial</vt:lpstr>
      <vt:lpstr>Arial MT</vt:lpstr>
      <vt:lpstr>Calibri</vt:lpstr>
      <vt:lpstr>Calibri Light</vt:lpstr>
      <vt:lpstr>Cambria</vt:lpstr>
      <vt:lpstr>Montserrat</vt:lpstr>
      <vt:lpstr>source-code-pro</vt:lpstr>
      <vt:lpstr>source-serif-pro</vt:lpstr>
      <vt:lpstr>Times New Roman</vt:lpstr>
      <vt:lpstr>Trebuchet MS</vt:lpstr>
      <vt:lpstr>Office Theme</vt:lpstr>
      <vt:lpstr>Association, Aggregation and Composition </vt:lpstr>
      <vt:lpstr>Association </vt:lpstr>
      <vt:lpstr>Types</vt:lpstr>
      <vt:lpstr>Example of Association </vt:lpstr>
      <vt:lpstr>nclu de&lt;ios t r e am&gt; nclude&lt;strng&gt;</vt:lpstr>
      <vt:lpstr>PowerPoint Presentation</vt:lpstr>
      <vt:lpstr>PowerPoint Presentation</vt:lpstr>
      <vt:lpstr>PowerPoint Presentation</vt:lpstr>
      <vt:lpstr>Aggregation</vt:lpstr>
      <vt:lpstr>Example</vt:lpstr>
      <vt:lpstr>PowerPoint Presentation</vt:lpstr>
      <vt:lpstr>PowerPoint Presentation</vt:lpstr>
      <vt:lpstr>PowerPoint Presentation</vt:lpstr>
      <vt:lpstr>PowerPoint Presentation</vt:lpstr>
      <vt:lpstr>PowerPoint Presentation</vt:lpstr>
      <vt:lpstr>Composition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Umar Hameed</dc:creator>
  <cp:lastModifiedBy>Muhammad Umar Hameed</cp:lastModifiedBy>
  <cp:revision>1</cp:revision>
  <dcterms:created xsi:type="dcterms:W3CDTF">2025-01-01T04:56:44Z</dcterms:created>
  <dcterms:modified xsi:type="dcterms:W3CDTF">2025-01-01T05:50:14Z</dcterms:modified>
</cp:coreProperties>
</file>