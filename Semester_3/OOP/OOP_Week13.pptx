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12192000" cy="6858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850" y="62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BEE52-CB0F-1369-1A2F-FBFD6A258B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E659DE-1EFC-5A94-BC27-B3E8308694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36E3F7-2ADF-D9EA-0FFD-FC75790F53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DD6FEA-4117-2A41-ED28-403A5563CA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64F99A-BDA0-CA71-8C1E-CADF3D3C44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2EA658-431A-6100-57CD-3538B3FCFA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9A5229-DE7F-41F3-531B-EAA91F5A08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7F1B97-0B85-5881-254E-E48DBB8863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DF0126-4A4B-963C-BE16-2C6036CE11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8140AF-A392-B0FE-45BD-2983A67338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236760" name="Holder 2"/>
          <p:cNvSpPr>
            <a:spLocks noGrp="1"/>
          </p:cNvSpPr>
          <p:nvPr>
            <p:ph type="ctrTitle"/>
          </p:nvPr>
        </p:nvSpPr>
        <p:spPr bwMode="auto"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16152926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107749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239122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6330785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1933646" name="bg object 16"/>
          <p:cNvPicPr/>
          <p:nvPr/>
        </p:nvPicPr>
        <p:blipFill>
          <a:blip r:embed="rId2"/>
          <a:stretch/>
        </p:blipFill>
        <p:spPr bwMode="auto">
          <a:xfrm>
            <a:off x="-7874" y="0"/>
            <a:ext cx="12198540" cy="6872219"/>
          </a:xfrm>
          <a:prstGeom prst="rect">
            <a:avLst/>
          </a:prstGeom>
        </p:spPr>
      </p:pic>
      <p:sp>
        <p:nvSpPr>
          <p:cNvPr id="289956915" name="bg object 17"/>
          <p:cNvSpPr/>
          <p:nvPr/>
        </p:nvSpPr>
        <p:spPr bwMode="auto">
          <a:xfrm>
            <a:off x="1673352" y="1187195"/>
            <a:ext cx="8844280" cy="4478020"/>
          </a:xfrm>
          <a:custGeom>
            <a:avLst/>
            <a:gdLst/>
            <a:ahLst/>
            <a:cxnLst/>
            <a:rect l="l" t="t" r="r" b="b"/>
            <a:pathLst>
              <a:path w="8844280" h="4478020" fill="norm" stroke="1" extrusionOk="0">
                <a:moveTo>
                  <a:pt x="4626864" y="4125468"/>
                </a:moveTo>
                <a:lnTo>
                  <a:pt x="4218432" y="4125468"/>
                </a:lnTo>
                <a:lnTo>
                  <a:pt x="4422648" y="4477512"/>
                </a:lnTo>
                <a:lnTo>
                  <a:pt x="4626864" y="4125468"/>
                </a:lnTo>
                <a:close/>
              </a:path>
              <a:path w="8844280" h="4478020" fill="norm" stroke="1" extrusionOk="0">
                <a:moveTo>
                  <a:pt x="8843772" y="0"/>
                </a:moveTo>
                <a:lnTo>
                  <a:pt x="0" y="0"/>
                </a:lnTo>
                <a:lnTo>
                  <a:pt x="0" y="714756"/>
                </a:lnTo>
                <a:lnTo>
                  <a:pt x="8843772" y="714756"/>
                </a:lnTo>
                <a:lnTo>
                  <a:pt x="8843772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16618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0" i="0">
                <a:solidFill>
                  <a:srgbClr val="FFFDFF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3711303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27156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00636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52985337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930819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0" i="0">
                <a:solidFill>
                  <a:srgbClr val="FFFDFF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5494173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96894764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8000273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614028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198449269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477474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400" b="0" i="0">
                <a:solidFill>
                  <a:srgbClr val="FFFDFF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443832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910870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87010954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8895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971934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197067994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681604" name="Holder 2"/>
          <p:cNvSpPr>
            <a:spLocks noGrp="1"/>
          </p:cNvSpPr>
          <p:nvPr>
            <p:ph type="title"/>
          </p:nvPr>
        </p:nvSpPr>
        <p:spPr bwMode="auto">
          <a:xfrm>
            <a:off x="1673351" y="1187196"/>
            <a:ext cx="8845296" cy="715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FDFF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430551" name="Holder 3"/>
          <p:cNvSpPr>
            <a:spLocks noGrp="1"/>
          </p:cNvSpPr>
          <p:nvPr>
            <p:ph type="body" idx="1"/>
          </p:nvPr>
        </p:nvSpPr>
        <p:spPr bwMode="auto">
          <a:xfrm>
            <a:off x="1668779" y="1991867"/>
            <a:ext cx="8854440" cy="3321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843313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934693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1/22/2025</a:t>
            </a:fld>
            <a:endParaRPr lang="en-US"/>
          </a:p>
        </p:txBody>
      </p:sp>
      <p:sp>
        <p:nvSpPr>
          <p:cNvPr id="15942488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968153" name="object 2"/>
          <p:cNvSpPr txBox="1"/>
          <p:nvPr/>
        </p:nvSpPr>
        <p:spPr bwMode="auto">
          <a:xfrm>
            <a:off x="1668779" y="1991867"/>
            <a:ext cx="8846820" cy="2998257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defRPr/>
            </a:pPr>
            <a:endParaRPr sz="4800">
              <a:latin typeface="Times New Roman"/>
              <a:cs typeface="Times New Roman"/>
            </a:endParaRPr>
          </a:p>
          <a:p>
            <a:pPr marL="34290" algn="ctr">
              <a:lnSpc>
                <a:spcPct val="100000"/>
              </a:lnSpc>
              <a:spcBef>
                <a:spcPts val="2850"/>
              </a:spcBef>
              <a:defRPr/>
            </a:pPr>
            <a:r>
              <a:rPr sz="4800" spc="-200">
                <a:solidFill>
                  <a:srgbClr val="FFFDFF"/>
                </a:solidFill>
                <a:latin typeface="Calibri Light"/>
                <a:cs typeface="Calibri Light"/>
              </a:rPr>
              <a:t>Templates</a:t>
            </a:r>
            <a:endParaRPr sz="4800">
              <a:latin typeface="Calibri Light"/>
              <a:cs typeface="Calibri Light"/>
            </a:endParaRPr>
          </a:p>
          <a:p>
            <a:pPr marL="9525" algn="ctr">
              <a:lnSpc>
                <a:spcPct val="100000"/>
              </a:lnSpc>
              <a:spcBef>
                <a:spcPts val="890"/>
              </a:spcBef>
              <a:defRPr/>
            </a:pPr>
            <a:r>
              <a:rPr sz="1800" u="sng" spc="40">
                <a:solidFill>
                  <a:srgbClr val="FFFDFF"/>
                </a:solidFill>
                <a:latin typeface="Cambria"/>
                <a:cs typeface="Cambria"/>
              </a:rPr>
              <a:t>Lecture</a:t>
            </a:r>
            <a:r>
              <a:rPr sz="1800" u="sng" spc="15">
                <a:solidFill>
                  <a:srgbClr val="FFFDFF"/>
                </a:solidFill>
                <a:latin typeface="Cambria"/>
                <a:cs typeface="Cambria"/>
              </a:rPr>
              <a:t> </a:t>
            </a:r>
            <a:r>
              <a:rPr sz="1800" u="sng" spc="-25">
                <a:solidFill>
                  <a:srgbClr val="FFFDFF"/>
                </a:solidFill>
                <a:latin typeface="Cambria"/>
                <a:cs typeface="Cambria"/>
              </a:rPr>
              <a:t>15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defRPr/>
            </a:pPr>
            <a:endParaRPr sz="2100">
              <a:latin typeface="Cambria"/>
              <a:cs typeface="Cambria"/>
            </a:endParaRPr>
          </a:p>
          <a:p>
            <a:pPr marL="8890" algn="ctr">
              <a:lnSpc>
                <a:spcPct val="100000"/>
              </a:lnSpc>
              <a:spcBef>
                <a:spcPts val="1710"/>
              </a:spcBef>
              <a:defRPr/>
            </a:pPr>
            <a:endParaRPr sz="1400">
              <a:latin typeface="Cambria"/>
              <a:cs typeface="Cambria"/>
            </a:endParaRPr>
          </a:p>
        </p:txBody>
      </p:sp>
      <p:sp>
        <p:nvSpPr>
          <p:cNvPr id="2145582176" name="object 3"/>
          <p:cNvSpPr txBox="1">
            <a:spLocks noGrp="1"/>
          </p:cNvSpPr>
          <p:nvPr>
            <p:ph type="title"/>
          </p:nvPr>
        </p:nvSpPr>
        <p:spPr bwMode="auto">
          <a:xfrm>
            <a:off x="1673351" y="1187196"/>
            <a:ext cx="8845296" cy="541174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340"/>
              </a:spcBef>
              <a:defRPr/>
            </a:pPr>
            <a:r>
              <a:rPr spc="190"/>
              <a:t>O</a:t>
            </a:r>
            <a:r>
              <a:rPr spc="75"/>
              <a:t>b</a:t>
            </a:r>
            <a:r>
              <a:rPr spc="-105"/>
              <a:t>j</a:t>
            </a:r>
            <a:r>
              <a:rPr spc="50"/>
              <a:t>e</a:t>
            </a:r>
            <a:r>
              <a:rPr spc="30"/>
              <a:t>c</a:t>
            </a:r>
            <a:r>
              <a:rPr spc="-90"/>
              <a:t>t</a:t>
            </a:r>
            <a:r>
              <a:rPr spc="-185"/>
              <a:t> </a:t>
            </a:r>
            <a:r>
              <a:rPr spc="190"/>
              <a:t>O</a:t>
            </a:r>
            <a:r>
              <a:rPr spc="-110"/>
              <a:t>r</a:t>
            </a:r>
            <a:r>
              <a:rPr spc="-135"/>
              <a:t>i</a:t>
            </a:r>
            <a:r>
              <a:rPr spc="50"/>
              <a:t>e</a:t>
            </a:r>
            <a:r>
              <a:rPr spc="-120"/>
              <a:t>n</a:t>
            </a:r>
            <a:r>
              <a:rPr spc="-254"/>
              <a:t>t</a:t>
            </a:r>
            <a:r>
              <a:rPr spc="50"/>
              <a:t>e</a:t>
            </a:r>
            <a:r>
              <a:rPr spc="165"/>
              <a:t>d</a:t>
            </a:r>
            <a:r>
              <a:rPr spc="-195"/>
              <a:t> </a:t>
            </a:r>
            <a:r>
              <a:rPr spc="-145"/>
              <a:t>P</a:t>
            </a:r>
            <a:r>
              <a:rPr spc="-254"/>
              <a:t>r</a:t>
            </a:r>
            <a:r>
              <a:rPr spc="-55"/>
              <a:t>o</a:t>
            </a:r>
            <a:r>
              <a:rPr spc="150"/>
              <a:t>g</a:t>
            </a:r>
            <a:r>
              <a:rPr spc="-220"/>
              <a:t>r</a:t>
            </a:r>
            <a:r>
              <a:rPr spc="-60"/>
              <a:t>a</a:t>
            </a:r>
            <a:r>
              <a:rPr spc="-85"/>
              <a:t>mm</a:t>
            </a:r>
            <a:r>
              <a:rPr spc="-135"/>
              <a:t>i</a:t>
            </a:r>
            <a:r>
              <a:rPr spc="-105"/>
              <a:t>n</a:t>
            </a:r>
            <a:r>
              <a:rPr spc="310"/>
              <a:t>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908500" name="object 2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52" y="532873"/>
                </a:lnTo>
                <a:lnTo>
                  <a:pt x="1448469" y="509952"/>
                </a:lnTo>
                <a:lnTo>
                  <a:pt x="1402509" y="487488"/>
                </a:lnTo>
                <a:lnTo>
                  <a:pt x="1356195" y="465474"/>
                </a:lnTo>
                <a:lnTo>
                  <a:pt x="1309547" y="443903"/>
                </a:lnTo>
                <a:lnTo>
                  <a:pt x="1262585" y="422765"/>
                </a:lnTo>
                <a:lnTo>
                  <a:pt x="1215331" y="402054"/>
                </a:lnTo>
                <a:lnTo>
                  <a:pt x="1167806" y="381761"/>
                </a:lnTo>
                <a:lnTo>
                  <a:pt x="1120030" y="361880"/>
                </a:lnTo>
                <a:lnTo>
                  <a:pt x="1072025" y="342401"/>
                </a:lnTo>
                <a:lnTo>
                  <a:pt x="1023810" y="323317"/>
                </a:lnTo>
                <a:lnTo>
                  <a:pt x="975408" y="304621"/>
                </a:lnTo>
                <a:lnTo>
                  <a:pt x="926838" y="286304"/>
                </a:lnTo>
                <a:lnTo>
                  <a:pt x="878122" y="268359"/>
                </a:lnTo>
                <a:lnTo>
                  <a:pt x="829281" y="250778"/>
                </a:lnTo>
                <a:lnTo>
                  <a:pt x="780335" y="233552"/>
                </a:lnTo>
                <a:lnTo>
                  <a:pt x="731306" y="216676"/>
                </a:lnTo>
                <a:lnTo>
                  <a:pt x="682213" y="200139"/>
                </a:lnTo>
                <a:lnTo>
                  <a:pt x="633079" y="183935"/>
                </a:lnTo>
                <a:lnTo>
                  <a:pt x="583923" y="168056"/>
                </a:lnTo>
                <a:lnTo>
                  <a:pt x="534767" y="152494"/>
                </a:lnTo>
                <a:lnTo>
                  <a:pt x="485632" y="137241"/>
                </a:lnTo>
                <a:lnTo>
                  <a:pt x="436538" y="122290"/>
                </a:lnTo>
                <a:lnTo>
                  <a:pt x="387506" y="107632"/>
                </a:lnTo>
                <a:lnTo>
                  <a:pt x="338558" y="93260"/>
                </a:lnTo>
                <a:lnTo>
                  <a:pt x="289713" y="79166"/>
                </a:lnTo>
                <a:lnTo>
                  <a:pt x="240994" y="65342"/>
                </a:lnTo>
                <a:lnTo>
                  <a:pt x="192420" y="51780"/>
                </a:lnTo>
                <a:lnTo>
                  <a:pt x="144013" y="38473"/>
                </a:lnTo>
                <a:lnTo>
                  <a:pt x="95793" y="25412"/>
                </a:lnTo>
                <a:lnTo>
                  <a:pt x="47782" y="12590"/>
                </a:ln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27545002" name="object 3"/>
          <p:cNvSpPr/>
          <p:nvPr/>
        </p:nvSpPr>
        <p:spPr bwMode="auto">
          <a:xfrm>
            <a:off x="10247376" y="5013959"/>
            <a:ext cx="1918970" cy="1830705"/>
          </a:xfrm>
          <a:custGeom>
            <a:avLst/>
            <a:gdLst/>
            <a:ahLst/>
            <a:cxnLst/>
            <a:rect l="l" t="t" r="r" b="b"/>
            <a:pathLst>
              <a:path w="1918970" h="1830704" fill="norm" stroke="1" extrusionOk="0">
                <a:moveTo>
                  <a:pt x="0" y="1830323"/>
                </a:moveTo>
                <a:lnTo>
                  <a:pt x="39967" y="1799241"/>
                </a:lnTo>
                <a:lnTo>
                  <a:pt x="79858" y="1767980"/>
                </a:lnTo>
                <a:lnTo>
                  <a:pt x="119670" y="1736542"/>
                </a:lnTo>
                <a:lnTo>
                  <a:pt x="159401" y="1704928"/>
                </a:lnTo>
                <a:lnTo>
                  <a:pt x="199047" y="1673138"/>
                </a:lnTo>
                <a:lnTo>
                  <a:pt x="238606" y="1641175"/>
                </a:lnTo>
                <a:lnTo>
                  <a:pt x="278075" y="1609037"/>
                </a:lnTo>
                <a:lnTo>
                  <a:pt x="317452" y="1576728"/>
                </a:lnTo>
                <a:lnTo>
                  <a:pt x="356734" y="1544248"/>
                </a:lnTo>
                <a:lnTo>
                  <a:pt x="395919" y="1511597"/>
                </a:lnTo>
                <a:lnTo>
                  <a:pt x="435003" y="1478777"/>
                </a:lnTo>
                <a:lnTo>
                  <a:pt x="473985" y="1445789"/>
                </a:lnTo>
                <a:lnTo>
                  <a:pt x="512861" y="1412633"/>
                </a:lnTo>
                <a:lnTo>
                  <a:pt x="551629" y="1379312"/>
                </a:lnTo>
                <a:lnTo>
                  <a:pt x="590287" y="1345825"/>
                </a:lnTo>
                <a:lnTo>
                  <a:pt x="628831" y="1312174"/>
                </a:lnTo>
                <a:lnTo>
                  <a:pt x="667259" y="1278360"/>
                </a:lnTo>
                <a:lnTo>
                  <a:pt x="705569" y="1244385"/>
                </a:lnTo>
                <a:lnTo>
                  <a:pt x="743757" y="1210247"/>
                </a:lnTo>
                <a:lnTo>
                  <a:pt x="781821" y="1175950"/>
                </a:lnTo>
                <a:lnTo>
                  <a:pt x="819759" y="1141494"/>
                </a:lnTo>
                <a:lnTo>
                  <a:pt x="857568" y="1106880"/>
                </a:lnTo>
                <a:lnTo>
                  <a:pt x="895245" y="1072109"/>
                </a:lnTo>
                <a:lnTo>
                  <a:pt x="932787" y="1037182"/>
                </a:lnTo>
                <a:lnTo>
                  <a:pt x="970193" y="1002099"/>
                </a:lnTo>
                <a:lnTo>
                  <a:pt x="1007459" y="966863"/>
                </a:lnTo>
                <a:lnTo>
                  <a:pt x="1044582" y="931474"/>
                </a:lnTo>
                <a:lnTo>
                  <a:pt x="1081561" y="895933"/>
                </a:lnTo>
                <a:lnTo>
                  <a:pt x="1118392" y="860241"/>
                </a:lnTo>
                <a:lnTo>
                  <a:pt x="1155073" y="824399"/>
                </a:lnTo>
                <a:lnTo>
                  <a:pt x="1191601" y="788408"/>
                </a:lnTo>
                <a:lnTo>
                  <a:pt x="1227973" y="752269"/>
                </a:lnTo>
                <a:lnTo>
                  <a:pt x="1264187" y="715984"/>
                </a:lnTo>
                <a:lnTo>
                  <a:pt x="1300241" y="679552"/>
                </a:lnTo>
                <a:lnTo>
                  <a:pt x="1336131" y="642976"/>
                </a:lnTo>
                <a:lnTo>
                  <a:pt x="1371855" y="606256"/>
                </a:lnTo>
                <a:lnTo>
                  <a:pt x="1407411" y="569393"/>
                </a:lnTo>
                <a:lnTo>
                  <a:pt x="1442795" y="532388"/>
                </a:lnTo>
                <a:lnTo>
                  <a:pt x="1478006" y="495242"/>
                </a:lnTo>
                <a:lnTo>
                  <a:pt x="1513039" y="457957"/>
                </a:lnTo>
                <a:lnTo>
                  <a:pt x="1547894" y="420533"/>
                </a:lnTo>
                <a:lnTo>
                  <a:pt x="1582567" y="382971"/>
                </a:lnTo>
                <a:lnTo>
                  <a:pt x="1617055" y="345272"/>
                </a:lnTo>
                <a:lnTo>
                  <a:pt x="1651357" y="307438"/>
                </a:lnTo>
                <a:lnTo>
                  <a:pt x="1685468" y="269469"/>
                </a:lnTo>
                <a:lnTo>
                  <a:pt x="1719387" y="231366"/>
                </a:lnTo>
                <a:lnTo>
                  <a:pt x="1753111" y="193131"/>
                </a:lnTo>
                <a:lnTo>
                  <a:pt x="1786638" y="154764"/>
                </a:lnTo>
                <a:lnTo>
                  <a:pt x="1819964" y="116266"/>
                </a:lnTo>
                <a:lnTo>
                  <a:pt x="1853088" y="77639"/>
                </a:lnTo>
                <a:lnTo>
                  <a:pt x="1886006" y="38883"/>
                </a:lnTo>
                <a:lnTo>
                  <a:pt x="191871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95701061" name="object 4"/>
          <p:cNvSpPr/>
          <p:nvPr/>
        </p:nvSpPr>
        <p:spPr bwMode="auto">
          <a:xfrm>
            <a:off x="11202923" y="9144"/>
            <a:ext cx="963294" cy="367665"/>
          </a:xfrm>
          <a:custGeom>
            <a:avLst/>
            <a:gdLst/>
            <a:ahLst/>
            <a:cxnLst/>
            <a:rect l="l" t="t" r="r" b="b"/>
            <a:pathLst>
              <a:path w="963295" h="367665" fill="norm" stroke="1" extrusionOk="0">
                <a:moveTo>
                  <a:pt x="963168" y="367283"/>
                </a:moveTo>
                <a:lnTo>
                  <a:pt x="916739" y="345322"/>
                </a:lnTo>
                <a:lnTo>
                  <a:pt x="869978" y="323783"/>
                </a:lnTo>
                <a:lnTo>
                  <a:pt x="822909" y="302658"/>
                </a:lnTo>
                <a:lnTo>
                  <a:pt x="775557" y="281939"/>
                </a:lnTo>
                <a:lnTo>
                  <a:pt x="727948" y="261621"/>
                </a:lnTo>
                <a:lnTo>
                  <a:pt x="680106" y="241696"/>
                </a:lnTo>
                <a:lnTo>
                  <a:pt x="632057" y="222157"/>
                </a:lnTo>
                <a:lnTo>
                  <a:pt x="583826" y="202996"/>
                </a:lnTo>
                <a:lnTo>
                  <a:pt x="535437" y="184207"/>
                </a:lnTo>
                <a:lnTo>
                  <a:pt x="486918" y="165782"/>
                </a:lnTo>
                <a:lnTo>
                  <a:pt x="438291" y="147714"/>
                </a:lnTo>
                <a:lnTo>
                  <a:pt x="389583" y="129997"/>
                </a:lnTo>
                <a:lnTo>
                  <a:pt x="340818" y="112622"/>
                </a:lnTo>
                <a:lnTo>
                  <a:pt x="292022" y="95583"/>
                </a:lnTo>
                <a:lnTo>
                  <a:pt x="243220" y="78872"/>
                </a:lnTo>
                <a:lnTo>
                  <a:pt x="194438" y="62483"/>
                </a:lnTo>
                <a:lnTo>
                  <a:pt x="145699" y="46409"/>
                </a:lnTo>
                <a:lnTo>
                  <a:pt x="97030" y="30641"/>
                </a:lnTo>
                <a:lnTo>
                  <a:pt x="48455" y="15174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46725717" name="object 5"/>
          <p:cNvSpPr/>
          <p:nvPr/>
        </p:nvSpPr>
        <p:spPr bwMode="auto">
          <a:xfrm>
            <a:off x="10494264" y="5274564"/>
            <a:ext cx="1667510" cy="1579245"/>
          </a:xfrm>
          <a:custGeom>
            <a:avLst/>
            <a:gdLst/>
            <a:ahLst/>
            <a:cxnLst/>
            <a:rect l="l" t="t" r="r" b="b"/>
            <a:pathLst>
              <a:path w="1667509" h="1579245" fill="norm" stroke="1" extrusionOk="0">
                <a:moveTo>
                  <a:pt x="0" y="1578863"/>
                </a:moveTo>
                <a:lnTo>
                  <a:pt x="39546" y="1547081"/>
                </a:lnTo>
                <a:lnTo>
                  <a:pt x="79018" y="1515145"/>
                </a:lnTo>
                <a:lnTo>
                  <a:pt x="118415" y="1483054"/>
                </a:lnTo>
                <a:lnTo>
                  <a:pt x="157733" y="1450809"/>
                </a:lnTo>
                <a:lnTo>
                  <a:pt x="196970" y="1418411"/>
                </a:lnTo>
                <a:lnTo>
                  <a:pt x="236122" y="1385859"/>
                </a:lnTo>
                <a:lnTo>
                  <a:pt x="275187" y="1353154"/>
                </a:lnTo>
                <a:lnTo>
                  <a:pt x="314161" y="1320296"/>
                </a:lnTo>
                <a:lnTo>
                  <a:pt x="353043" y="1287285"/>
                </a:lnTo>
                <a:lnTo>
                  <a:pt x="391830" y="1254123"/>
                </a:lnTo>
                <a:lnTo>
                  <a:pt x="430517" y="1220808"/>
                </a:lnTo>
                <a:lnTo>
                  <a:pt x="469104" y="1187342"/>
                </a:lnTo>
                <a:lnTo>
                  <a:pt x="507586" y="1153725"/>
                </a:lnTo>
                <a:lnTo>
                  <a:pt x="545962" y="1119957"/>
                </a:lnTo>
                <a:lnTo>
                  <a:pt x="584228" y="1086038"/>
                </a:lnTo>
                <a:lnTo>
                  <a:pt x="622381" y="1051969"/>
                </a:lnTo>
                <a:lnTo>
                  <a:pt x="660419" y="1017750"/>
                </a:lnTo>
                <a:lnTo>
                  <a:pt x="698339" y="983382"/>
                </a:lnTo>
                <a:lnTo>
                  <a:pt x="736138" y="948864"/>
                </a:lnTo>
                <a:lnTo>
                  <a:pt x="773813" y="914197"/>
                </a:lnTo>
                <a:lnTo>
                  <a:pt x="811362" y="879381"/>
                </a:lnTo>
                <a:lnTo>
                  <a:pt x="848781" y="844417"/>
                </a:lnTo>
                <a:lnTo>
                  <a:pt x="886068" y="809304"/>
                </a:lnTo>
                <a:lnTo>
                  <a:pt x="923220" y="774044"/>
                </a:lnTo>
                <a:lnTo>
                  <a:pt x="960234" y="738637"/>
                </a:lnTo>
                <a:lnTo>
                  <a:pt x="997108" y="703082"/>
                </a:lnTo>
                <a:lnTo>
                  <a:pt x="1033838" y="667380"/>
                </a:lnTo>
                <a:lnTo>
                  <a:pt x="1070422" y="631532"/>
                </a:lnTo>
                <a:lnTo>
                  <a:pt x="1106857" y="595538"/>
                </a:lnTo>
                <a:lnTo>
                  <a:pt x="1143141" y="559398"/>
                </a:lnTo>
                <a:lnTo>
                  <a:pt x="1179269" y="523112"/>
                </a:lnTo>
                <a:lnTo>
                  <a:pt x="1215240" y="486681"/>
                </a:lnTo>
                <a:lnTo>
                  <a:pt x="1251051" y="450105"/>
                </a:lnTo>
                <a:lnTo>
                  <a:pt x="1286699" y="413384"/>
                </a:lnTo>
                <a:lnTo>
                  <a:pt x="1322180" y="376519"/>
                </a:lnTo>
                <a:lnTo>
                  <a:pt x="1357493" y="339510"/>
                </a:lnTo>
                <a:lnTo>
                  <a:pt x="1392635" y="302357"/>
                </a:lnTo>
                <a:lnTo>
                  <a:pt x="1427602" y="265061"/>
                </a:lnTo>
                <a:lnTo>
                  <a:pt x="1462392" y="227622"/>
                </a:lnTo>
                <a:lnTo>
                  <a:pt x="1497002" y="190040"/>
                </a:lnTo>
                <a:lnTo>
                  <a:pt x="1531430" y="152316"/>
                </a:lnTo>
                <a:lnTo>
                  <a:pt x="1565672" y="114449"/>
                </a:lnTo>
                <a:lnTo>
                  <a:pt x="1599725" y="76441"/>
                </a:lnTo>
                <a:lnTo>
                  <a:pt x="1633587" y="38291"/>
                </a:lnTo>
                <a:lnTo>
                  <a:pt x="1667255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89607431" name="object 6"/>
          <p:cNvSpPr/>
          <p:nvPr/>
        </p:nvSpPr>
        <p:spPr bwMode="auto">
          <a:xfrm>
            <a:off x="11501628" y="9144"/>
            <a:ext cx="664845" cy="257810"/>
          </a:xfrm>
          <a:custGeom>
            <a:avLst/>
            <a:gdLst/>
            <a:ahLst/>
            <a:cxnLst/>
            <a:rect l="l" t="t" r="r" b="b"/>
            <a:pathLst>
              <a:path w="664845" h="257810" fill="norm" stroke="1" extrusionOk="0">
                <a:moveTo>
                  <a:pt x="664464" y="257555"/>
                </a:moveTo>
                <a:lnTo>
                  <a:pt x="618547" y="237263"/>
                </a:lnTo>
                <a:lnTo>
                  <a:pt x="572353" y="217263"/>
                </a:lnTo>
                <a:lnTo>
                  <a:pt x="525891" y="197554"/>
                </a:lnTo>
                <a:lnTo>
                  <a:pt x="479171" y="178136"/>
                </a:lnTo>
                <a:lnTo>
                  <a:pt x="432203" y="159011"/>
                </a:lnTo>
                <a:lnTo>
                  <a:pt x="384998" y="140176"/>
                </a:lnTo>
                <a:lnTo>
                  <a:pt x="337565" y="121634"/>
                </a:lnTo>
                <a:lnTo>
                  <a:pt x="289915" y="103383"/>
                </a:lnTo>
                <a:lnTo>
                  <a:pt x="242057" y="85423"/>
                </a:lnTo>
                <a:lnTo>
                  <a:pt x="194001" y="67755"/>
                </a:lnTo>
                <a:lnTo>
                  <a:pt x="145757" y="50379"/>
                </a:lnTo>
                <a:lnTo>
                  <a:pt x="97336" y="33294"/>
                </a:lnTo>
                <a:lnTo>
                  <a:pt x="48746" y="1650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4515525" name="object 7"/>
          <p:cNvSpPr/>
          <p:nvPr/>
        </p:nvSpPr>
        <p:spPr bwMode="auto">
          <a:xfrm>
            <a:off x="10640568" y="5408676"/>
            <a:ext cx="1525905" cy="1435735"/>
          </a:xfrm>
          <a:custGeom>
            <a:avLst/>
            <a:gdLst/>
            <a:ahLst/>
            <a:cxnLst/>
            <a:rect l="l" t="t" r="r" b="b"/>
            <a:pathLst>
              <a:path w="1525904" h="1435734" fill="norm" stroke="1" extrusionOk="0">
                <a:moveTo>
                  <a:pt x="0" y="1435608"/>
                </a:moveTo>
                <a:lnTo>
                  <a:pt x="39599" y="1403531"/>
                </a:lnTo>
                <a:lnTo>
                  <a:pt x="79112" y="1371302"/>
                </a:lnTo>
                <a:lnTo>
                  <a:pt x="118535" y="1338921"/>
                </a:lnTo>
                <a:lnTo>
                  <a:pt x="157865" y="1306389"/>
                </a:lnTo>
                <a:lnTo>
                  <a:pt x="197101" y="1273706"/>
                </a:lnTo>
                <a:lnTo>
                  <a:pt x="236240" y="1240872"/>
                </a:lnTo>
                <a:lnTo>
                  <a:pt x="275279" y="1207888"/>
                </a:lnTo>
                <a:lnTo>
                  <a:pt x="314215" y="1174754"/>
                </a:lnTo>
                <a:lnTo>
                  <a:pt x="353047" y="1141470"/>
                </a:lnTo>
                <a:lnTo>
                  <a:pt x="391772" y="1108038"/>
                </a:lnTo>
                <a:lnTo>
                  <a:pt x="430388" y="1074457"/>
                </a:lnTo>
                <a:lnTo>
                  <a:pt x="468891" y="1040728"/>
                </a:lnTo>
                <a:lnTo>
                  <a:pt x="507279" y="1006851"/>
                </a:lnTo>
                <a:lnTo>
                  <a:pt x="545551" y="972827"/>
                </a:lnTo>
                <a:lnTo>
                  <a:pt x="583703" y="938656"/>
                </a:lnTo>
                <a:lnTo>
                  <a:pt x="621732" y="904338"/>
                </a:lnTo>
                <a:lnTo>
                  <a:pt x="659638" y="869875"/>
                </a:lnTo>
                <a:lnTo>
                  <a:pt x="697416" y="835265"/>
                </a:lnTo>
                <a:lnTo>
                  <a:pt x="735064" y="800511"/>
                </a:lnTo>
                <a:lnTo>
                  <a:pt x="772581" y="765611"/>
                </a:lnTo>
                <a:lnTo>
                  <a:pt x="809963" y="730567"/>
                </a:lnTo>
                <a:lnTo>
                  <a:pt x="847208" y="695379"/>
                </a:lnTo>
                <a:lnTo>
                  <a:pt x="884313" y="660048"/>
                </a:lnTo>
                <a:lnTo>
                  <a:pt x="921277" y="624573"/>
                </a:lnTo>
                <a:lnTo>
                  <a:pt x="958096" y="588956"/>
                </a:lnTo>
                <a:lnTo>
                  <a:pt x="994768" y="553196"/>
                </a:lnTo>
                <a:lnTo>
                  <a:pt x="1031291" y="517295"/>
                </a:lnTo>
                <a:lnTo>
                  <a:pt x="1067662" y="481251"/>
                </a:lnTo>
                <a:lnTo>
                  <a:pt x="1103878" y="445067"/>
                </a:lnTo>
                <a:lnTo>
                  <a:pt x="1139937" y="408742"/>
                </a:lnTo>
                <a:lnTo>
                  <a:pt x="1175837" y="372277"/>
                </a:lnTo>
                <a:lnTo>
                  <a:pt x="1211576" y="335671"/>
                </a:lnTo>
                <a:lnTo>
                  <a:pt x="1247149" y="298927"/>
                </a:lnTo>
                <a:lnTo>
                  <a:pt x="1282556" y="262043"/>
                </a:lnTo>
                <a:lnTo>
                  <a:pt x="1317794" y="225021"/>
                </a:lnTo>
                <a:lnTo>
                  <a:pt x="1352859" y="187860"/>
                </a:lnTo>
                <a:lnTo>
                  <a:pt x="1387751" y="150562"/>
                </a:lnTo>
                <a:lnTo>
                  <a:pt x="1422465" y="113127"/>
                </a:lnTo>
                <a:lnTo>
                  <a:pt x="1457001" y="75554"/>
                </a:lnTo>
                <a:lnTo>
                  <a:pt x="1491354" y="37845"/>
                </a:lnTo>
                <a:lnTo>
                  <a:pt x="1525524" y="0"/>
                </a:lnTo>
              </a:path>
              <a:path w="1525904" h="1435734" fill="norm" stroke="1" extrusionOk="0">
                <a:moveTo>
                  <a:pt x="163067" y="1435608"/>
                </a:moveTo>
                <a:lnTo>
                  <a:pt x="201898" y="1402397"/>
                </a:lnTo>
                <a:lnTo>
                  <a:pt x="240643" y="1369040"/>
                </a:lnTo>
                <a:lnTo>
                  <a:pt x="279301" y="1335538"/>
                </a:lnTo>
                <a:lnTo>
                  <a:pt x="317869" y="1301890"/>
                </a:lnTo>
                <a:lnTo>
                  <a:pt x="356345" y="1268097"/>
                </a:lnTo>
                <a:lnTo>
                  <a:pt x="394727" y="1234157"/>
                </a:lnTo>
                <a:lnTo>
                  <a:pt x="433013" y="1200072"/>
                </a:lnTo>
                <a:lnTo>
                  <a:pt x="471199" y="1165841"/>
                </a:lnTo>
                <a:lnTo>
                  <a:pt x="509285" y="1131464"/>
                </a:lnTo>
                <a:lnTo>
                  <a:pt x="547268" y="1096941"/>
                </a:lnTo>
                <a:lnTo>
                  <a:pt x="585145" y="1062273"/>
                </a:lnTo>
                <a:lnTo>
                  <a:pt x="622914" y="1027459"/>
                </a:lnTo>
                <a:lnTo>
                  <a:pt x="660573" y="992499"/>
                </a:lnTo>
                <a:lnTo>
                  <a:pt x="698120" y="957393"/>
                </a:lnTo>
                <a:lnTo>
                  <a:pt x="735552" y="922142"/>
                </a:lnTo>
                <a:lnTo>
                  <a:pt x="772868" y="886744"/>
                </a:lnTo>
                <a:lnTo>
                  <a:pt x="810065" y="851201"/>
                </a:lnTo>
                <a:lnTo>
                  <a:pt x="847140" y="815513"/>
                </a:lnTo>
                <a:lnTo>
                  <a:pt x="884092" y="779678"/>
                </a:lnTo>
                <a:lnTo>
                  <a:pt x="920918" y="743698"/>
                </a:lnTo>
                <a:lnTo>
                  <a:pt x="957616" y="707571"/>
                </a:lnTo>
                <a:lnTo>
                  <a:pt x="994183" y="671300"/>
                </a:lnTo>
                <a:lnTo>
                  <a:pt x="1030618" y="634882"/>
                </a:lnTo>
                <a:lnTo>
                  <a:pt x="1066918" y="598318"/>
                </a:lnTo>
                <a:lnTo>
                  <a:pt x="1103081" y="561609"/>
                </a:lnTo>
                <a:lnTo>
                  <a:pt x="1139105" y="524754"/>
                </a:lnTo>
                <a:lnTo>
                  <a:pt x="1174987" y="487753"/>
                </a:lnTo>
                <a:lnTo>
                  <a:pt x="1210725" y="450607"/>
                </a:lnTo>
                <a:lnTo>
                  <a:pt x="1246318" y="413314"/>
                </a:lnTo>
                <a:lnTo>
                  <a:pt x="1281761" y="375876"/>
                </a:lnTo>
                <a:lnTo>
                  <a:pt x="1317054" y="338292"/>
                </a:lnTo>
                <a:lnTo>
                  <a:pt x="1352195" y="300563"/>
                </a:lnTo>
                <a:lnTo>
                  <a:pt x="1387180" y="262687"/>
                </a:lnTo>
                <a:lnTo>
                  <a:pt x="1422007" y="224666"/>
                </a:lnTo>
                <a:lnTo>
                  <a:pt x="1456675" y="186499"/>
                </a:lnTo>
                <a:lnTo>
                  <a:pt x="1491182" y="148186"/>
                </a:lnTo>
                <a:lnTo>
                  <a:pt x="1525524" y="1097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34279545" name="object 8"/>
          <p:cNvPicPr/>
          <p:nvPr/>
        </p:nvPicPr>
        <p:blipFill>
          <a:blip r:embed="rId3"/>
          <a:stretch/>
        </p:blipFill>
        <p:spPr bwMode="auto">
          <a:xfrm>
            <a:off x="-190" y="0"/>
            <a:ext cx="5174361" cy="6856982"/>
          </a:xfrm>
          <a:prstGeom prst="rect">
            <a:avLst/>
          </a:prstGeom>
        </p:spPr>
      </p:pic>
      <p:sp>
        <p:nvSpPr>
          <p:cNvPr id="1912318762" name="object 9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32" y="1117704"/>
                </a:lnTo>
                <a:lnTo>
                  <a:pt x="75758" y="1084658"/>
                </a:lnTo>
                <a:lnTo>
                  <a:pt x="113477" y="1051483"/>
                </a:lnTo>
                <a:lnTo>
                  <a:pt x="151087" y="1018179"/>
                </a:lnTo>
                <a:lnTo>
                  <a:pt x="188586" y="984747"/>
                </a:lnTo>
                <a:lnTo>
                  <a:pt x="225973" y="951189"/>
                </a:lnTo>
                <a:lnTo>
                  <a:pt x="263246" y="917504"/>
                </a:lnTo>
                <a:lnTo>
                  <a:pt x="300404" y="883693"/>
                </a:lnTo>
                <a:lnTo>
                  <a:pt x="337445" y="849759"/>
                </a:lnTo>
                <a:lnTo>
                  <a:pt x="374367" y="815700"/>
                </a:lnTo>
                <a:lnTo>
                  <a:pt x="411169" y="781518"/>
                </a:lnTo>
                <a:lnTo>
                  <a:pt x="447849" y="747214"/>
                </a:lnTo>
                <a:lnTo>
                  <a:pt x="484406" y="712788"/>
                </a:lnTo>
                <a:lnTo>
                  <a:pt x="520838" y="678242"/>
                </a:lnTo>
                <a:lnTo>
                  <a:pt x="557144" y="643576"/>
                </a:lnTo>
                <a:lnTo>
                  <a:pt x="593321" y="608791"/>
                </a:lnTo>
                <a:lnTo>
                  <a:pt x="629369" y="573888"/>
                </a:lnTo>
                <a:lnTo>
                  <a:pt x="665286" y="538867"/>
                </a:lnTo>
                <a:lnTo>
                  <a:pt x="701069" y="503730"/>
                </a:lnTo>
                <a:lnTo>
                  <a:pt x="736718" y="468476"/>
                </a:lnTo>
                <a:lnTo>
                  <a:pt x="772231" y="433108"/>
                </a:lnTo>
                <a:lnTo>
                  <a:pt x="807607" y="397625"/>
                </a:lnTo>
                <a:lnTo>
                  <a:pt x="842843" y="362029"/>
                </a:lnTo>
                <a:lnTo>
                  <a:pt x="877938" y="326320"/>
                </a:lnTo>
                <a:lnTo>
                  <a:pt x="912891" y="290499"/>
                </a:lnTo>
                <a:lnTo>
                  <a:pt x="947700" y="254567"/>
                </a:lnTo>
                <a:lnTo>
                  <a:pt x="982363" y="218525"/>
                </a:lnTo>
                <a:lnTo>
                  <a:pt x="1016879" y="182373"/>
                </a:lnTo>
                <a:lnTo>
                  <a:pt x="1051246" y="146113"/>
                </a:lnTo>
                <a:lnTo>
                  <a:pt x="1085463" y="109744"/>
                </a:lnTo>
                <a:lnTo>
                  <a:pt x="1119528" y="73269"/>
                </a:lnTo>
                <a:lnTo>
                  <a:pt x="1153439" y="36687"/>
                </a:lnTo>
                <a:lnTo>
                  <a:pt x="1187196" y="0"/>
                </a:lnTo>
              </a:path>
              <a:path w="1187450" h="1150620" fill="norm" stroke="1" extrusionOk="0">
                <a:moveTo>
                  <a:pt x="307848" y="1150620"/>
                </a:moveTo>
                <a:lnTo>
                  <a:pt x="346881" y="1117670"/>
                </a:lnTo>
                <a:lnTo>
                  <a:pt x="385857" y="1084562"/>
                </a:lnTo>
                <a:lnTo>
                  <a:pt x="424773" y="1051296"/>
                </a:lnTo>
                <a:lnTo>
                  <a:pt x="463629" y="1017876"/>
                </a:lnTo>
                <a:lnTo>
                  <a:pt x="502420" y="984303"/>
                </a:lnTo>
                <a:lnTo>
                  <a:pt x="541146" y="950580"/>
                </a:lnTo>
                <a:lnTo>
                  <a:pt x="579803" y="916710"/>
                </a:lnTo>
                <a:lnTo>
                  <a:pt x="618390" y="882694"/>
                </a:lnTo>
                <a:lnTo>
                  <a:pt x="656904" y="848535"/>
                </a:lnTo>
                <a:lnTo>
                  <a:pt x="695343" y="814236"/>
                </a:lnTo>
                <a:lnTo>
                  <a:pt x="733704" y="779798"/>
                </a:lnTo>
                <a:lnTo>
                  <a:pt x="771986" y="745225"/>
                </a:lnTo>
                <a:lnTo>
                  <a:pt x="810187" y="710517"/>
                </a:lnTo>
                <a:lnTo>
                  <a:pt x="848303" y="675679"/>
                </a:lnTo>
                <a:lnTo>
                  <a:pt x="886333" y="640712"/>
                </a:lnTo>
                <a:lnTo>
                  <a:pt x="924274" y="605618"/>
                </a:lnTo>
                <a:lnTo>
                  <a:pt x="962125" y="570400"/>
                </a:lnTo>
                <a:lnTo>
                  <a:pt x="999883" y="535060"/>
                </a:lnTo>
                <a:lnTo>
                  <a:pt x="1037545" y="499601"/>
                </a:lnTo>
                <a:lnTo>
                  <a:pt x="1075110" y="464024"/>
                </a:lnTo>
                <a:lnTo>
                  <a:pt x="1112574" y="428333"/>
                </a:lnTo>
                <a:lnTo>
                  <a:pt x="1149937" y="392529"/>
                </a:lnTo>
                <a:lnTo>
                  <a:pt x="1187196" y="3566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78228183" name="object 10"/>
          <p:cNvSpPr/>
          <p:nvPr/>
        </p:nvSpPr>
        <p:spPr bwMode="auto">
          <a:xfrm>
            <a:off x="800100" y="1699260"/>
            <a:ext cx="3674745" cy="502920"/>
          </a:xfrm>
          <a:custGeom>
            <a:avLst/>
            <a:gdLst/>
            <a:ahLst/>
            <a:cxnLst/>
            <a:rect l="l" t="t" r="r" b="b"/>
            <a:pathLst>
              <a:path w="3674745" h="502919" fill="norm" stroke="1" extrusionOk="0">
                <a:moveTo>
                  <a:pt x="3674364" y="0"/>
                </a:moveTo>
                <a:lnTo>
                  <a:pt x="0" y="0"/>
                </a:lnTo>
                <a:lnTo>
                  <a:pt x="0" y="502920"/>
                </a:lnTo>
                <a:lnTo>
                  <a:pt x="3674364" y="502920"/>
                </a:lnTo>
                <a:lnTo>
                  <a:pt x="3674364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87775616" name="object 11"/>
          <p:cNvSpPr/>
          <p:nvPr/>
        </p:nvSpPr>
        <p:spPr bwMode="auto">
          <a:xfrm>
            <a:off x="2482595" y="4898135"/>
            <a:ext cx="315595" cy="271780"/>
          </a:xfrm>
          <a:custGeom>
            <a:avLst/>
            <a:gdLst/>
            <a:ahLst/>
            <a:cxnLst/>
            <a:rect l="l" t="t" r="r" b="b"/>
            <a:pathLst>
              <a:path w="315594" h="271779" fill="norm" stroke="1" extrusionOk="0">
                <a:moveTo>
                  <a:pt x="315468" y="0"/>
                </a:moveTo>
                <a:lnTo>
                  <a:pt x="0" y="0"/>
                </a:lnTo>
                <a:lnTo>
                  <a:pt x="157734" y="271271"/>
                </a:lnTo>
                <a:lnTo>
                  <a:pt x="315468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1295930" name="object 1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defRPr/>
            </a:pPr>
            <a:endParaRPr sz="4000">
              <a:latin typeface="Times New Roman"/>
              <a:cs typeface="Times New Roman"/>
            </a:endParaRPr>
          </a:p>
          <a:p>
            <a:pPr marL="877569">
              <a:lnSpc>
                <a:spcPct val="100000"/>
              </a:lnSpc>
              <a:spcBef>
                <a:spcPts val="2665"/>
              </a:spcBef>
              <a:defRPr/>
            </a:pPr>
            <a:r>
              <a:rPr sz="4000" spc="-180">
                <a:solidFill>
                  <a:srgbClr val="FFFDFF"/>
                </a:solidFill>
                <a:latin typeface="Calibri Light"/>
                <a:cs typeface="Calibri Light"/>
              </a:rPr>
              <a:t>Templates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12733051" name="object 13"/>
          <p:cNvSpPr txBox="1"/>
          <p:nvPr/>
        </p:nvSpPr>
        <p:spPr bwMode="auto">
          <a:xfrm>
            <a:off x="5197855" y="1036002"/>
            <a:ext cx="5887085" cy="6851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3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50">
                <a:latin typeface="Cambria"/>
                <a:cs typeface="Cambria"/>
              </a:rPr>
              <a:t>Templates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25">
                <a:latin typeface="Cambria"/>
                <a:cs typeface="Cambria"/>
              </a:rPr>
              <a:t>in</a:t>
            </a:r>
            <a:r>
              <a:rPr sz="1800" spc="55">
                <a:latin typeface="Cambria"/>
                <a:cs typeface="Cambria"/>
              </a:rPr>
              <a:t> </a:t>
            </a:r>
            <a:r>
              <a:rPr sz="1800" spc="254">
                <a:latin typeface="Cambria"/>
                <a:cs typeface="Cambria"/>
              </a:rPr>
              <a:t>C++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is</a:t>
            </a:r>
            <a:r>
              <a:rPr sz="1800" spc="55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an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40">
                <a:latin typeface="Cambria"/>
                <a:cs typeface="Cambria"/>
              </a:rPr>
              <a:t>interesting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feature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-5">
                <a:latin typeface="Cambria"/>
                <a:cs typeface="Cambria"/>
              </a:rPr>
              <a:t>that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is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85">
                <a:latin typeface="Cambria"/>
                <a:cs typeface="Cambria"/>
              </a:rPr>
              <a:t>used</a:t>
            </a:r>
            <a:endParaRPr sz="18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434"/>
              </a:spcBef>
              <a:defRPr/>
            </a:pPr>
            <a:r>
              <a:rPr sz="1800" spc="30">
                <a:latin typeface="Cambria"/>
                <a:cs typeface="Cambria"/>
              </a:rPr>
              <a:t>for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105">
                <a:latin typeface="Cambria"/>
                <a:cs typeface="Cambria"/>
              </a:rPr>
              <a:t>generic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70">
                <a:latin typeface="Cambria"/>
                <a:cs typeface="Cambria"/>
              </a:rPr>
              <a:t>programming.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14604537" name="object 14"/>
          <p:cNvSpPr txBox="1"/>
          <p:nvPr/>
        </p:nvSpPr>
        <p:spPr bwMode="auto">
          <a:xfrm>
            <a:off x="5197855" y="2278570"/>
            <a:ext cx="5972175" cy="10140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125">
                <a:latin typeface="Cambria"/>
                <a:cs typeface="Cambria"/>
              </a:rPr>
              <a:t>Generic </a:t>
            </a:r>
            <a:r>
              <a:rPr sz="1800" spc="60">
                <a:latin typeface="Cambria"/>
                <a:cs typeface="Cambria"/>
              </a:rPr>
              <a:t>Programming </a:t>
            </a:r>
            <a:r>
              <a:rPr sz="1800" spc="35">
                <a:latin typeface="Cambria"/>
                <a:cs typeface="Cambria"/>
              </a:rPr>
              <a:t>is </a:t>
            </a:r>
            <a:r>
              <a:rPr sz="1800" spc="50">
                <a:latin typeface="Cambria"/>
                <a:cs typeface="Cambria"/>
              </a:rPr>
              <a:t>an </a:t>
            </a:r>
            <a:r>
              <a:rPr sz="1800" spc="70">
                <a:latin typeface="Cambria"/>
                <a:cs typeface="Cambria"/>
              </a:rPr>
              <a:t>approach </a:t>
            </a:r>
            <a:r>
              <a:rPr sz="1800" spc="25">
                <a:latin typeface="Cambria"/>
                <a:cs typeface="Cambria"/>
              </a:rPr>
              <a:t>of </a:t>
            </a:r>
            <a:r>
              <a:rPr sz="1800" spc="70">
                <a:latin typeface="Cambria"/>
                <a:cs typeface="Cambria"/>
              </a:rPr>
              <a:t>programming </a:t>
            </a:r>
            <a:r>
              <a:rPr sz="1800" spc="-385">
                <a:latin typeface="Cambria"/>
                <a:cs typeface="Cambria"/>
              </a:rPr>
              <a:t> </a:t>
            </a:r>
            <a:r>
              <a:rPr sz="1800" spc="40">
                <a:latin typeface="Cambria"/>
                <a:cs typeface="Cambria"/>
              </a:rPr>
              <a:t>where </a:t>
            </a:r>
            <a:r>
              <a:rPr sz="1800" spc="105">
                <a:latin typeface="Cambria"/>
                <a:cs typeface="Cambria"/>
              </a:rPr>
              <a:t>generic </a:t>
            </a:r>
            <a:r>
              <a:rPr sz="1800" spc="70">
                <a:latin typeface="Cambria"/>
                <a:cs typeface="Cambria"/>
              </a:rPr>
              <a:t>types </a:t>
            </a:r>
            <a:r>
              <a:rPr sz="1800" spc="50">
                <a:latin typeface="Cambria"/>
                <a:cs typeface="Cambria"/>
              </a:rPr>
              <a:t>are </a:t>
            </a:r>
            <a:r>
              <a:rPr sz="1800" spc="85">
                <a:latin typeface="Cambria"/>
                <a:cs typeface="Cambria"/>
              </a:rPr>
              <a:t>used </a:t>
            </a:r>
            <a:r>
              <a:rPr sz="1800" spc="60">
                <a:latin typeface="Cambria"/>
                <a:cs typeface="Cambria"/>
              </a:rPr>
              <a:t>as </a:t>
            </a:r>
            <a:r>
              <a:rPr sz="1800" spc="55">
                <a:latin typeface="Cambria"/>
                <a:cs typeface="Cambria"/>
              </a:rPr>
              <a:t>parameters </a:t>
            </a:r>
            <a:r>
              <a:rPr sz="1800" spc="25">
                <a:latin typeface="Cambria"/>
                <a:cs typeface="Cambria"/>
              </a:rPr>
              <a:t>in 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algorithms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to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15">
                <a:latin typeface="Cambria"/>
                <a:cs typeface="Cambria"/>
              </a:rPr>
              <a:t>work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30">
                <a:latin typeface="Cambria"/>
                <a:cs typeface="Cambria"/>
              </a:rPr>
              <a:t>for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0">
                <a:latin typeface="Cambria"/>
                <a:cs typeface="Cambria"/>
              </a:rPr>
              <a:t> variety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25">
                <a:latin typeface="Cambria"/>
                <a:cs typeface="Cambria"/>
              </a:rPr>
              <a:t>of</a:t>
            </a:r>
            <a:r>
              <a:rPr sz="1800" spc="50">
                <a:latin typeface="Cambria"/>
                <a:cs typeface="Cambria"/>
              </a:rPr>
              <a:t> data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85">
                <a:latin typeface="Cambria"/>
                <a:cs typeface="Cambria"/>
              </a:rPr>
              <a:t>types.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49979783" name="object 15"/>
          <p:cNvSpPr txBox="1"/>
          <p:nvPr/>
        </p:nvSpPr>
        <p:spPr bwMode="auto">
          <a:xfrm>
            <a:off x="5197855" y="3849370"/>
            <a:ext cx="5882005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50">
                <a:latin typeface="Cambria"/>
                <a:cs typeface="Cambria"/>
              </a:rPr>
              <a:t>Templates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25">
                <a:latin typeface="Cambria"/>
                <a:cs typeface="Cambria"/>
              </a:rPr>
              <a:t>in</a:t>
            </a:r>
            <a:r>
              <a:rPr sz="1800" spc="60">
                <a:latin typeface="Cambria"/>
                <a:cs typeface="Cambria"/>
              </a:rPr>
              <a:t> </a:t>
            </a:r>
            <a:r>
              <a:rPr sz="1800" spc="250">
                <a:latin typeface="Cambria"/>
                <a:cs typeface="Cambria"/>
              </a:rPr>
              <a:t>C++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is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85">
                <a:latin typeface="Cambria"/>
                <a:cs typeface="Cambria"/>
              </a:rPr>
              <a:t>defined</a:t>
            </a:r>
            <a:r>
              <a:rPr sz="1800" spc="60">
                <a:latin typeface="Cambria"/>
                <a:cs typeface="Cambria"/>
              </a:rPr>
              <a:t> as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blueprint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or</a:t>
            </a:r>
            <a:r>
              <a:rPr sz="1800" spc="6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formula </a:t>
            </a:r>
            <a:r>
              <a:rPr sz="1800" spc="-380">
                <a:latin typeface="Cambria"/>
                <a:cs typeface="Cambria"/>
              </a:rPr>
              <a:t> </a:t>
            </a:r>
            <a:r>
              <a:rPr sz="1800" spc="30">
                <a:latin typeface="Cambria"/>
                <a:cs typeface="Cambria"/>
              </a:rPr>
              <a:t>for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creating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105">
                <a:latin typeface="Cambria"/>
                <a:cs typeface="Cambria"/>
              </a:rPr>
              <a:t>generic</a:t>
            </a:r>
            <a:r>
              <a:rPr sz="1800" spc="55">
                <a:latin typeface="Cambria"/>
                <a:cs typeface="Cambria"/>
              </a:rPr>
              <a:t> </a:t>
            </a:r>
            <a:r>
              <a:rPr sz="1800" spc="70">
                <a:latin typeface="Cambria"/>
                <a:cs typeface="Cambria"/>
              </a:rPr>
              <a:t>class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or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40">
                <a:latin typeface="Cambria"/>
                <a:cs typeface="Cambria"/>
              </a:rPr>
              <a:t>function.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4705778" name="object 16"/>
          <p:cNvSpPr txBox="1"/>
          <p:nvPr/>
        </p:nvSpPr>
        <p:spPr bwMode="auto">
          <a:xfrm>
            <a:off x="5197855" y="5091836"/>
            <a:ext cx="6048375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-35">
                <a:latin typeface="Cambria"/>
                <a:cs typeface="Cambria"/>
              </a:rPr>
              <a:t>To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simply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put,</a:t>
            </a:r>
            <a:r>
              <a:rPr sz="1800" spc="-9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you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80">
                <a:latin typeface="Cambria"/>
                <a:cs typeface="Cambria"/>
              </a:rPr>
              <a:t>can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create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85">
                <a:latin typeface="Cambria"/>
                <a:cs typeface="Cambria"/>
              </a:rPr>
              <a:t>single</a:t>
            </a:r>
            <a:r>
              <a:rPr sz="1800" spc="55">
                <a:latin typeface="Cambria"/>
                <a:cs typeface="Cambria"/>
              </a:rPr>
              <a:t> </a:t>
            </a:r>
            <a:r>
              <a:rPr sz="1800" spc="25">
                <a:latin typeface="Cambria"/>
                <a:cs typeface="Cambria"/>
              </a:rPr>
              <a:t>function</a:t>
            </a:r>
            <a:r>
              <a:rPr sz="1800" spc="55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or</a:t>
            </a:r>
            <a:r>
              <a:rPr sz="1800" spc="60">
                <a:latin typeface="Cambria"/>
                <a:cs typeface="Cambria"/>
              </a:rPr>
              <a:t> </a:t>
            </a:r>
            <a:r>
              <a:rPr sz="1800" spc="85">
                <a:latin typeface="Cambria"/>
                <a:cs typeface="Cambria"/>
              </a:rPr>
              <a:t>single </a:t>
            </a:r>
            <a:r>
              <a:rPr sz="1800" spc="-385">
                <a:latin typeface="Cambria"/>
                <a:cs typeface="Cambria"/>
              </a:rPr>
              <a:t> </a:t>
            </a:r>
            <a:r>
              <a:rPr sz="1800" spc="70">
                <a:latin typeface="Cambria"/>
                <a:cs typeface="Cambria"/>
              </a:rPr>
              <a:t>class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5">
                <a:latin typeface="Cambria"/>
                <a:cs typeface="Cambria"/>
              </a:rPr>
              <a:t>to</a:t>
            </a:r>
            <a:r>
              <a:rPr sz="1800" spc="55">
                <a:latin typeface="Cambria"/>
                <a:cs typeface="Cambria"/>
              </a:rPr>
              <a:t> </a:t>
            </a:r>
            <a:r>
              <a:rPr sz="1800" spc="15">
                <a:latin typeface="Cambria"/>
                <a:cs typeface="Cambria"/>
              </a:rPr>
              <a:t>work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-5">
                <a:latin typeface="Cambria"/>
                <a:cs typeface="Cambria"/>
              </a:rPr>
              <a:t>with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different</a:t>
            </a:r>
            <a:r>
              <a:rPr sz="1800" spc="50">
                <a:latin typeface="Cambria"/>
                <a:cs typeface="Cambria"/>
              </a:rPr>
              <a:t> data</a:t>
            </a:r>
            <a:r>
              <a:rPr sz="1800" spc="30">
                <a:latin typeface="Cambria"/>
                <a:cs typeface="Cambria"/>
              </a:rPr>
              <a:t> </a:t>
            </a:r>
            <a:r>
              <a:rPr sz="1800" spc="70">
                <a:latin typeface="Cambria"/>
                <a:cs typeface="Cambria"/>
              </a:rPr>
              <a:t>types</a:t>
            </a:r>
            <a:r>
              <a:rPr sz="1800" spc="65">
                <a:latin typeface="Cambria"/>
                <a:cs typeface="Cambria"/>
              </a:rPr>
              <a:t> using</a:t>
            </a:r>
            <a:r>
              <a:rPr sz="1800" spc="60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templates.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5733661" name="object 2"/>
          <p:cNvPicPr/>
          <p:nvPr/>
        </p:nvPicPr>
        <p:blipFill>
          <a:blip r:embed="rId3"/>
          <a:stretch/>
        </p:blipFill>
        <p:spPr bwMode="auto">
          <a:xfrm>
            <a:off x="2289905" y="931296"/>
            <a:ext cx="7497085" cy="5171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706555" name="object 2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52" y="532873"/>
                </a:lnTo>
                <a:lnTo>
                  <a:pt x="1448469" y="509952"/>
                </a:lnTo>
                <a:lnTo>
                  <a:pt x="1402509" y="487488"/>
                </a:lnTo>
                <a:lnTo>
                  <a:pt x="1356195" y="465474"/>
                </a:lnTo>
                <a:lnTo>
                  <a:pt x="1309547" y="443903"/>
                </a:lnTo>
                <a:lnTo>
                  <a:pt x="1262585" y="422765"/>
                </a:lnTo>
                <a:lnTo>
                  <a:pt x="1215331" y="402054"/>
                </a:lnTo>
                <a:lnTo>
                  <a:pt x="1167806" y="381761"/>
                </a:lnTo>
                <a:lnTo>
                  <a:pt x="1120030" y="361880"/>
                </a:lnTo>
                <a:lnTo>
                  <a:pt x="1072025" y="342401"/>
                </a:lnTo>
                <a:lnTo>
                  <a:pt x="1023810" y="323317"/>
                </a:lnTo>
                <a:lnTo>
                  <a:pt x="975408" y="304621"/>
                </a:lnTo>
                <a:lnTo>
                  <a:pt x="926838" y="286304"/>
                </a:lnTo>
                <a:lnTo>
                  <a:pt x="878122" y="268359"/>
                </a:lnTo>
                <a:lnTo>
                  <a:pt x="829281" y="250778"/>
                </a:lnTo>
                <a:lnTo>
                  <a:pt x="780335" y="233552"/>
                </a:lnTo>
                <a:lnTo>
                  <a:pt x="731306" y="216676"/>
                </a:lnTo>
                <a:lnTo>
                  <a:pt x="682213" y="200139"/>
                </a:lnTo>
                <a:lnTo>
                  <a:pt x="633079" y="183935"/>
                </a:lnTo>
                <a:lnTo>
                  <a:pt x="583923" y="168056"/>
                </a:lnTo>
                <a:lnTo>
                  <a:pt x="534767" y="152494"/>
                </a:lnTo>
                <a:lnTo>
                  <a:pt x="485632" y="137241"/>
                </a:lnTo>
                <a:lnTo>
                  <a:pt x="436538" y="122290"/>
                </a:lnTo>
                <a:lnTo>
                  <a:pt x="387506" y="107632"/>
                </a:lnTo>
                <a:lnTo>
                  <a:pt x="338558" y="93260"/>
                </a:lnTo>
                <a:lnTo>
                  <a:pt x="289713" y="79166"/>
                </a:lnTo>
                <a:lnTo>
                  <a:pt x="240994" y="65342"/>
                </a:lnTo>
                <a:lnTo>
                  <a:pt x="192420" y="51780"/>
                </a:lnTo>
                <a:lnTo>
                  <a:pt x="144013" y="38473"/>
                </a:lnTo>
                <a:lnTo>
                  <a:pt x="95793" y="25412"/>
                </a:lnTo>
                <a:lnTo>
                  <a:pt x="47782" y="12590"/>
                </a:ln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011262" name="object 3"/>
          <p:cNvSpPr/>
          <p:nvPr/>
        </p:nvSpPr>
        <p:spPr bwMode="auto">
          <a:xfrm>
            <a:off x="10247376" y="5013959"/>
            <a:ext cx="1918970" cy="1830705"/>
          </a:xfrm>
          <a:custGeom>
            <a:avLst/>
            <a:gdLst/>
            <a:ahLst/>
            <a:cxnLst/>
            <a:rect l="l" t="t" r="r" b="b"/>
            <a:pathLst>
              <a:path w="1918970" h="1830704" fill="norm" stroke="1" extrusionOk="0">
                <a:moveTo>
                  <a:pt x="0" y="1830323"/>
                </a:moveTo>
                <a:lnTo>
                  <a:pt x="39967" y="1799241"/>
                </a:lnTo>
                <a:lnTo>
                  <a:pt x="79858" y="1767980"/>
                </a:lnTo>
                <a:lnTo>
                  <a:pt x="119670" y="1736542"/>
                </a:lnTo>
                <a:lnTo>
                  <a:pt x="159401" y="1704928"/>
                </a:lnTo>
                <a:lnTo>
                  <a:pt x="199047" y="1673138"/>
                </a:lnTo>
                <a:lnTo>
                  <a:pt x="238606" y="1641175"/>
                </a:lnTo>
                <a:lnTo>
                  <a:pt x="278075" y="1609037"/>
                </a:lnTo>
                <a:lnTo>
                  <a:pt x="317452" y="1576728"/>
                </a:lnTo>
                <a:lnTo>
                  <a:pt x="356734" y="1544248"/>
                </a:lnTo>
                <a:lnTo>
                  <a:pt x="395919" y="1511597"/>
                </a:lnTo>
                <a:lnTo>
                  <a:pt x="435003" y="1478777"/>
                </a:lnTo>
                <a:lnTo>
                  <a:pt x="473985" y="1445789"/>
                </a:lnTo>
                <a:lnTo>
                  <a:pt x="512861" y="1412633"/>
                </a:lnTo>
                <a:lnTo>
                  <a:pt x="551629" y="1379312"/>
                </a:lnTo>
                <a:lnTo>
                  <a:pt x="590287" y="1345825"/>
                </a:lnTo>
                <a:lnTo>
                  <a:pt x="628831" y="1312174"/>
                </a:lnTo>
                <a:lnTo>
                  <a:pt x="667259" y="1278360"/>
                </a:lnTo>
                <a:lnTo>
                  <a:pt x="705569" y="1244385"/>
                </a:lnTo>
                <a:lnTo>
                  <a:pt x="743757" y="1210247"/>
                </a:lnTo>
                <a:lnTo>
                  <a:pt x="781821" y="1175950"/>
                </a:lnTo>
                <a:lnTo>
                  <a:pt x="819759" y="1141494"/>
                </a:lnTo>
                <a:lnTo>
                  <a:pt x="857568" y="1106880"/>
                </a:lnTo>
                <a:lnTo>
                  <a:pt x="895245" y="1072109"/>
                </a:lnTo>
                <a:lnTo>
                  <a:pt x="932787" y="1037182"/>
                </a:lnTo>
                <a:lnTo>
                  <a:pt x="970193" y="1002099"/>
                </a:lnTo>
                <a:lnTo>
                  <a:pt x="1007459" y="966863"/>
                </a:lnTo>
                <a:lnTo>
                  <a:pt x="1044582" y="931474"/>
                </a:lnTo>
                <a:lnTo>
                  <a:pt x="1081561" y="895933"/>
                </a:lnTo>
                <a:lnTo>
                  <a:pt x="1118392" y="860241"/>
                </a:lnTo>
                <a:lnTo>
                  <a:pt x="1155073" y="824399"/>
                </a:lnTo>
                <a:lnTo>
                  <a:pt x="1191601" y="788408"/>
                </a:lnTo>
                <a:lnTo>
                  <a:pt x="1227973" y="752269"/>
                </a:lnTo>
                <a:lnTo>
                  <a:pt x="1264187" y="715984"/>
                </a:lnTo>
                <a:lnTo>
                  <a:pt x="1300241" y="679552"/>
                </a:lnTo>
                <a:lnTo>
                  <a:pt x="1336131" y="642976"/>
                </a:lnTo>
                <a:lnTo>
                  <a:pt x="1371855" y="606256"/>
                </a:lnTo>
                <a:lnTo>
                  <a:pt x="1407411" y="569393"/>
                </a:lnTo>
                <a:lnTo>
                  <a:pt x="1442795" y="532388"/>
                </a:lnTo>
                <a:lnTo>
                  <a:pt x="1478006" y="495242"/>
                </a:lnTo>
                <a:lnTo>
                  <a:pt x="1513039" y="457957"/>
                </a:lnTo>
                <a:lnTo>
                  <a:pt x="1547894" y="420533"/>
                </a:lnTo>
                <a:lnTo>
                  <a:pt x="1582567" y="382971"/>
                </a:lnTo>
                <a:lnTo>
                  <a:pt x="1617055" y="345272"/>
                </a:lnTo>
                <a:lnTo>
                  <a:pt x="1651357" y="307438"/>
                </a:lnTo>
                <a:lnTo>
                  <a:pt x="1685468" y="269469"/>
                </a:lnTo>
                <a:lnTo>
                  <a:pt x="1719387" y="231366"/>
                </a:lnTo>
                <a:lnTo>
                  <a:pt x="1753111" y="193131"/>
                </a:lnTo>
                <a:lnTo>
                  <a:pt x="1786638" y="154764"/>
                </a:lnTo>
                <a:lnTo>
                  <a:pt x="1819964" y="116266"/>
                </a:lnTo>
                <a:lnTo>
                  <a:pt x="1853088" y="77639"/>
                </a:lnTo>
                <a:lnTo>
                  <a:pt x="1886006" y="38883"/>
                </a:lnTo>
                <a:lnTo>
                  <a:pt x="191871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7284478" name="object 4"/>
          <p:cNvSpPr/>
          <p:nvPr/>
        </p:nvSpPr>
        <p:spPr bwMode="auto">
          <a:xfrm>
            <a:off x="11202923" y="9144"/>
            <a:ext cx="963294" cy="367665"/>
          </a:xfrm>
          <a:custGeom>
            <a:avLst/>
            <a:gdLst/>
            <a:ahLst/>
            <a:cxnLst/>
            <a:rect l="l" t="t" r="r" b="b"/>
            <a:pathLst>
              <a:path w="963295" h="367665" fill="norm" stroke="1" extrusionOk="0">
                <a:moveTo>
                  <a:pt x="963168" y="367283"/>
                </a:moveTo>
                <a:lnTo>
                  <a:pt x="916739" y="345322"/>
                </a:lnTo>
                <a:lnTo>
                  <a:pt x="869978" y="323783"/>
                </a:lnTo>
                <a:lnTo>
                  <a:pt x="822909" y="302658"/>
                </a:lnTo>
                <a:lnTo>
                  <a:pt x="775557" y="281939"/>
                </a:lnTo>
                <a:lnTo>
                  <a:pt x="727948" y="261621"/>
                </a:lnTo>
                <a:lnTo>
                  <a:pt x="680106" y="241696"/>
                </a:lnTo>
                <a:lnTo>
                  <a:pt x="632057" y="222157"/>
                </a:lnTo>
                <a:lnTo>
                  <a:pt x="583826" y="202996"/>
                </a:lnTo>
                <a:lnTo>
                  <a:pt x="535437" y="184207"/>
                </a:lnTo>
                <a:lnTo>
                  <a:pt x="486918" y="165782"/>
                </a:lnTo>
                <a:lnTo>
                  <a:pt x="438291" y="147714"/>
                </a:lnTo>
                <a:lnTo>
                  <a:pt x="389583" y="129997"/>
                </a:lnTo>
                <a:lnTo>
                  <a:pt x="340818" y="112622"/>
                </a:lnTo>
                <a:lnTo>
                  <a:pt x="292022" y="95583"/>
                </a:lnTo>
                <a:lnTo>
                  <a:pt x="243220" y="78872"/>
                </a:lnTo>
                <a:lnTo>
                  <a:pt x="194438" y="62483"/>
                </a:lnTo>
                <a:lnTo>
                  <a:pt x="145699" y="46409"/>
                </a:lnTo>
                <a:lnTo>
                  <a:pt x="97030" y="30641"/>
                </a:lnTo>
                <a:lnTo>
                  <a:pt x="48455" y="15174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80297780" name="object 5"/>
          <p:cNvSpPr/>
          <p:nvPr/>
        </p:nvSpPr>
        <p:spPr bwMode="auto">
          <a:xfrm>
            <a:off x="10494264" y="5274564"/>
            <a:ext cx="1667510" cy="1579245"/>
          </a:xfrm>
          <a:custGeom>
            <a:avLst/>
            <a:gdLst/>
            <a:ahLst/>
            <a:cxnLst/>
            <a:rect l="l" t="t" r="r" b="b"/>
            <a:pathLst>
              <a:path w="1667509" h="1579245" fill="norm" stroke="1" extrusionOk="0">
                <a:moveTo>
                  <a:pt x="0" y="1578863"/>
                </a:moveTo>
                <a:lnTo>
                  <a:pt x="39546" y="1547081"/>
                </a:lnTo>
                <a:lnTo>
                  <a:pt x="79018" y="1515145"/>
                </a:lnTo>
                <a:lnTo>
                  <a:pt x="118415" y="1483054"/>
                </a:lnTo>
                <a:lnTo>
                  <a:pt x="157733" y="1450809"/>
                </a:lnTo>
                <a:lnTo>
                  <a:pt x="196970" y="1418411"/>
                </a:lnTo>
                <a:lnTo>
                  <a:pt x="236122" y="1385859"/>
                </a:lnTo>
                <a:lnTo>
                  <a:pt x="275187" y="1353154"/>
                </a:lnTo>
                <a:lnTo>
                  <a:pt x="314161" y="1320296"/>
                </a:lnTo>
                <a:lnTo>
                  <a:pt x="353043" y="1287285"/>
                </a:lnTo>
                <a:lnTo>
                  <a:pt x="391830" y="1254123"/>
                </a:lnTo>
                <a:lnTo>
                  <a:pt x="430517" y="1220808"/>
                </a:lnTo>
                <a:lnTo>
                  <a:pt x="469104" y="1187342"/>
                </a:lnTo>
                <a:lnTo>
                  <a:pt x="507586" y="1153725"/>
                </a:lnTo>
                <a:lnTo>
                  <a:pt x="545962" y="1119957"/>
                </a:lnTo>
                <a:lnTo>
                  <a:pt x="584228" y="1086038"/>
                </a:lnTo>
                <a:lnTo>
                  <a:pt x="622381" y="1051969"/>
                </a:lnTo>
                <a:lnTo>
                  <a:pt x="660419" y="1017750"/>
                </a:lnTo>
                <a:lnTo>
                  <a:pt x="698339" y="983382"/>
                </a:lnTo>
                <a:lnTo>
                  <a:pt x="736138" y="948864"/>
                </a:lnTo>
                <a:lnTo>
                  <a:pt x="773813" y="914197"/>
                </a:lnTo>
                <a:lnTo>
                  <a:pt x="811362" y="879381"/>
                </a:lnTo>
                <a:lnTo>
                  <a:pt x="848781" y="844417"/>
                </a:lnTo>
                <a:lnTo>
                  <a:pt x="886068" y="809304"/>
                </a:lnTo>
                <a:lnTo>
                  <a:pt x="923220" y="774044"/>
                </a:lnTo>
                <a:lnTo>
                  <a:pt x="960234" y="738637"/>
                </a:lnTo>
                <a:lnTo>
                  <a:pt x="997108" y="703082"/>
                </a:lnTo>
                <a:lnTo>
                  <a:pt x="1033838" y="667380"/>
                </a:lnTo>
                <a:lnTo>
                  <a:pt x="1070422" y="631532"/>
                </a:lnTo>
                <a:lnTo>
                  <a:pt x="1106857" y="595538"/>
                </a:lnTo>
                <a:lnTo>
                  <a:pt x="1143141" y="559398"/>
                </a:lnTo>
                <a:lnTo>
                  <a:pt x="1179269" y="523112"/>
                </a:lnTo>
                <a:lnTo>
                  <a:pt x="1215240" y="486681"/>
                </a:lnTo>
                <a:lnTo>
                  <a:pt x="1251051" y="450105"/>
                </a:lnTo>
                <a:lnTo>
                  <a:pt x="1286699" y="413384"/>
                </a:lnTo>
                <a:lnTo>
                  <a:pt x="1322180" y="376519"/>
                </a:lnTo>
                <a:lnTo>
                  <a:pt x="1357493" y="339510"/>
                </a:lnTo>
                <a:lnTo>
                  <a:pt x="1392635" y="302357"/>
                </a:lnTo>
                <a:lnTo>
                  <a:pt x="1427602" y="265061"/>
                </a:lnTo>
                <a:lnTo>
                  <a:pt x="1462392" y="227622"/>
                </a:lnTo>
                <a:lnTo>
                  <a:pt x="1497002" y="190040"/>
                </a:lnTo>
                <a:lnTo>
                  <a:pt x="1531430" y="152316"/>
                </a:lnTo>
                <a:lnTo>
                  <a:pt x="1565672" y="114449"/>
                </a:lnTo>
                <a:lnTo>
                  <a:pt x="1599725" y="76441"/>
                </a:lnTo>
                <a:lnTo>
                  <a:pt x="1633587" y="38291"/>
                </a:lnTo>
                <a:lnTo>
                  <a:pt x="1667255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09734962" name="object 6"/>
          <p:cNvSpPr/>
          <p:nvPr/>
        </p:nvSpPr>
        <p:spPr bwMode="auto">
          <a:xfrm>
            <a:off x="11501628" y="9144"/>
            <a:ext cx="664845" cy="257810"/>
          </a:xfrm>
          <a:custGeom>
            <a:avLst/>
            <a:gdLst/>
            <a:ahLst/>
            <a:cxnLst/>
            <a:rect l="l" t="t" r="r" b="b"/>
            <a:pathLst>
              <a:path w="664845" h="257810" fill="norm" stroke="1" extrusionOk="0">
                <a:moveTo>
                  <a:pt x="664464" y="257555"/>
                </a:moveTo>
                <a:lnTo>
                  <a:pt x="618547" y="237263"/>
                </a:lnTo>
                <a:lnTo>
                  <a:pt x="572353" y="217263"/>
                </a:lnTo>
                <a:lnTo>
                  <a:pt x="525891" y="197554"/>
                </a:lnTo>
                <a:lnTo>
                  <a:pt x="479171" y="178136"/>
                </a:lnTo>
                <a:lnTo>
                  <a:pt x="432203" y="159011"/>
                </a:lnTo>
                <a:lnTo>
                  <a:pt x="384998" y="140176"/>
                </a:lnTo>
                <a:lnTo>
                  <a:pt x="337565" y="121634"/>
                </a:lnTo>
                <a:lnTo>
                  <a:pt x="289915" y="103383"/>
                </a:lnTo>
                <a:lnTo>
                  <a:pt x="242057" y="85423"/>
                </a:lnTo>
                <a:lnTo>
                  <a:pt x="194001" y="67755"/>
                </a:lnTo>
                <a:lnTo>
                  <a:pt x="145757" y="50379"/>
                </a:lnTo>
                <a:lnTo>
                  <a:pt x="97336" y="33294"/>
                </a:lnTo>
                <a:lnTo>
                  <a:pt x="48746" y="1650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4687402" name="object 7"/>
          <p:cNvSpPr/>
          <p:nvPr/>
        </p:nvSpPr>
        <p:spPr bwMode="auto">
          <a:xfrm>
            <a:off x="10640568" y="5408676"/>
            <a:ext cx="1525905" cy="1435735"/>
          </a:xfrm>
          <a:custGeom>
            <a:avLst/>
            <a:gdLst/>
            <a:ahLst/>
            <a:cxnLst/>
            <a:rect l="l" t="t" r="r" b="b"/>
            <a:pathLst>
              <a:path w="1525904" h="1435734" fill="norm" stroke="1" extrusionOk="0">
                <a:moveTo>
                  <a:pt x="0" y="1435608"/>
                </a:moveTo>
                <a:lnTo>
                  <a:pt x="39599" y="1403531"/>
                </a:lnTo>
                <a:lnTo>
                  <a:pt x="79112" y="1371302"/>
                </a:lnTo>
                <a:lnTo>
                  <a:pt x="118535" y="1338921"/>
                </a:lnTo>
                <a:lnTo>
                  <a:pt x="157865" y="1306389"/>
                </a:lnTo>
                <a:lnTo>
                  <a:pt x="197101" y="1273706"/>
                </a:lnTo>
                <a:lnTo>
                  <a:pt x="236240" y="1240872"/>
                </a:lnTo>
                <a:lnTo>
                  <a:pt x="275279" y="1207888"/>
                </a:lnTo>
                <a:lnTo>
                  <a:pt x="314215" y="1174754"/>
                </a:lnTo>
                <a:lnTo>
                  <a:pt x="353047" y="1141470"/>
                </a:lnTo>
                <a:lnTo>
                  <a:pt x="391772" y="1108038"/>
                </a:lnTo>
                <a:lnTo>
                  <a:pt x="430388" y="1074457"/>
                </a:lnTo>
                <a:lnTo>
                  <a:pt x="468891" y="1040728"/>
                </a:lnTo>
                <a:lnTo>
                  <a:pt x="507279" y="1006851"/>
                </a:lnTo>
                <a:lnTo>
                  <a:pt x="545551" y="972827"/>
                </a:lnTo>
                <a:lnTo>
                  <a:pt x="583703" y="938656"/>
                </a:lnTo>
                <a:lnTo>
                  <a:pt x="621732" y="904338"/>
                </a:lnTo>
                <a:lnTo>
                  <a:pt x="659638" y="869875"/>
                </a:lnTo>
                <a:lnTo>
                  <a:pt x="697416" y="835265"/>
                </a:lnTo>
                <a:lnTo>
                  <a:pt x="735064" y="800511"/>
                </a:lnTo>
                <a:lnTo>
                  <a:pt x="772581" y="765611"/>
                </a:lnTo>
                <a:lnTo>
                  <a:pt x="809963" y="730567"/>
                </a:lnTo>
                <a:lnTo>
                  <a:pt x="847208" y="695379"/>
                </a:lnTo>
                <a:lnTo>
                  <a:pt x="884313" y="660048"/>
                </a:lnTo>
                <a:lnTo>
                  <a:pt x="921277" y="624573"/>
                </a:lnTo>
                <a:lnTo>
                  <a:pt x="958096" y="588956"/>
                </a:lnTo>
                <a:lnTo>
                  <a:pt x="994768" y="553196"/>
                </a:lnTo>
                <a:lnTo>
                  <a:pt x="1031291" y="517295"/>
                </a:lnTo>
                <a:lnTo>
                  <a:pt x="1067662" y="481251"/>
                </a:lnTo>
                <a:lnTo>
                  <a:pt x="1103878" y="445067"/>
                </a:lnTo>
                <a:lnTo>
                  <a:pt x="1139937" y="408742"/>
                </a:lnTo>
                <a:lnTo>
                  <a:pt x="1175837" y="372277"/>
                </a:lnTo>
                <a:lnTo>
                  <a:pt x="1211576" y="335671"/>
                </a:lnTo>
                <a:lnTo>
                  <a:pt x="1247149" y="298927"/>
                </a:lnTo>
                <a:lnTo>
                  <a:pt x="1282556" y="262043"/>
                </a:lnTo>
                <a:lnTo>
                  <a:pt x="1317794" y="225021"/>
                </a:lnTo>
                <a:lnTo>
                  <a:pt x="1352859" y="187860"/>
                </a:lnTo>
                <a:lnTo>
                  <a:pt x="1387751" y="150562"/>
                </a:lnTo>
                <a:lnTo>
                  <a:pt x="1422465" y="113127"/>
                </a:lnTo>
                <a:lnTo>
                  <a:pt x="1457001" y="75554"/>
                </a:lnTo>
                <a:lnTo>
                  <a:pt x="1491354" y="37845"/>
                </a:lnTo>
                <a:lnTo>
                  <a:pt x="1525524" y="0"/>
                </a:lnTo>
              </a:path>
              <a:path w="1525904" h="1435734" fill="norm" stroke="1" extrusionOk="0">
                <a:moveTo>
                  <a:pt x="163067" y="1435608"/>
                </a:moveTo>
                <a:lnTo>
                  <a:pt x="201898" y="1402397"/>
                </a:lnTo>
                <a:lnTo>
                  <a:pt x="240643" y="1369040"/>
                </a:lnTo>
                <a:lnTo>
                  <a:pt x="279301" y="1335538"/>
                </a:lnTo>
                <a:lnTo>
                  <a:pt x="317869" y="1301890"/>
                </a:lnTo>
                <a:lnTo>
                  <a:pt x="356345" y="1268097"/>
                </a:lnTo>
                <a:lnTo>
                  <a:pt x="394727" y="1234157"/>
                </a:lnTo>
                <a:lnTo>
                  <a:pt x="433013" y="1200072"/>
                </a:lnTo>
                <a:lnTo>
                  <a:pt x="471199" y="1165841"/>
                </a:lnTo>
                <a:lnTo>
                  <a:pt x="509285" y="1131464"/>
                </a:lnTo>
                <a:lnTo>
                  <a:pt x="547268" y="1096941"/>
                </a:lnTo>
                <a:lnTo>
                  <a:pt x="585145" y="1062273"/>
                </a:lnTo>
                <a:lnTo>
                  <a:pt x="622914" y="1027459"/>
                </a:lnTo>
                <a:lnTo>
                  <a:pt x="660573" y="992499"/>
                </a:lnTo>
                <a:lnTo>
                  <a:pt x="698120" y="957393"/>
                </a:lnTo>
                <a:lnTo>
                  <a:pt x="735552" y="922142"/>
                </a:lnTo>
                <a:lnTo>
                  <a:pt x="772868" y="886744"/>
                </a:lnTo>
                <a:lnTo>
                  <a:pt x="810065" y="851201"/>
                </a:lnTo>
                <a:lnTo>
                  <a:pt x="847140" y="815513"/>
                </a:lnTo>
                <a:lnTo>
                  <a:pt x="884092" y="779678"/>
                </a:lnTo>
                <a:lnTo>
                  <a:pt x="920918" y="743698"/>
                </a:lnTo>
                <a:lnTo>
                  <a:pt x="957616" y="707571"/>
                </a:lnTo>
                <a:lnTo>
                  <a:pt x="994183" y="671300"/>
                </a:lnTo>
                <a:lnTo>
                  <a:pt x="1030618" y="634882"/>
                </a:lnTo>
                <a:lnTo>
                  <a:pt x="1066918" y="598318"/>
                </a:lnTo>
                <a:lnTo>
                  <a:pt x="1103081" y="561609"/>
                </a:lnTo>
                <a:lnTo>
                  <a:pt x="1139105" y="524754"/>
                </a:lnTo>
                <a:lnTo>
                  <a:pt x="1174987" y="487753"/>
                </a:lnTo>
                <a:lnTo>
                  <a:pt x="1210725" y="450607"/>
                </a:lnTo>
                <a:lnTo>
                  <a:pt x="1246318" y="413314"/>
                </a:lnTo>
                <a:lnTo>
                  <a:pt x="1281761" y="375876"/>
                </a:lnTo>
                <a:lnTo>
                  <a:pt x="1317054" y="338292"/>
                </a:lnTo>
                <a:lnTo>
                  <a:pt x="1352195" y="300563"/>
                </a:lnTo>
                <a:lnTo>
                  <a:pt x="1387180" y="262687"/>
                </a:lnTo>
                <a:lnTo>
                  <a:pt x="1422007" y="224666"/>
                </a:lnTo>
                <a:lnTo>
                  <a:pt x="1456675" y="186499"/>
                </a:lnTo>
                <a:lnTo>
                  <a:pt x="1491182" y="148186"/>
                </a:lnTo>
                <a:lnTo>
                  <a:pt x="1525524" y="1097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27574635" name="object 8"/>
          <p:cNvPicPr/>
          <p:nvPr/>
        </p:nvPicPr>
        <p:blipFill>
          <a:blip r:embed="rId3"/>
          <a:stretch/>
        </p:blipFill>
        <p:spPr bwMode="auto">
          <a:xfrm>
            <a:off x="-190" y="0"/>
            <a:ext cx="5174361" cy="6856982"/>
          </a:xfrm>
          <a:prstGeom prst="rect">
            <a:avLst/>
          </a:prstGeom>
        </p:spPr>
      </p:pic>
      <p:sp>
        <p:nvSpPr>
          <p:cNvPr id="1094199034" name="object 9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32" y="1117704"/>
                </a:lnTo>
                <a:lnTo>
                  <a:pt x="75758" y="1084658"/>
                </a:lnTo>
                <a:lnTo>
                  <a:pt x="113477" y="1051483"/>
                </a:lnTo>
                <a:lnTo>
                  <a:pt x="151087" y="1018179"/>
                </a:lnTo>
                <a:lnTo>
                  <a:pt x="188586" y="984747"/>
                </a:lnTo>
                <a:lnTo>
                  <a:pt x="225973" y="951189"/>
                </a:lnTo>
                <a:lnTo>
                  <a:pt x="263246" y="917504"/>
                </a:lnTo>
                <a:lnTo>
                  <a:pt x="300404" y="883693"/>
                </a:lnTo>
                <a:lnTo>
                  <a:pt x="337445" y="849759"/>
                </a:lnTo>
                <a:lnTo>
                  <a:pt x="374367" y="815700"/>
                </a:lnTo>
                <a:lnTo>
                  <a:pt x="411169" y="781518"/>
                </a:lnTo>
                <a:lnTo>
                  <a:pt x="447849" y="747214"/>
                </a:lnTo>
                <a:lnTo>
                  <a:pt x="484406" y="712788"/>
                </a:lnTo>
                <a:lnTo>
                  <a:pt x="520838" y="678242"/>
                </a:lnTo>
                <a:lnTo>
                  <a:pt x="557144" y="643576"/>
                </a:lnTo>
                <a:lnTo>
                  <a:pt x="593321" y="608791"/>
                </a:lnTo>
                <a:lnTo>
                  <a:pt x="629369" y="573888"/>
                </a:lnTo>
                <a:lnTo>
                  <a:pt x="665286" y="538867"/>
                </a:lnTo>
                <a:lnTo>
                  <a:pt x="701069" y="503730"/>
                </a:lnTo>
                <a:lnTo>
                  <a:pt x="736718" y="468476"/>
                </a:lnTo>
                <a:lnTo>
                  <a:pt x="772231" y="433108"/>
                </a:lnTo>
                <a:lnTo>
                  <a:pt x="807607" y="397625"/>
                </a:lnTo>
                <a:lnTo>
                  <a:pt x="842843" y="362029"/>
                </a:lnTo>
                <a:lnTo>
                  <a:pt x="877938" y="326320"/>
                </a:lnTo>
                <a:lnTo>
                  <a:pt x="912891" y="290499"/>
                </a:lnTo>
                <a:lnTo>
                  <a:pt x="947700" y="254567"/>
                </a:lnTo>
                <a:lnTo>
                  <a:pt x="982363" y="218525"/>
                </a:lnTo>
                <a:lnTo>
                  <a:pt x="1016879" y="182373"/>
                </a:lnTo>
                <a:lnTo>
                  <a:pt x="1051246" y="146113"/>
                </a:lnTo>
                <a:lnTo>
                  <a:pt x="1085463" y="109744"/>
                </a:lnTo>
                <a:lnTo>
                  <a:pt x="1119528" y="73269"/>
                </a:lnTo>
                <a:lnTo>
                  <a:pt x="1153439" y="36687"/>
                </a:lnTo>
                <a:lnTo>
                  <a:pt x="1187196" y="0"/>
                </a:lnTo>
              </a:path>
              <a:path w="1187450" h="1150620" fill="norm" stroke="1" extrusionOk="0">
                <a:moveTo>
                  <a:pt x="307848" y="1150620"/>
                </a:moveTo>
                <a:lnTo>
                  <a:pt x="346881" y="1117670"/>
                </a:lnTo>
                <a:lnTo>
                  <a:pt x="385857" y="1084562"/>
                </a:lnTo>
                <a:lnTo>
                  <a:pt x="424773" y="1051296"/>
                </a:lnTo>
                <a:lnTo>
                  <a:pt x="463629" y="1017876"/>
                </a:lnTo>
                <a:lnTo>
                  <a:pt x="502420" y="984303"/>
                </a:lnTo>
                <a:lnTo>
                  <a:pt x="541146" y="950580"/>
                </a:lnTo>
                <a:lnTo>
                  <a:pt x="579803" y="916710"/>
                </a:lnTo>
                <a:lnTo>
                  <a:pt x="618390" y="882694"/>
                </a:lnTo>
                <a:lnTo>
                  <a:pt x="656904" y="848535"/>
                </a:lnTo>
                <a:lnTo>
                  <a:pt x="695343" y="814236"/>
                </a:lnTo>
                <a:lnTo>
                  <a:pt x="733704" y="779798"/>
                </a:lnTo>
                <a:lnTo>
                  <a:pt x="771986" y="745225"/>
                </a:lnTo>
                <a:lnTo>
                  <a:pt x="810187" y="710517"/>
                </a:lnTo>
                <a:lnTo>
                  <a:pt x="848303" y="675679"/>
                </a:lnTo>
                <a:lnTo>
                  <a:pt x="886333" y="640712"/>
                </a:lnTo>
                <a:lnTo>
                  <a:pt x="924274" y="605618"/>
                </a:lnTo>
                <a:lnTo>
                  <a:pt x="962125" y="570400"/>
                </a:lnTo>
                <a:lnTo>
                  <a:pt x="999883" y="535060"/>
                </a:lnTo>
                <a:lnTo>
                  <a:pt x="1037545" y="499601"/>
                </a:lnTo>
                <a:lnTo>
                  <a:pt x="1075110" y="464024"/>
                </a:lnTo>
                <a:lnTo>
                  <a:pt x="1112574" y="428333"/>
                </a:lnTo>
                <a:lnTo>
                  <a:pt x="1149937" y="392529"/>
                </a:lnTo>
                <a:lnTo>
                  <a:pt x="1187196" y="3566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13644241" name="object 10"/>
          <p:cNvSpPr/>
          <p:nvPr/>
        </p:nvSpPr>
        <p:spPr bwMode="auto">
          <a:xfrm>
            <a:off x="800100" y="1699260"/>
            <a:ext cx="3674745" cy="502920"/>
          </a:xfrm>
          <a:custGeom>
            <a:avLst/>
            <a:gdLst/>
            <a:ahLst/>
            <a:cxnLst/>
            <a:rect l="l" t="t" r="r" b="b"/>
            <a:pathLst>
              <a:path w="3674745" h="502919" fill="norm" stroke="1" extrusionOk="0">
                <a:moveTo>
                  <a:pt x="3674364" y="0"/>
                </a:moveTo>
                <a:lnTo>
                  <a:pt x="0" y="0"/>
                </a:lnTo>
                <a:lnTo>
                  <a:pt x="0" y="502920"/>
                </a:lnTo>
                <a:lnTo>
                  <a:pt x="3674364" y="502920"/>
                </a:lnTo>
                <a:lnTo>
                  <a:pt x="3674364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55482605" name="object 11"/>
          <p:cNvSpPr/>
          <p:nvPr/>
        </p:nvSpPr>
        <p:spPr bwMode="auto">
          <a:xfrm>
            <a:off x="2482595" y="4898135"/>
            <a:ext cx="315595" cy="271780"/>
          </a:xfrm>
          <a:custGeom>
            <a:avLst/>
            <a:gdLst/>
            <a:ahLst/>
            <a:cxnLst/>
            <a:rect l="l" t="t" r="r" b="b"/>
            <a:pathLst>
              <a:path w="315594" h="271779" fill="norm" stroke="1" extrusionOk="0">
                <a:moveTo>
                  <a:pt x="315468" y="0"/>
                </a:moveTo>
                <a:lnTo>
                  <a:pt x="0" y="0"/>
                </a:lnTo>
                <a:lnTo>
                  <a:pt x="157734" y="271271"/>
                </a:lnTo>
                <a:lnTo>
                  <a:pt x="315468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55631765" name="object 1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  <a:defRPr/>
            </a:pPr>
            <a:endParaRPr sz="5150">
              <a:latin typeface="Times New Roman"/>
              <a:cs typeface="Times New Roman"/>
            </a:endParaRPr>
          </a:p>
          <a:p>
            <a:pPr marL="877569" marR="855344" indent="135890">
              <a:lnSpc>
                <a:spcPts val="4079"/>
              </a:lnSpc>
              <a:defRPr/>
            </a:pPr>
            <a:r>
              <a:rPr sz="4000" spc="-135">
                <a:solidFill>
                  <a:srgbClr val="FFFDFF"/>
                </a:solidFill>
                <a:latin typeface="Calibri Light"/>
                <a:cs typeface="Calibri Light"/>
              </a:rPr>
              <a:t>Function </a:t>
            </a:r>
            <a:r>
              <a:rPr sz="4000" spc="-130">
                <a:solidFill>
                  <a:srgbClr val="FFFDFF"/>
                </a:solidFill>
                <a:latin typeface="Calibri Light"/>
                <a:cs typeface="Calibri Light"/>
              </a:rPr>
              <a:t> </a:t>
            </a:r>
            <a:r>
              <a:rPr sz="4000" spc="-508">
                <a:solidFill>
                  <a:srgbClr val="FFFDFF"/>
                </a:solidFill>
                <a:latin typeface="Calibri Light"/>
                <a:cs typeface="Calibri Light"/>
              </a:rPr>
              <a:t>T</a:t>
            </a:r>
            <a:r>
              <a:rPr sz="4000" spc="-145">
                <a:solidFill>
                  <a:srgbClr val="FFFDFF"/>
                </a:solidFill>
                <a:latin typeface="Calibri Light"/>
                <a:cs typeface="Calibri Light"/>
              </a:rPr>
              <a:t>e</a:t>
            </a:r>
            <a:r>
              <a:rPr sz="4000" spc="-155">
                <a:solidFill>
                  <a:srgbClr val="FFFDFF"/>
                </a:solidFill>
                <a:latin typeface="Calibri Light"/>
                <a:cs typeface="Calibri Light"/>
              </a:rPr>
              <a:t>m</a:t>
            </a:r>
            <a:r>
              <a:rPr sz="4000" spc="-150">
                <a:solidFill>
                  <a:srgbClr val="FFFDFF"/>
                </a:solidFill>
                <a:latin typeface="Calibri Light"/>
                <a:cs typeface="Calibri Light"/>
              </a:rPr>
              <a:t>p</a:t>
            </a:r>
            <a:r>
              <a:rPr sz="4000" spc="-140">
                <a:solidFill>
                  <a:srgbClr val="FFFDFF"/>
                </a:solidFill>
                <a:latin typeface="Calibri Light"/>
                <a:cs typeface="Calibri Light"/>
              </a:rPr>
              <a:t>l</a:t>
            </a:r>
            <a:r>
              <a:rPr sz="4000" spc="-180">
                <a:solidFill>
                  <a:srgbClr val="FFFDFF"/>
                </a:solidFill>
                <a:latin typeface="Calibri Light"/>
                <a:cs typeface="Calibri Light"/>
              </a:rPr>
              <a:t>a</a:t>
            </a:r>
            <a:r>
              <a:rPr sz="4000" spc="-190">
                <a:solidFill>
                  <a:srgbClr val="FFFDFF"/>
                </a:solidFill>
                <a:latin typeface="Calibri Light"/>
                <a:cs typeface="Calibri Light"/>
              </a:rPr>
              <a:t>t</a:t>
            </a:r>
            <a:r>
              <a:rPr sz="4000" spc="-155">
                <a:solidFill>
                  <a:srgbClr val="FFFDFF"/>
                </a:solidFill>
                <a:latin typeface="Calibri Light"/>
                <a:cs typeface="Calibri Light"/>
              </a:rPr>
              <a:t>e</a:t>
            </a:r>
            <a:r>
              <a:rPr sz="4000" spc="-5">
                <a:solidFill>
                  <a:srgbClr val="FFFDFF"/>
                </a:solidFill>
                <a:latin typeface="Calibri Light"/>
                <a:cs typeface="Calibri Light"/>
              </a:rPr>
              <a:t>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2012333942" name="object 13"/>
          <p:cNvSpPr txBox="1"/>
          <p:nvPr/>
        </p:nvSpPr>
        <p:spPr bwMode="auto">
          <a:xfrm>
            <a:off x="4995798" y="1509139"/>
            <a:ext cx="6661784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30">
                <a:latin typeface="Cambria"/>
                <a:cs typeface="Cambria"/>
              </a:rPr>
              <a:t>Function </a:t>
            </a:r>
            <a:r>
              <a:rPr sz="1800" spc="55">
                <a:latin typeface="Cambria"/>
                <a:cs typeface="Cambria"/>
              </a:rPr>
              <a:t>template </a:t>
            </a:r>
            <a:r>
              <a:rPr sz="1800" spc="25">
                <a:latin typeface="Cambria"/>
                <a:cs typeface="Cambria"/>
              </a:rPr>
              <a:t>in </a:t>
            </a:r>
            <a:r>
              <a:rPr sz="1800" spc="250">
                <a:latin typeface="Cambria"/>
                <a:cs typeface="Cambria"/>
              </a:rPr>
              <a:t>C++ </a:t>
            </a:r>
            <a:r>
              <a:rPr sz="1800" spc="35">
                <a:latin typeface="Cambria"/>
                <a:cs typeface="Cambria"/>
              </a:rPr>
              <a:t>is </a:t>
            </a:r>
            <a:r>
              <a:rPr sz="1800" spc="75">
                <a:latin typeface="Cambria"/>
                <a:cs typeface="Cambria"/>
              </a:rPr>
              <a:t>a </a:t>
            </a:r>
            <a:r>
              <a:rPr sz="1800" spc="85">
                <a:latin typeface="Cambria"/>
                <a:cs typeface="Cambria"/>
              </a:rPr>
              <a:t>single </a:t>
            </a:r>
            <a:r>
              <a:rPr sz="1800" spc="25">
                <a:latin typeface="Cambria"/>
                <a:cs typeface="Cambria"/>
              </a:rPr>
              <a:t>function </a:t>
            </a:r>
            <a:r>
              <a:rPr sz="1800" spc="55">
                <a:latin typeface="Cambria"/>
                <a:cs typeface="Cambria"/>
              </a:rPr>
              <a:t>template </a:t>
            </a:r>
            <a:r>
              <a:rPr sz="1800" spc="-5">
                <a:latin typeface="Cambria"/>
                <a:cs typeface="Cambria"/>
              </a:rPr>
              <a:t>that </a:t>
            </a:r>
            <a:r>
              <a:rPr sz="1800">
                <a:latin typeface="Cambria"/>
                <a:cs typeface="Cambria"/>
              </a:rPr>
              <a:t> </a:t>
            </a:r>
            <a:r>
              <a:rPr sz="1800" spc="20">
                <a:latin typeface="Cambria"/>
                <a:cs typeface="Cambria"/>
              </a:rPr>
              <a:t>works </a:t>
            </a:r>
            <a:r>
              <a:rPr sz="1800" spc="-5">
                <a:latin typeface="Cambria"/>
                <a:cs typeface="Cambria"/>
              </a:rPr>
              <a:t>with </a:t>
            </a:r>
            <a:r>
              <a:rPr sz="1800" spc="45">
                <a:latin typeface="Cambria"/>
                <a:cs typeface="Cambria"/>
              </a:rPr>
              <a:t>multiple </a:t>
            </a:r>
            <a:r>
              <a:rPr sz="1800" spc="50">
                <a:latin typeface="Cambria"/>
                <a:cs typeface="Cambria"/>
              </a:rPr>
              <a:t>data </a:t>
            </a:r>
            <a:r>
              <a:rPr sz="1800" spc="70">
                <a:latin typeface="Cambria"/>
                <a:cs typeface="Cambria"/>
              </a:rPr>
              <a:t>types </a:t>
            </a:r>
            <a:r>
              <a:rPr sz="1800" spc="35">
                <a:latin typeface="Cambria"/>
                <a:cs typeface="Cambria"/>
              </a:rPr>
              <a:t>simultaneously, but </a:t>
            </a:r>
            <a:r>
              <a:rPr sz="1800" spc="75">
                <a:latin typeface="Cambria"/>
                <a:cs typeface="Cambria"/>
              </a:rPr>
              <a:t>a </a:t>
            </a:r>
            <a:r>
              <a:rPr sz="1800" spc="40">
                <a:latin typeface="Cambria"/>
                <a:cs typeface="Cambria"/>
              </a:rPr>
              <a:t>standard </a:t>
            </a:r>
            <a:r>
              <a:rPr sz="1800" spc="-385">
                <a:latin typeface="Cambria"/>
                <a:cs typeface="Cambria"/>
              </a:rPr>
              <a:t> </a:t>
            </a:r>
            <a:r>
              <a:rPr sz="1800" spc="25">
                <a:latin typeface="Cambria"/>
                <a:cs typeface="Cambria"/>
              </a:rPr>
              <a:t>function</a:t>
            </a:r>
            <a:r>
              <a:rPr sz="1800" spc="65">
                <a:latin typeface="Cambria"/>
                <a:cs typeface="Cambria"/>
              </a:rPr>
              <a:t> </a:t>
            </a:r>
            <a:r>
              <a:rPr sz="1800" spc="20">
                <a:latin typeface="Cambria"/>
                <a:cs typeface="Cambria"/>
              </a:rPr>
              <a:t>works</a:t>
            </a:r>
            <a:r>
              <a:rPr sz="1800" spc="50">
                <a:latin typeface="Cambria"/>
                <a:cs typeface="Cambria"/>
              </a:rPr>
              <a:t> only</a:t>
            </a:r>
            <a:r>
              <a:rPr sz="1800" spc="4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with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80">
                <a:latin typeface="Cambria"/>
                <a:cs typeface="Cambria"/>
              </a:rPr>
              <a:t>one</a:t>
            </a:r>
            <a:r>
              <a:rPr sz="1800" spc="65">
                <a:latin typeface="Cambria"/>
                <a:cs typeface="Cambria"/>
              </a:rPr>
              <a:t> </a:t>
            </a:r>
            <a:r>
              <a:rPr sz="1800" spc="45">
                <a:latin typeface="Cambria"/>
                <a:cs typeface="Cambria"/>
              </a:rPr>
              <a:t>set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25">
                <a:latin typeface="Cambria"/>
                <a:cs typeface="Cambria"/>
              </a:rPr>
              <a:t>of</a:t>
            </a:r>
            <a:r>
              <a:rPr sz="1800" spc="50">
                <a:latin typeface="Cambria"/>
                <a:cs typeface="Cambria"/>
              </a:rPr>
              <a:t> data</a:t>
            </a:r>
            <a:r>
              <a:rPr sz="1800" spc="35">
                <a:latin typeface="Cambria"/>
                <a:cs typeface="Cambria"/>
              </a:rPr>
              <a:t> </a:t>
            </a:r>
            <a:r>
              <a:rPr sz="1800" spc="85">
                <a:latin typeface="Cambria"/>
                <a:cs typeface="Cambria"/>
              </a:rPr>
              <a:t>types.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13047318" name="object 14"/>
          <p:cNvSpPr txBox="1"/>
          <p:nvPr/>
        </p:nvSpPr>
        <p:spPr bwMode="auto">
          <a:xfrm>
            <a:off x="4995798" y="3135629"/>
            <a:ext cx="6503670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50">
                <a:latin typeface="Cambria"/>
                <a:cs typeface="Cambria"/>
              </a:rPr>
              <a:t>Syntax:</a:t>
            </a:r>
            <a:endParaRPr sz="1800">
              <a:latin typeface="Cambria"/>
              <a:cs typeface="Cambria"/>
            </a:endParaRPr>
          </a:p>
          <a:p>
            <a:pPr marL="515620">
              <a:lnSpc>
                <a:spcPct val="100000"/>
              </a:lnSpc>
              <a:spcBef>
                <a:spcPts val="1380"/>
              </a:spcBef>
              <a:defRPr/>
            </a:pPr>
            <a:r>
              <a:rPr sz="1200" b="1">
                <a:solidFill>
                  <a:srgbClr val="FF0000"/>
                </a:solidFill>
                <a:latin typeface="Consolas"/>
                <a:cs typeface="Consolas"/>
              </a:rPr>
              <a:t>//typename/class are </a:t>
            </a:r>
            <a:r>
              <a:rPr sz="1200" b="1" spc="-5">
                <a:solidFill>
                  <a:srgbClr val="FF0000"/>
                </a:solidFill>
                <a:latin typeface="Consolas"/>
                <a:cs typeface="Consolas"/>
              </a:rPr>
              <a:t>the</a:t>
            </a:r>
            <a:r>
              <a:rPr sz="1200" b="1" spc="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b="1">
                <a:solidFill>
                  <a:srgbClr val="FF0000"/>
                </a:solidFill>
                <a:latin typeface="Consolas"/>
                <a:cs typeface="Consolas"/>
              </a:rPr>
              <a:t>keywords </a:t>
            </a:r>
            <a:r>
              <a:rPr sz="1200" b="1" spc="-5">
                <a:solidFill>
                  <a:srgbClr val="FF0000"/>
                </a:solidFill>
                <a:latin typeface="Consolas"/>
                <a:cs typeface="Consolas"/>
              </a:rPr>
              <a:t>you</a:t>
            </a:r>
            <a:r>
              <a:rPr sz="1200" b="1" spc="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b="1" spc="-5">
                <a:solidFill>
                  <a:srgbClr val="FF0000"/>
                </a:solidFill>
                <a:latin typeface="Consolas"/>
                <a:cs typeface="Consolas"/>
              </a:rPr>
              <a:t>can</a:t>
            </a:r>
            <a:r>
              <a:rPr sz="1200" b="1" spc="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b="1">
                <a:solidFill>
                  <a:srgbClr val="FF0000"/>
                </a:solidFill>
                <a:latin typeface="Consolas"/>
                <a:cs typeface="Consolas"/>
              </a:rPr>
              <a:t>use</a:t>
            </a:r>
            <a:r>
              <a:rPr sz="1200" b="1" spc="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b="1">
                <a:solidFill>
                  <a:srgbClr val="FF0000"/>
                </a:solidFill>
                <a:latin typeface="Consolas"/>
                <a:cs typeface="Consolas"/>
              </a:rPr>
              <a:t>anyone </a:t>
            </a:r>
            <a:r>
              <a:rPr sz="1200" b="1" spc="-5">
                <a:solidFill>
                  <a:srgbClr val="FF0000"/>
                </a:solidFill>
                <a:latin typeface="Consolas"/>
                <a:cs typeface="Consolas"/>
              </a:rPr>
              <a:t>of</a:t>
            </a:r>
            <a:r>
              <a:rPr sz="1200" b="1" spc="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b="1">
                <a:solidFill>
                  <a:srgbClr val="FF0000"/>
                </a:solidFill>
                <a:latin typeface="Consolas"/>
                <a:cs typeface="Consolas"/>
              </a:rPr>
              <a:t>them</a:t>
            </a:r>
            <a:r>
              <a:rPr sz="1200" b="1" spc="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b="1">
                <a:solidFill>
                  <a:srgbClr val="FF0000"/>
                </a:solidFill>
                <a:latin typeface="Consolas"/>
                <a:cs typeface="Consolas"/>
              </a:rPr>
              <a:t>at</a:t>
            </a:r>
            <a:r>
              <a:rPr sz="1200" b="1" spc="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b="1">
                <a:solidFill>
                  <a:srgbClr val="FF0000"/>
                </a:solidFill>
                <a:latin typeface="Consolas"/>
                <a:cs typeface="Consolas"/>
              </a:rPr>
              <a:t>a</a:t>
            </a:r>
            <a:r>
              <a:rPr sz="1200" b="1" spc="1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b="1">
                <a:solidFill>
                  <a:srgbClr val="FF0000"/>
                </a:solidFill>
                <a:latin typeface="Consolas"/>
                <a:cs typeface="Consolas"/>
              </a:rPr>
              <a:t>time.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41494905" name="object 15"/>
          <p:cNvSpPr txBox="1"/>
          <p:nvPr/>
        </p:nvSpPr>
        <p:spPr bwMode="auto">
          <a:xfrm>
            <a:off x="5453253" y="3761638"/>
            <a:ext cx="5250180" cy="109220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  <a:defRPr/>
            </a:pPr>
            <a:r>
              <a:rPr sz="1600" b="1" spc="-10">
                <a:latin typeface="Consolas"/>
                <a:cs typeface="Consolas"/>
              </a:rPr>
              <a:t>template</a:t>
            </a:r>
            <a:r>
              <a:rPr sz="1600" b="1" spc="-35">
                <a:latin typeface="Consolas"/>
                <a:cs typeface="Consolas"/>
              </a:rPr>
              <a:t> </a:t>
            </a:r>
            <a:r>
              <a:rPr sz="1600" spc="-5">
                <a:latin typeface="Consolas"/>
                <a:cs typeface="Consolas"/>
              </a:rPr>
              <a:t>&lt;</a:t>
            </a:r>
            <a:r>
              <a:rPr sz="1600" b="1" spc="-5">
                <a:latin typeface="Consolas"/>
                <a:cs typeface="Consolas"/>
              </a:rPr>
              <a:t>typename</a:t>
            </a:r>
            <a:r>
              <a:rPr sz="1600" spc="-5">
                <a:latin typeface="Consolas"/>
                <a:cs typeface="Consolas"/>
              </a:rPr>
              <a:t>/</a:t>
            </a:r>
            <a:r>
              <a:rPr sz="1600" b="1" spc="-5">
                <a:latin typeface="Consolas"/>
                <a:cs typeface="Consolas"/>
              </a:rPr>
              <a:t>class</a:t>
            </a:r>
            <a:r>
              <a:rPr sz="1600" b="1" spc="-40">
                <a:latin typeface="Consolas"/>
                <a:cs typeface="Consolas"/>
              </a:rPr>
              <a:t> </a:t>
            </a:r>
            <a:r>
              <a:rPr sz="1600" spc="-10">
                <a:latin typeface="Consolas"/>
                <a:cs typeface="Consolas"/>
              </a:rPr>
              <a:t>T&gt;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defRPr/>
            </a:pPr>
            <a:r>
              <a:rPr sz="1600" b="1" spc="-5">
                <a:latin typeface="Consolas"/>
                <a:cs typeface="Consolas"/>
              </a:rPr>
              <a:t>T</a:t>
            </a:r>
            <a:r>
              <a:rPr sz="1600" b="1" spc="-10">
                <a:latin typeface="Consolas"/>
                <a:cs typeface="Consolas"/>
              </a:rPr>
              <a:t> </a:t>
            </a:r>
            <a:r>
              <a:rPr sz="1600" spc="-10">
                <a:latin typeface="Consolas"/>
                <a:cs typeface="Consolas"/>
              </a:rPr>
              <a:t>functionName(</a:t>
            </a:r>
            <a:r>
              <a:rPr sz="1600" b="1" spc="-10">
                <a:latin typeface="Consolas"/>
                <a:cs typeface="Consolas"/>
              </a:rPr>
              <a:t>T</a:t>
            </a:r>
            <a:r>
              <a:rPr sz="1600" b="1" spc="-5">
                <a:latin typeface="Consolas"/>
                <a:cs typeface="Consolas"/>
              </a:rPr>
              <a:t> </a:t>
            </a:r>
            <a:r>
              <a:rPr sz="1600" spc="-10">
                <a:latin typeface="Consolas"/>
                <a:cs typeface="Consolas"/>
              </a:rPr>
              <a:t>parameter1, </a:t>
            </a:r>
            <a:r>
              <a:rPr sz="1600" b="1" spc="-5">
                <a:latin typeface="Consolas"/>
                <a:cs typeface="Consolas"/>
              </a:rPr>
              <a:t>T </a:t>
            </a:r>
            <a:r>
              <a:rPr sz="1600" spc="-10">
                <a:latin typeface="Consolas"/>
                <a:cs typeface="Consolas"/>
              </a:rPr>
              <a:t>parameter2,</a:t>
            </a:r>
            <a:r>
              <a:rPr sz="1600" spc="-15">
                <a:latin typeface="Consolas"/>
                <a:cs typeface="Consolas"/>
              </a:rPr>
              <a:t> </a:t>
            </a:r>
            <a:r>
              <a:rPr sz="1600" spc="-10">
                <a:latin typeface="Consolas"/>
                <a:cs typeface="Consolas"/>
              </a:rPr>
              <a:t>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  <a:defRPr/>
            </a:pPr>
            <a:r>
              <a:rPr sz="1600" spc="-5">
                <a:latin typeface="Consolas"/>
                <a:cs typeface="Consolas"/>
              </a:rPr>
              <a:t>{</a:t>
            </a:r>
            <a:r>
              <a:rPr sz="1600" spc="-30">
                <a:latin typeface="Consolas"/>
                <a:cs typeface="Consolas"/>
              </a:rPr>
              <a:t> </a:t>
            </a:r>
            <a:r>
              <a:rPr sz="1600" spc="-5">
                <a:latin typeface="Consolas"/>
                <a:cs typeface="Consolas"/>
              </a:rPr>
              <a:t>//</a:t>
            </a:r>
            <a:r>
              <a:rPr sz="1600" spc="-25">
                <a:latin typeface="Consolas"/>
                <a:cs typeface="Consolas"/>
              </a:rPr>
              <a:t> </a:t>
            </a:r>
            <a:r>
              <a:rPr sz="1600" spc="-10">
                <a:latin typeface="Consolas"/>
                <a:cs typeface="Consolas"/>
              </a:rPr>
              <a:t>code</a:t>
            </a:r>
            <a:r>
              <a:rPr sz="1600" spc="-25">
                <a:latin typeface="Consolas"/>
                <a:cs typeface="Consolas"/>
              </a:rPr>
              <a:t> </a:t>
            </a:r>
            <a:r>
              <a:rPr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761099" name="object 2"/>
          <p:cNvGrpSpPr/>
          <p:nvPr/>
        </p:nvGrpSpPr>
        <p:grpSpPr bwMode="auto">
          <a:xfrm>
            <a:off x="672465" y="912875"/>
            <a:ext cx="248285" cy="168275"/>
            <a:chOff x="672465" y="912875"/>
            <a:chExt cx="248285" cy="16827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812788" y="912875"/>
              <a:ext cx="107949" cy="1682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672465" y="922400"/>
              <a:ext cx="114300" cy="158750"/>
            </a:xfrm>
            <a:prstGeom prst="rect">
              <a:avLst/>
            </a:prstGeom>
          </p:spPr>
        </p:pic>
      </p:grpSp>
      <p:pic>
        <p:nvPicPr>
          <p:cNvPr id="1948041609" name="object 5"/>
          <p:cNvPicPr/>
          <p:nvPr/>
        </p:nvPicPr>
        <p:blipFill>
          <a:blip r:embed="rId5"/>
          <a:stretch/>
        </p:blipFill>
        <p:spPr bwMode="auto">
          <a:xfrm>
            <a:off x="1879842" y="912875"/>
            <a:ext cx="107949" cy="168275"/>
          </a:xfrm>
          <a:prstGeom prst="rect">
            <a:avLst/>
          </a:prstGeom>
        </p:spPr>
      </p:pic>
      <p:pic>
        <p:nvPicPr>
          <p:cNvPr id="677110054" name="object 6"/>
          <p:cNvPicPr/>
          <p:nvPr/>
        </p:nvPicPr>
        <p:blipFill>
          <a:blip r:embed="rId6"/>
          <a:stretch/>
        </p:blipFill>
        <p:spPr bwMode="auto">
          <a:xfrm>
            <a:off x="945591" y="1187196"/>
            <a:ext cx="107949" cy="168275"/>
          </a:xfrm>
          <a:prstGeom prst="rect">
            <a:avLst/>
          </a:prstGeom>
        </p:spPr>
      </p:pic>
      <p:pic>
        <p:nvPicPr>
          <p:cNvPr id="177467466" name="object 7"/>
          <p:cNvPicPr/>
          <p:nvPr/>
        </p:nvPicPr>
        <p:blipFill>
          <a:blip r:embed="rId6"/>
          <a:stretch/>
        </p:blipFill>
        <p:spPr bwMode="auto">
          <a:xfrm>
            <a:off x="678814" y="3656709"/>
            <a:ext cx="107949" cy="168275"/>
          </a:xfrm>
          <a:prstGeom prst="rect">
            <a:avLst/>
          </a:prstGeom>
        </p:spPr>
      </p:pic>
      <p:pic>
        <p:nvPicPr>
          <p:cNvPr id="1573188170" name="object 8"/>
          <p:cNvPicPr/>
          <p:nvPr/>
        </p:nvPicPr>
        <p:blipFill>
          <a:blip r:embed="rId7"/>
          <a:stretch/>
        </p:blipFill>
        <p:spPr bwMode="auto">
          <a:xfrm>
            <a:off x="1479296" y="3656709"/>
            <a:ext cx="107949" cy="168275"/>
          </a:xfrm>
          <a:prstGeom prst="rect">
            <a:avLst/>
          </a:prstGeom>
        </p:spPr>
      </p:pic>
      <p:pic>
        <p:nvPicPr>
          <p:cNvPr id="677912124" name="object 9"/>
          <p:cNvPicPr/>
          <p:nvPr/>
        </p:nvPicPr>
        <p:blipFill>
          <a:blip r:embed="rId6"/>
          <a:stretch/>
        </p:blipFill>
        <p:spPr bwMode="auto">
          <a:xfrm>
            <a:off x="1136319" y="4205351"/>
            <a:ext cx="107949" cy="168275"/>
          </a:xfrm>
          <a:prstGeom prst="rect">
            <a:avLst/>
          </a:prstGeom>
        </p:spPr>
      </p:pic>
      <p:pic>
        <p:nvPicPr>
          <p:cNvPr id="1856272554" name="object 10"/>
          <p:cNvPicPr/>
          <p:nvPr/>
        </p:nvPicPr>
        <p:blipFill>
          <a:blip r:embed="rId6"/>
          <a:stretch/>
        </p:blipFill>
        <p:spPr bwMode="auto">
          <a:xfrm>
            <a:off x="3003169" y="4205351"/>
            <a:ext cx="107949" cy="168275"/>
          </a:xfrm>
          <a:prstGeom prst="rect">
            <a:avLst/>
          </a:prstGeom>
        </p:spPr>
      </p:pic>
      <p:pic>
        <p:nvPicPr>
          <p:cNvPr id="1527814268" name="object 11"/>
          <p:cNvPicPr/>
          <p:nvPr/>
        </p:nvPicPr>
        <p:blipFill>
          <a:blip r:embed="rId5"/>
          <a:stretch/>
        </p:blipFill>
        <p:spPr bwMode="auto">
          <a:xfrm>
            <a:off x="3803526" y="4754245"/>
            <a:ext cx="107949" cy="168275"/>
          </a:xfrm>
          <a:prstGeom prst="rect">
            <a:avLst/>
          </a:prstGeom>
        </p:spPr>
      </p:pic>
      <p:pic>
        <p:nvPicPr>
          <p:cNvPr id="314297484" name="object 12"/>
          <p:cNvPicPr/>
          <p:nvPr/>
        </p:nvPicPr>
        <p:blipFill>
          <a:blip r:embed="rId5"/>
          <a:stretch/>
        </p:blipFill>
        <p:spPr bwMode="auto">
          <a:xfrm>
            <a:off x="4068916" y="4754245"/>
            <a:ext cx="107949" cy="168275"/>
          </a:xfrm>
          <a:prstGeom prst="rect">
            <a:avLst/>
          </a:prstGeom>
        </p:spPr>
      </p:pic>
      <p:pic>
        <p:nvPicPr>
          <p:cNvPr id="1987938889" name="object 13"/>
          <p:cNvPicPr/>
          <p:nvPr/>
        </p:nvPicPr>
        <p:blipFill>
          <a:blip r:embed="rId5"/>
          <a:stretch/>
        </p:blipFill>
        <p:spPr bwMode="auto">
          <a:xfrm>
            <a:off x="4736519" y="5028565"/>
            <a:ext cx="107949" cy="168275"/>
          </a:xfrm>
          <a:prstGeom prst="rect">
            <a:avLst/>
          </a:prstGeom>
        </p:spPr>
      </p:pic>
      <p:pic>
        <p:nvPicPr>
          <p:cNvPr id="1773468751" name="object 14"/>
          <p:cNvPicPr/>
          <p:nvPr/>
        </p:nvPicPr>
        <p:blipFill>
          <a:blip r:embed="rId5"/>
          <a:stretch/>
        </p:blipFill>
        <p:spPr bwMode="auto">
          <a:xfrm>
            <a:off x="5003295" y="5028565"/>
            <a:ext cx="107949" cy="168275"/>
          </a:xfrm>
          <a:prstGeom prst="rect">
            <a:avLst/>
          </a:prstGeom>
        </p:spPr>
      </p:pic>
      <p:sp>
        <p:nvSpPr>
          <p:cNvPr id="795282809" name="object 15"/>
          <p:cNvSpPr txBox="1"/>
          <p:nvPr/>
        </p:nvSpPr>
        <p:spPr bwMode="auto">
          <a:xfrm>
            <a:off x="650240" y="839851"/>
            <a:ext cx="6349365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61410" indent="266700">
              <a:lnSpc>
                <a:spcPct val="100000"/>
              </a:lnSpc>
              <a:spcBef>
                <a:spcPts val="100"/>
              </a:spcBef>
              <a:tabLst>
                <a:tab pos="412750" algn="l"/>
                <a:tab pos="812800" algn="l"/>
                <a:tab pos="2146300" algn="l"/>
              </a:tabLst>
              <a:defRPr/>
            </a:pPr>
            <a:r>
              <a:rPr sz="1800" spc="13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30">
                <a:solidFill>
                  <a:srgbClr val="A21515"/>
                </a:solidFill>
                <a:latin typeface="Trebuchet MS"/>
                <a:cs typeface="Trebuchet MS"/>
              </a:rPr>
              <a:t>&lt;ostream&gt; </a:t>
            </a:r>
            <a:r>
              <a:rPr sz="1800" spc="135">
                <a:solidFill>
                  <a:srgbClr val="A21515"/>
                </a:solidFill>
                <a:latin typeface="Trebuchet MS"/>
                <a:cs typeface="Trebuchet MS"/>
              </a:rPr>
              <a:t> </a:t>
            </a:r>
            <a:r>
              <a:rPr sz="1800" spc="195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1800" spc="15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9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1800" spc="7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25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sz="1800" spc="-16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31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8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114">
                <a:solidFill>
                  <a:srgbClr val="0000FF"/>
                </a:solidFill>
                <a:latin typeface="Trebuchet MS"/>
                <a:cs typeface="Trebuchet MS"/>
              </a:rPr>
              <a:t>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310">
                <a:latin typeface="Trebuchet MS"/>
                <a:cs typeface="Trebuchet MS"/>
              </a:rPr>
              <a:t>s</a:t>
            </a:r>
            <a:r>
              <a:rPr sz="1800" spc="160">
                <a:latin typeface="Trebuchet MS"/>
                <a:cs typeface="Trebuchet MS"/>
              </a:rPr>
              <a:t>t</a:t>
            </a:r>
            <a:r>
              <a:rPr sz="1800" spc="215">
                <a:latin typeface="Trebuchet MS"/>
                <a:cs typeface="Trebuchet MS"/>
              </a:rPr>
              <a:t>d</a:t>
            </a:r>
            <a:r>
              <a:rPr sz="1800" spc="39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 marR="4060825">
              <a:lnSpc>
                <a:spcPct val="200000"/>
              </a:lnSpc>
              <a:tabLst>
                <a:tab pos="278765" algn="l"/>
                <a:tab pos="1079500" algn="l"/>
                <a:tab pos="1478915" algn="l"/>
                <a:tab pos="1745614" algn="l"/>
                <a:tab pos="2012314" algn="l"/>
              </a:tabLst>
              <a:defRPr/>
            </a:pPr>
            <a:r>
              <a:rPr sz="1800" spc="17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1800" spc="225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-235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sz="1800" spc="-17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225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39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17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1800" spc="225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110">
                <a:latin typeface="Trebuchet MS"/>
                <a:cs typeface="Trebuchet MS"/>
              </a:rPr>
              <a:t>&lt;</a:t>
            </a:r>
            <a:r>
              <a:rPr sz="1800" spc="145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505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24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175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325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5">
                <a:solidFill>
                  <a:srgbClr val="2B91AE"/>
                </a:solidFill>
                <a:latin typeface="Trebuchet MS"/>
                <a:cs typeface="Trebuchet MS"/>
              </a:rPr>
              <a:t>T</a:t>
            </a:r>
            <a:r>
              <a:rPr sz="1800" spc="75">
                <a:latin typeface="Trebuchet MS"/>
                <a:cs typeface="Trebuchet MS"/>
              </a:rPr>
              <a:t>&gt;  </a:t>
            </a:r>
            <a:r>
              <a:rPr sz="1800" spc="5">
                <a:solidFill>
                  <a:srgbClr val="2B91AE"/>
                </a:solidFill>
                <a:latin typeface="Trebuchet MS"/>
                <a:cs typeface="Trebuchet MS"/>
              </a:rPr>
              <a:t>T	</a:t>
            </a:r>
            <a:r>
              <a:rPr sz="1800" spc="114">
                <a:latin typeface="Trebuchet MS"/>
                <a:cs typeface="Trebuchet MS"/>
              </a:rPr>
              <a:t>add(</a:t>
            </a:r>
            <a:r>
              <a:rPr sz="1800" spc="114">
                <a:solidFill>
                  <a:srgbClr val="2B91AE"/>
                </a:solidFill>
                <a:latin typeface="Trebuchet MS"/>
                <a:cs typeface="Trebuchet MS"/>
              </a:rPr>
              <a:t>T	</a:t>
            </a:r>
            <a:r>
              <a:rPr sz="1800" spc="250">
                <a:solidFill>
                  <a:srgbClr val="808080"/>
                </a:solidFill>
                <a:latin typeface="Trebuchet MS"/>
                <a:cs typeface="Trebuchet MS"/>
              </a:rPr>
              <a:t>a</a:t>
            </a:r>
            <a:r>
              <a:rPr sz="1800" spc="250">
                <a:latin typeface="Trebuchet MS"/>
                <a:cs typeface="Trebuchet MS"/>
              </a:rPr>
              <a:t>,	</a:t>
            </a:r>
            <a:r>
              <a:rPr sz="1800" spc="5">
                <a:solidFill>
                  <a:srgbClr val="2B91AE"/>
                </a:solidFill>
                <a:latin typeface="Trebuchet MS"/>
                <a:cs typeface="Trebuchet MS"/>
              </a:rPr>
              <a:t>T	</a:t>
            </a:r>
            <a:r>
              <a:rPr sz="1800" spc="220">
                <a:solidFill>
                  <a:srgbClr val="808080"/>
                </a:solidFill>
                <a:latin typeface="Trebuchet MS"/>
                <a:cs typeface="Trebuchet MS"/>
              </a:rPr>
              <a:t>b</a:t>
            </a:r>
            <a:r>
              <a:rPr sz="1800" spc="22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403985" algn="l"/>
                <a:tab pos="1670685" algn="l"/>
                <a:tab pos="1936114" algn="l"/>
              </a:tabLst>
              <a:defRPr/>
            </a:pPr>
            <a:r>
              <a:rPr sz="1800" spc="204">
                <a:solidFill>
                  <a:srgbClr val="0000FF"/>
                </a:solidFill>
                <a:latin typeface="Trebuchet MS"/>
                <a:cs typeface="Trebuchet MS"/>
              </a:rPr>
              <a:t>return	</a:t>
            </a:r>
            <a:r>
              <a:rPr sz="1800" spc="110">
                <a:solidFill>
                  <a:srgbClr val="808080"/>
                </a:solidFill>
                <a:latin typeface="Trebuchet MS"/>
                <a:cs typeface="Trebuchet MS"/>
              </a:rPr>
              <a:t>a	</a:t>
            </a:r>
            <a:r>
              <a:rPr sz="1800" spc="110">
                <a:latin typeface="Trebuchet MS"/>
                <a:cs typeface="Trebuchet MS"/>
              </a:rPr>
              <a:t>+	</a:t>
            </a:r>
            <a:r>
              <a:rPr sz="1800" spc="220">
                <a:solidFill>
                  <a:srgbClr val="808080"/>
                </a:solidFill>
                <a:latin typeface="Trebuchet MS"/>
                <a:cs typeface="Trebuchet MS"/>
              </a:rPr>
              <a:t>b</a:t>
            </a:r>
            <a:r>
              <a:rPr sz="1800" spc="22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46050">
              <a:lnSpc>
                <a:spcPct val="100000"/>
              </a:lnSpc>
              <a:tabLst>
                <a:tab pos="546100" algn="l"/>
                <a:tab pos="946785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	</a:t>
            </a:r>
            <a:r>
              <a:rPr sz="1800" spc="-170">
                <a:latin typeface="Trebuchet MS"/>
                <a:cs typeface="Trebuchet MS"/>
              </a:rPr>
              <a:t>ma	</a:t>
            </a:r>
            <a:r>
              <a:rPr sz="1800" spc="280">
                <a:latin typeface="Trebuchet MS"/>
                <a:cs typeface="Trebuchet MS"/>
              </a:rPr>
              <a:t>n()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603885">
              <a:lnSpc>
                <a:spcPct val="100000"/>
              </a:lnSpc>
              <a:tabLst>
                <a:tab pos="1003300" algn="l"/>
                <a:tab pos="1536700" algn="l"/>
                <a:tab pos="1803400" algn="l"/>
                <a:tab pos="2469515" algn="l"/>
                <a:tab pos="3536315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	</a:t>
            </a:r>
            <a:r>
              <a:rPr sz="1800" spc="165">
                <a:latin typeface="Trebuchet MS"/>
                <a:cs typeface="Trebuchet MS"/>
              </a:rPr>
              <a:t>ans	</a:t>
            </a:r>
            <a:r>
              <a:rPr sz="1800" spc="110">
                <a:latin typeface="Trebuchet MS"/>
                <a:cs typeface="Trebuchet MS"/>
              </a:rPr>
              <a:t>=	</a:t>
            </a:r>
            <a:r>
              <a:rPr sz="1800" spc="70">
                <a:latin typeface="Trebuchet MS"/>
                <a:cs typeface="Trebuchet MS"/>
              </a:rPr>
              <a:t>add&lt;	</a:t>
            </a:r>
            <a:r>
              <a:rPr sz="1800" spc="21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spc="210">
                <a:latin typeface="Trebuchet MS"/>
                <a:cs typeface="Trebuchet MS"/>
              </a:rPr>
              <a:t>&gt;(20,	</a:t>
            </a:r>
            <a:r>
              <a:rPr sz="1800" spc="245">
                <a:latin typeface="Trebuchet MS"/>
                <a:cs typeface="Trebuchet MS"/>
              </a:rPr>
              <a:t>12);</a:t>
            </a:r>
            <a:endParaRPr sz="1800">
              <a:latin typeface="Trebuchet MS"/>
              <a:cs typeface="Trebuchet MS"/>
            </a:endParaRPr>
          </a:p>
          <a:p>
            <a:pPr marL="469900" marR="804545">
              <a:lnSpc>
                <a:spcPct val="100000"/>
              </a:lnSpc>
              <a:tabLst>
                <a:tab pos="1137285" algn="l"/>
                <a:tab pos="1403985" algn="l"/>
                <a:tab pos="1536700" algn="l"/>
                <a:tab pos="2070100" algn="l"/>
                <a:tab pos="2336800" algn="l"/>
                <a:tab pos="2736215" algn="l"/>
                <a:tab pos="3536315" algn="l"/>
                <a:tab pos="4069715" algn="l"/>
                <a:tab pos="4336415" algn="l"/>
                <a:tab pos="4735830" algn="l"/>
              </a:tabLst>
              <a:defRPr/>
            </a:pPr>
            <a:r>
              <a:rPr sz="1800" spc="7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sz="1800" spc="55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sz="1800" spc="50">
                <a:solidFill>
                  <a:srgbClr val="0000FF"/>
                </a:solidFill>
                <a:latin typeface="Trebuchet MS"/>
                <a:cs typeface="Trebuchet MS"/>
              </a:rPr>
              <a:t>b</a:t>
            </a:r>
            <a:r>
              <a:rPr sz="1800" spc="295">
                <a:solidFill>
                  <a:srgbClr val="0000FF"/>
                </a:solidFill>
                <a:latin typeface="Trebuchet MS"/>
                <a:cs typeface="Trebuchet MS"/>
              </a:rPr>
              <a:t>le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90">
                <a:latin typeface="Trebuchet MS"/>
                <a:cs typeface="Trebuchet MS"/>
              </a:rPr>
              <a:t>a</a:t>
            </a:r>
            <a:r>
              <a:rPr sz="1800" spc="225">
                <a:latin typeface="Trebuchet MS"/>
                <a:cs typeface="Trebuchet MS"/>
              </a:rPr>
              <a:t>n</a:t>
            </a:r>
            <a:r>
              <a:rPr sz="1800" spc="155">
                <a:latin typeface="Trebuchet MS"/>
                <a:cs typeface="Trebuchet MS"/>
              </a:rPr>
              <a:t>s</a:t>
            </a:r>
            <a:r>
              <a:rPr sz="1800" spc="110">
                <a:latin typeface="Trebuchet MS"/>
                <a:cs typeface="Trebuchet MS"/>
              </a:rPr>
              <a:t>2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110">
                <a:latin typeface="Trebuchet MS"/>
                <a:cs typeface="Trebuchet MS"/>
              </a:rPr>
              <a:t>=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90">
                <a:latin typeface="Trebuchet MS"/>
                <a:cs typeface="Trebuchet MS"/>
              </a:rPr>
              <a:t>a</a:t>
            </a:r>
            <a:r>
              <a:rPr sz="1800" spc="50">
                <a:latin typeface="Trebuchet MS"/>
                <a:cs typeface="Trebuchet MS"/>
              </a:rPr>
              <a:t>d</a:t>
            </a:r>
            <a:r>
              <a:rPr sz="1800" spc="40">
                <a:latin typeface="Trebuchet MS"/>
                <a:cs typeface="Trebuchet MS"/>
              </a:rPr>
              <a:t>d</a:t>
            </a:r>
            <a:r>
              <a:rPr sz="1800" spc="110">
                <a:latin typeface="Trebuchet MS"/>
                <a:cs typeface="Trebuchet MS"/>
              </a:rPr>
              <a:t>&lt;</a:t>
            </a:r>
            <a:r>
              <a:rPr sz="1800" spc="35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sz="1800" spc="75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1800" spc="7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sz="1800" spc="35">
                <a:solidFill>
                  <a:srgbClr val="0000FF"/>
                </a:solidFill>
                <a:latin typeface="Trebuchet MS"/>
                <a:cs typeface="Trebuchet MS"/>
              </a:rPr>
              <a:t>b</a:t>
            </a:r>
            <a:r>
              <a:rPr sz="1800" spc="204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37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295">
                <a:latin typeface="Trebuchet MS"/>
                <a:cs typeface="Trebuchet MS"/>
              </a:rPr>
              <a:t>&gt;</a:t>
            </a:r>
            <a:r>
              <a:rPr sz="1800" spc="195">
                <a:latin typeface="Trebuchet MS"/>
                <a:cs typeface="Trebuchet MS"/>
              </a:rPr>
              <a:t>(</a:t>
            </a:r>
            <a:r>
              <a:rPr sz="1800" spc="110">
                <a:latin typeface="Trebuchet MS"/>
                <a:cs typeface="Trebuchet MS"/>
              </a:rPr>
              <a:t>1</a:t>
            </a:r>
            <a:r>
              <a:rPr sz="1800" spc="100">
                <a:latin typeface="Trebuchet MS"/>
                <a:cs typeface="Trebuchet MS"/>
              </a:rPr>
              <a:t>2</a:t>
            </a:r>
            <a:r>
              <a:rPr sz="1800" spc="204">
                <a:latin typeface="Trebuchet MS"/>
                <a:cs typeface="Trebuchet MS"/>
              </a:rPr>
              <a:t>.</a:t>
            </a:r>
            <a:r>
              <a:rPr sz="1800" spc="285">
                <a:latin typeface="Trebuchet MS"/>
                <a:cs typeface="Trebuchet MS"/>
              </a:rPr>
              <a:t>3</a:t>
            </a:r>
            <a:r>
              <a:rPr sz="1800" spc="390">
                <a:latin typeface="Trebuchet MS"/>
                <a:cs typeface="Trebuchet MS"/>
              </a:rPr>
              <a:t>,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95">
                <a:latin typeface="Trebuchet MS"/>
                <a:cs typeface="Trebuchet MS"/>
              </a:rPr>
              <a:t>3</a:t>
            </a:r>
            <a:r>
              <a:rPr sz="1800" spc="295">
                <a:latin typeface="Trebuchet MS"/>
                <a:cs typeface="Trebuchet MS"/>
              </a:rPr>
              <a:t>4</a:t>
            </a:r>
            <a:r>
              <a:rPr sz="1800" spc="195">
                <a:latin typeface="Trebuchet MS"/>
                <a:cs typeface="Trebuchet MS"/>
              </a:rPr>
              <a:t>.</a:t>
            </a:r>
            <a:r>
              <a:rPr sz="1800" spc="295">
                <a:latin typeface="Trebuchet MS"/>
                <a:cs typeface="Trebuchet MS"/>
              </a:rPr>
              <a:t>3</a:t>
            </a:r>
            <a:r>
              <a:rPr sz="1800" spc="195">
                <a:latin typeface="Trebuchet MS"/>
                <a:cs typeface="Trebuchet MS"/>
              </a:rPr>
              <a:t>)</a:t>
            </a:r>
            <a:r>
              <a:rPr sz="1800" spc="345">
                <a:latin typeface="Trebuchet MS"/>
                <a:cs typeface="Trebuchet MS"/>
              </a:rPr>
              <a:t>;  </a:t>
            </a:r>
            <a:r>
              <a:rPr sz="1800" spc="160">
                <a:latin typeface="Trebuchet MS"/>
                <a:cs typeface="Trebuchet MS"/>
              </a:rPr>
              <a:t>cout	</a:t>
            </a:r>
            <a:r>
              <a:rPr sz="1800" spc="10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254">
                <a:solidFill>
                  <a:srgbClr val="A21515"/>
                </a:solidFill>
                <a:latin typeface="Trebuchet MS"/>
                <a:cs typeface="Trebuchet MS"/>
              </a:rPr>
              <a:t>"Integer	</a:t>
            </a:r>
            <a:r>
              <a:rPr sz="1800" spc="100">
                <a:solidFill>
                  <a:srgbClr val="A21515"/>
                </a:solidFill>
                <a:latin typeface="Trebuchet MS"/>
                <a:cs typeface="Trebuchet MS"/>
              </a:rPr>
              <a:t>Addt	</a:t>
            </a:r>
            <a:r>
              <a:rPr sz="1800" spc="180">
                <a:solidFill>
                  <a:srgbClr val="A21515"/>
                </a:solidFill>
                <a:latin typeface="Trebuchet MS"/>
                <a:cs typeface="Trebuchet MS"/>
              </a:rPr>
              <a:t>on:	</a:t>
            </a:r>
            <a:r>
              <a:rPr sz="1800" spc="470">
                <a:solidFill>
                  <a:srgbClr val="A21515"/>
                </a:solidFill>
                <a:latin typeface="Trebuchet MS"/>
                <a:cs typeface="Trebuchet MS"/>
              </a:rPr>
              <a:t>"	</a:t>
            </a:r>
            <a:r>
              <a:rPr sz="1800" spc="10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220">
                <a:latin typeface="Trebuchet MS"/>
                <a:cs typeface="Trebuchet MS"/>
              </a:rPr>
              <a:t>ans;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  <a:tab pos="2202815" algn="l"/>
                <a:tab pos="2603500" algn="l"/>
                <a:tab pos="3669029" algn="l"/>
                <a:tab pos="5003165" algn="l"/>
                <a:tab pos="5269230" algn="l"/>
                <a:tab pos="5668645" algn="l"/>
              </a:tabLst>
              <a:defRPr/>
            </a:pPr>
            <a:r>
              <a:rPr sz="1800" spc="160">
                <a:latin typeface="Trebuchet MS"/>
                <a:cs typeface="Trebuchet MS"/>
              </a:rPr>
              <a:t>cout	</a:t>
            </a:r>
            <a:r>
              <a:rPr sz="1800" spc="10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170">
                <a:latin typeface="Trebuchet MS"/>
                <a:cs typeface="Trebuchet MS"/>
              </a:rPr>
              <a:t>endl	</a:t>
            </a:r>
            <a:r>
              <a:rPr sz="1800" spc="11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165">
                <a:solidFill>
                  <a:srgbClr val="A21515"/>
                </a:solidFill>
                <a:latin typeface="Trebuchet MS"/>
                <a:cs typeface="Trebuchet MS"/>
              </a:rPr>
              <a:t>"Double	</a:t>
            </a:r>
            <a:r>
              <a:rPr sz="1800" spc="210">
                <a:solidFill>
                  <a:srgbClr val="A21515"/>
                </a:solidFill>
                <a:latin typeface="Trebuchet MS"/>
                <a:cs typeface="Trebuchet MS"/>
              </a:rPr>
              <a:t>Addton:	</a:t>
            </a:r>
            <a:r>
              <a:rPr sz="1800" spc="470">
                <a:solidFill>
                  <a:srgbClr val="A21515"/>
                </a:solidFill>
                <a:latin typeface="Trebuchet MS"/>
                <a:cs typeface="Trebuchet MS"/>
              </a:rPr>
              <a:t>"	</a:t>
            </a:r>
            <a:r>
              <a:rPr sz="1800" spc="10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195">
                <a:latin typeface="Trebuchet MS"/>
                <a:cs typeface="Trebuchet MS"/>
              </a:rPr>
              <a:t>ans2;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6058884" name="object 2"/>
          <p:cNvGrpSpPr/>
          <p:nvPr/>
        </p:nvGrpSpPr>
        <p:grpSpPr bwMode="auto">
          <a:xfrm>
            <a:off x="481050" y="870203"/>
            <a:ext cx="248920" cy="168275"/>
            <a:chOff x="481050" y="870203"/>
            <a:chExt cx="248920" cy="16827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621553" y="870203"/>
              <a:ext cx="107949" cy="1682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481050" y="879728"/>
              <a:ext cx="114300" cy="158750"/>
            </a:xfrm>
            <a:prstGeom prst="rect">
              <a:avLst/>
            </a:prstGeom>
          </p:spPr>
        </p:pic>
      </p:grpSp>
      <p:pic>
        <p:nvPicPr>
          <p:cNvPr id="1514628677" name="object 5"/>
          <p:cNvPicPr/>
          <p:nvPr/>
        </p:nvPicPr>
        <p:blipFill>
          <a:blip r:embed="rId5"/>
          <a:stretch/>
        </p:blipFill>
        <p:spPr bwMode="auto">
          <a:xfrm>
            <a:off x="1688632" y="870203"/>
            <a:ext cx="107949" cy="168275"/>
          </a:xfrm>
          <a:prstGeom prst="rect">
            <a:avLst/>
          </a:prstGeom>
        </p:spPr>
      </p:pic>
      <p:pic>
        <p:nvPicPr>
          <p:cNvPr id="213700505" name="object 6"/>
          <p:cNvPicPr/>
          <p:nvPr/>
        </p:nvPicPr>
        <p:blipFill>
          <a:blip r:embed="rId6"/>
          <a:stretch/>
        </p:blipFill>
        <p:spPr bwMode="auto">
          <a:xfrm>
            <a:off x="754176" y="1144777"/>
            <a:ext cx="107949" cy="168275"/>
          </a:xfrm>
          <a:prstGeom prst="rect">
            <a:avLst/>
          </a:prstGeom>
        </p:spPr>
      </p:pic>
      <p:pic>
        <p:nvPicPr>
          <p:cNvPr id="391577369" name="object 7"/>
          <p:cNvPicPr/>
          <p:nvPr/>
        </p:nvPicPr>
        <p:blipFill>
          <a:blip r:embed="rId6"/>
          <a:stretch/>
        </p:blipFill>
        <p:spPr bwMode="auto">
          <a:xfrm>
            <a:off x="487400" y="2242057"/>
            <a:ext cx="107949" cy="168275"/>
          </a:xfrm>
          <a:prstGeom prst="rect">
            <a:avLst/>
          </a:prstGeom>
        </p:spPr>
      </p:pic>
      <p:pic>
        <p:nvPicPr>
          <p:cNvPr id="354743686" name="object 8"/>
          <p:cNvPicPr/>
          <p:nvPr/>
        </p:nvPicPr>
        <p:blipFill>
          <a:blip r:embed="rId6"/>
          <a:stretch/>
        </p:blipFill>
        <p:spPr bwMode="auto">
          <a:xfrm>
            <a:off x="487400" y="3614039"/>
            <a:ext cx="107949" cy="168275"/>
          </a:xfrm>
          <a:prstGeom prst="rect">
            <a:avLst/>
          </a:prstGeom>
        </p:spPr>
      </p:pic>
      <p:pic>
        <p:nvPicPr>
          <p:cNvPr id="215395101" name="object 9"/>
          <p:cNvPicPr/>
          <p:nvPr/>
        </p:nvPicPr>
        <p:blipFill>
          <a:blip r:embed="rId7"/>
          <a:stretch/>
        </p:blipFill>
        <p:spPr bwMode="auto">
          <a:xfrm>
            <a:off x="1287779" y="3614039"/>
            <a:ext cx="107949" cy="168275"/>
          </a:xfrm>
          <a:prstGeom prst="rect">
            <a:avLst/>
          </a:prstGeom>
        </p:spPr>
      </p:pic>
      <p:pic>
        <p:nvPicPr>
          <p:cNvPr id="1028340842" name="object 10"/>
          <p:cNvPicPr/>
          <p:nvPr/>
        </p:nvPicPr>
        <p:blipFill>
          <a:blip r:embed="rId6"/>
          <a:stretch/>
        </p:blipFill>
        <p:spPr bwMode="auto">
          <a:xfrm>
            <a:off x="944905" y="4162933"/>
            <a:ext cx="107949" cy="168275"/>
          </a:xfrm>
          <a:prstGeom prst="rect">
            <a:avLst/>
          </a:prstGeom>
        </p:spPr>
      </p:pic>
      <p:pic>
        <p:nvPicPr>
          <p:cNvPr id="293471555" name="object 11"/>
          <p:cNvPicPr/>
          <p:nvPr/>
        </p:nvPicPr>
        <p:blipFill>
          <a:blip r:embed="rId6"/>
          <a:stretch/>
        </p:blipFill>
        <p:spPr bwMode="auto">
          <a:xfrm>
            <a:off x="2811779" y="4162933"/>
            <a:ext cx="107949" cy="168275"/>
          </a:xfrm>
          <a:prstGeom prst="rect">
            <a:avLst/>
          </a:prstGeom>
        </p:spPr>
      </p:pic>
      <p:pic>
        <p:nvPicPr>
          <p:cNvPr id="2041212301" name="object 12"/>
          <p:cNvPicPr/>
          <p:nvPr/>
        </p:nvPicPr>
        <p:blipFill>
          <a:blip r:embed="rId6"/>
          <a:stretch/>
        </p:blipFill>
        <p:spPr bwMode="auto">
          <a:xfrm>
            <a:off x="3345560" y="4162933"/>
            <a:ext cx="107949" cy="168275"/>
          </a:xfrm>
          <a:prstGeom prst="rect">
            <a:avLst/>
          </a:prstGeom>
        </p:spPr>
      </p:pic>
      <p:pic>
        <p:nvPicPr>
          <p:cNvPr id="1425334413" name="object 13"/>
          <p:cNvPicPr/>
          <p:nvPr/>
        </p:nvPicPr>
        <p:blipFill>
          <a:blip r:embed="rId6"/>
          <a:stretch/>
        </p:blipFill>
        <p:spPr bwMode="auto">
          <a:xfrm>
            <a:off x="4278248" y="4437253"/>
            <a:ext cx="107949" cy="168275"/>
          </a:xfrm>
          <a:prstGeom prst="rect">
            <a:avLst/>
          </a:prstGeom>
        </p:spPr>
      </p:pic>
      <p:pic>
        <p:nvPicPr>
          <p:cNvPr id="1163558178" name="object 14"/>
          <p:cNvPicPr/>
          <p:nvPr/>
        </p:nvPicPr>
        <p:blipFill>
          <a:blip r:embed="rId5"/>
          <a:stretch/>
        </p:blipFill>
        <p:spPr bwMode="auto">
          <a:xfrm>
            <a:off x="3611753" y="4711572"/>
            <a:ext cx="107949" cy="168275"/>
          </a:xfrm>
          <a:prstGeom prst="rect">
            <a:avLst/>
          </a:prstGeom>
        </p:spPr>
      </p:pic>
      <p:pic>
        <p:nvPicPr>
          <p:cNvPr id="1953812557" name="object 15"/>
          <p:cNvPicPr/>
          <p:nvPr/>
        </p:nvPicPr>
        <p:blipFill>
          <a:blip r:embed="rId5"/>
          <a:stretch/>
        </p:blipFill>
        <p:spPr bwMode="auto">
          <a:xfrm>
            <a:off x="3876810" y="4711572"/>
            <a:ext cx="107949" cy="168275"/>
          </a:xfrm>
          <a:prstGeom prst="rect">
            <a:avLst/>
          </a:prstGeom>
        </p:spPr>
      </p:pic>
      <p:pic>
        <p:nvPicPr>
          <p:cNvPr id="247860264" name="object 16"/>
          <p:cNvPicPr/>
          <p:nvPr/>
        </p:nvPicPr>
        <p:blipFill>
          <a:blip r:embed="rId5"/>
          <a:stretch/>
        </p:blipFill>
        <p:spPr bwMode="auto">
          <a:xfrm>
            <a:off x="4545129" y="4986146"/>
            <a:ext cx="107949" cy="168275"/>
          </a:xfrm>
          <a:prstGeom prst="rect">
            <a:avLst/>
          </a:prstGeom>
        </p:spPr>
      </p:pic>
      <p:pic>
        <p:nvPicPr>
          <p:cNvPr id="2103349709" name="object 17"/>
          <p:cNvPicPr/>
          <p:nvPr/>
        </p:nvPicPr>
        <p:blipFill>
          <a:blip r:embed="rId5"/>
          <a:stretch/>
        </p:blipFill>
        <p:spPr bwMode="auto">
          <a:xfrm>
            <a:off x="4811906" y="4986146"/>
            <a:ext cx="107949" cy="168275"/>
          </a:xfrm>
          <a:prstGeom prst="rect">
            <a:avLst/>
          </a:prstGeom>
        </p:spPr>
      </p:pic>
      <p:sp>
        <p:nvSpPr>
          <p:cNvPr id="2091491798" name="object 18"/>
          <p:cNvSpPr txBox="1"/>
          <p:nvPr/>
        </p:nvSpPr>
        <p:spPr bwMode="auto">
          <a:xfrm>
            <a:off x="458825" y="796874"/>
            <a:ext cx="6350000" cy="4744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648710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3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30">
                <a:solidFill>
                  <a:srgbClr val="A21515"/>
                </a:solidFill>
                <a:latin typeface="Trebuchet MS"/>
                <a:cs typeface="Trebuchet MS"/>
              </a:rPr>
              <a:t>&lt;ostream&gt;</a:t>
            </a:r>
            <a:endParaRPr sz="1800">
              <a:latin typeface="Trebuchet MS"/>
              <a:cs typeface="Trebuchet MS"/>
            </a:endParaRPr>
          </a:p>
          <a:p>
            <a:pPr marR="3648710" algn="ctr">
              <a:lnSpc>
                <a:spcPct val="100000"/>
              </a:lnSpc>
              <a:spcBef>
                <a:spcPts val="5"/>
              </a:spcBef>
              <a:tabLst>
                <a:tab pos="400050" algn="l"/>
                <a:tab pos="800100" algn="l"/>
                <a:tab pos="2133600" algn="l"/>
              </a:tabLst>
              <a:defRPr/>
            </a:pPr>
            <a:r>
              <a:rPr sz="1800" spc="195">
                <a:solidFill>
                  <a:srgbClr val="0000FF"/>
                </a:solidFill>
                <a:latin typeface="Trebuchet MS"/>
                <a:cs typeface="Trebuchet MS"/>
              </a:rPr>
              <a:t>us	</a:t>
            </a: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ng	</a:t>
            </a:r>
            <a:r>
              <a:rPr sz="1800" spc="50">
                <a:solidFill>
                  <a:srgbClr val="0000FF"/>
                </a:solidFill>
                <a:latin typeface="Trebuchet MS"/>
                <a:cs typeface="Trebuchet MS"/>
              </a:rPr>
              <a:t>namespace	</a:t>
            </a:r>
            <a:r>
              <a:rPr sz="1800" spc="270">
                <a:latin typeface="Trebuchet MS"/>
                <a:cs typeface="Trebuchet MS"/>
              </a:rPr>
              <a:t>std;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012314" algn="l"/>
                <a:tab pos="3211830" algn="l"/>
              </a:tabLst>
              <a:defRPr/>
            </a:pPr>
            <a:r>
              <a:rPr sz="1800" spc="180">
                <a:solidFill>
                  <a:srgbClr val="0000FF"/>
                </a:solidFill>
                <a:latin typeface="Trebuchet MS"/>
                <a:cs typeface="Trebuchet MS"/>
              </a:rPr>
              <a:t>template</a:t>
            </a:r>
            <a:r>
              <a:rPr sz="1800" spc="180">
                <a:latin typeface="Trebuchet MS"/>
                <a:cs typeface="Trebuchet MS"/>
              </a:rPr>
              <a:t>&lt;</a:t>
            </a:r>
            <a:r>
              <a:rPr sz="1800" spc="180">
                <a:solidFill>
                  <a:srgbClr val="0000FF"/>
                </a:solidFill>
                <a:latin typeface="Trebuchet MS"/>
                <a:cs typeface="Trebuchet MS"/>
              </a:rPr>
              <a:t>class	</a:t>
            </a:r>
            <a:r>
              <a:rPr sz="1800" spc="235">
                <a:solidFill>
                  <a:srgbClr val="2B91AE"/>
                </a:solidFill>
                <a:latin typeface="Trebuchet MS"/>
                <a:cs typeface="Trebuchet MS"/>
              </a:rPr>
              <a:t>T1</a:t>
            </a:r>
            <a:r>
              <a:rPr sz="1800" spc="235">
                <a:latin typeface="Trebuchet MS"/>
                <a:cs typeface="Trebuchet MS"/>
              </a:rPr>
              <a:t>,</a:t>
            </a:r>
            <a:r>
              <a:rPr sz="1800" spc="235">
                <a:solidFill>
                  <a:srgbClr val="0000FF"/>
                </a:solidFill>
                <a:latin typeface="Trebuchet MS"/>
                <a:cs typeface="Trebuchet MS"/>
              </a:rPr>
              <a:t>class	</a:t>
            </a:r>
            <a:r>
              <a:rPr sz="1800" spc="70">
                <a:solidFill>
                  <a:srgbClr val="2B91AE"/>
                </a:solidFill>
                <a:latin typeface="Trebuchet MS"/>
                <a:cs typeface="Trebuchet MS"/>
              </a:rPr>
              <a:t>T2</a:t>
            </a:r>
            <a:r>
              <a:rPr sz="1800" spc="70">
                <a:latin typeface="Trebuchet MS"/>
                <a:cs typeface="Trebuchet MS"/>
              </a:rPr>
              <a:t>&gt;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46685">
              <a:lnSpc>
                <a:spcPct val="100000"/>
              </a:lnSpc>
              <a:tabLst>
                <a:tab pos="546100" algn="l"/>
                <a:tab pos="1478915" algn="l"/>
                <a:tab pos="1879600" algn="l"/>
                <a:tab pos="2279015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	</a:t>
            </a:r>
            <a:r>
              <a:rPr sz="1800" spc="114">
                <a:latin typeface="Trebuchet MS"/>
                <a:cs typeface="Trebuchet MS"/>
              </a:rPr>
              <a:t>add(</a:t>
            </a:r>
            <a:r>
              <a:rPr sz="1800" spc="114">
                <a:solidFill>
                  <a:srgbClr val="2B91AE"/>
                </a:solidFill>
                <a:latin typeface="Trebuchet MS"/>
                <a:cs typeface="Trebuchet MS"/>
              </a:rPr>
              <a:t>T1	</a:t>
            </a:r>
            <a:r>
              <a:rPr sz="1800" spc="250">
                <a:solidFill>
                  <a:srgbClr val="808080"/>
                </a:solidFill>
                <a:latin typeface="Trebuchet MS"/>
                <a:cs typeface="Trebuchet MS"/>
              </a:rPr>
              <a:t>a</a:t>
            </a:r>
            <a:r>
              <a:rPr sz="1800" spc="250">
                <a:latin typeface="Trebuchet MS"/>
                <a:cs typeface="Trebuchet MS"/>
              </a:rPr>
              <a:t>,	</a:t>
            </a:r>
            <a:r>
              <a:rPr sz="1800" spc="50">
                <a:solidFill>
                  <a:srgbClr val="2B91AE"/>
                </a:solidFill>
                <a:latin typeface="Trebuchet MS"/>
                <a:cs typeface="Trebuchet MS"/>
              </a:rPr>
              <a:t>T2	</a:t>
            </a:r>
            <a:r>
              <a:rPr sz="1800" spc="220">
                <a:solidFill>
                  <a:srgbClr val="808080"/>
                </a:solidFill>
                <a:latin typeface="Trebuchet MS"/>
                <a:cs typeface="Trebuchet MS"/>
              </a:rPr>
              <a:t>b</a:t>
            </a:r>
            <a:r>
              <a:rPr sz="1800" spc="22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403985" algn="l"/>
                <a:tab pos="1670685" algn="l"/>
                <a:tab pos="1936114" algn="l"/>
              </a:tabLst>
              <a:defRPr/>
            </a:pPr>
            <a:r>
              <a:rPr sz="1800" spc="204">
                <a:solidFill>
                  <a:srgbClr val="0000FF"/>
                </a:solidFill>
                <a:latin typeface="Trebuchet MS"/>
                <a:cs typeface="Trebuchet MS"/>
              </a:rPr>
              <a:t>return	</a:t>
            </a:r>
            <a:r>
              <a:rPr sz="1800" spc="105">
                <a:solidFill>
                  <a:srgbClr val="808080"/>
                </a:solidFill>
                <a:latin typeface="Trebuchet MS"/>
                <a:cs typeface="Trebuchet MS"/>
              </a:rPr>
              <a:t>a	</a:t>
            </a:r>
            <a:r>
              <a:rPr sz="1800" spc="110">
                <a:latin typeface="Trebuchet MS"/>
                <a:cs typeface="Trebuchet MS"/>
              </a:rPr>
              <a:t>+	</a:t>
            </a:r>
            <a:r>
              <a:rPr sz="1800" spc="220">
                <a:solidFill>
                  <a:srgbClr val="808080"/>
                </a:solidFill>
                <a:latin typeface="Trebuchet MS"/>
                <a:cs typeface="Trebuchet MS"/>
              </a:rPr>
              <a:t>b</a:t>
            </a:r>
            <a:r>
              <a:rPr sz="1800" spc="22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46685">
              <a:lnSpc>
                <a:spcPct val="100000"/>
              </a:lnSpc>
              <a:tabLst>
                <a:tab pos="546100" algn="l"/>
                <a:tab pos="946785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	</a:t>
            </a:r>
            <a:r>
              <a:rPr sz="1800" spc="-165">
                <a:latin typeface="Trebuchet MS"/>
                <a:cs typeface="Trebuchet MS"/>
              </a:rPr>
              <a:t>ma	</a:t>
            </a:r>
            <a:r>
              <a:rPr sz="1800" spc="280">
                <a:latin typeface="Trebuchet MS"/>
                <a:cs typeface="Trebuchet MS"/>
              </a:rPr>
              <a:t>n()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603885">
              <a:lnSpc>
                <a:spcPct val="100000"/>
              </a:lnSpc>
              <a:tabLst>
                <a:tab pos="1003300" algn="l"/>
                <a:tab pos="1536700" algn="l"/>
                <a:tab pos="1803400" algn="l"/>
                <a:tab pos="2469515" algn="l"/>
                <a:tab pos="3002915" algn="l"/>
                <a:tab pos="4069715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	</a:t>
            </a:r>
            <a:r>
              <a:rPr sz="1800" spc="165">
                <a:latin typeface="Trebuchet MS"/>
                <a:cs typeface="Trebuchet MS"/>
              </a:rPr>
              <a:t>ans	</a:t>
            </a:r>
            <a:r>
              <a:rPr sz="1800" spc="110">
                <a:latin typeface="Trebuchet MS"/>
                <a:cs typeface="Trebuchet MS"/>
              </a:rPr>
              <a:t>=	</a:t>
            </a:r>
            <a:r>
              <a:rPr sz="1800" spc="70">
                <a:latin typeface="Trebuchet MS"/>
                <a:cs typeface="Trebuchet MS"/>
              </a:rPr>
              <a:t>add&lt;	</a:t>
            </a:r>
            <a:r>
              <a:rPr sz="1800" spc="26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spc="265">
                <a:latin typeface="Trebuchet MS"/>
                <a:cs typeface="Trebuchet MS"/>
              </a:rPr>
              <a:t>,	</a:t>
            </a:r>
            <a:r>
              <a:rPr sz="1800" spc="21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spc="210">
                <a:latin typeface="Trebuchet MS"/>
                <a:cs typeface="Trebuchet MS"/>
              </a:rPr>
              <a:t>&gt;(20,	</a:t>
            </a:r>
            <a:r>
              <a:rPr sz="1800" spc="245">
                <a:latin typeface="Trebuchet MS"/>
                <a:cs typeface="Trebuchet MS"/>
              </a:rPr>
              <a:t>12);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403985" algn="l"/>
                <a:tab pos="2070100" algn="l"/>
                <a:tab pos="2336800" algn="l"/>
                <a:tab pos="3935729" algn="l"/>
                <a:tab pos="5269230" algn="l"/>
              </a:tabLst>
              <a:defRPr/>
            </a:pPr>
            <a:r>
              <a:rPr sz="1800" spc="140">
                <a:solidFill>
                  <a:srgbClr val="0000FF"/>
                </a:solidFill>
                <a:latin typeface="Trebuchet MS"/>
                <a:cs typeface="Trebuchet MS"/>
              </a:rPr>
              <a:t>double	</a:t>
            </a:r>
            <a:r>
              <a:rPr sz="1800" spc="145">
                <a:latin typeface="Trebuchet MS"/>
                <a:cs typeface="Trebuchet MS"/>
              </a:rPr>
              <a:t>ans2	</a:t>
            </a:r>
            <a:r>
              <a:rPr sz="1800" spc="110">
                <a:latin typeface="Trebuchet MS"/>
                <a:cs typeface="Trebuchet MS"/>
              </a:rPr>
              <a:t>=	</a:t>
            </a:r>
            <a:r>
              <a:rPr sz="1800" spc="135">
                <a:latin typeface="Trebuchet MS"/>
                <a:cs typeface="Trebuchet MS"/>
              </a:rPr>
              <a:t>add&lt;</a:t>
            </a:r>
            <a:r>
              <a:rPr sz="1800" spc="135">
                <a:solidFill>
                  <a:srgbClr val="0000FF"/>
                </a:solidFill>
                <a:latin typeface="Trebuchet MS"/>
                <a:cs typeface="Trebuchet MS"/>
              </a:rPr>
              <a:t>double</a:t>
            </a:r>
            <a:r>
              <a:rPr sz="1800" spc="135">
                <a:latin typeface="Trebuchet MS"/>
                <a:cs typeface="Trebuchet MS"/>
              </a:rPr>
              <a:t>,	</a:t>
            </a:r>
            <a:r>
              <a:rPr sz="1800" spc="22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spc="220">
                <a:latin typeface="Trebuchet MS"/>
                <a:cs typeface="Trebuchet MS"/>
              </a:rPr>
              <a:t>&gt;(12.3,	</a:t>
            </a:r>
            <a:r>
              <a:rPr sz="1800" spc="245">
                <a:latin typeface="Trebuchet MS"/>
                <a:cs typeface="Trebuchet MS"/>
              </a:rPr>
              <a:t>34);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  <a:tab pos="2735580" algn="l"/>
                <a:tab pos="3535679" algn="l"/>
                <a:tab pos="4069079" algn="l"/>
                <a:tab pos="4336415" algn="l"/>
                <a:tab pos="4735830" algn="l"/>
              </a:tabLst>
              <a:defRPr/>
            </a:pPr>
            <a:r>
              <a:rPr sz="1800" spc="160">
                <a:latin typeface="Trebuchet MS"/>
                <a:cs typeface="Trebuchet MS"/>
              </a:rPr>
              <a:t>cout	</a:t>
            </a:r>
            <a:r>
              <a:rPr sz="1800" spc="10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250">
                <a:solidFill>
                  <a:srgbClr val="A21515"/>
                </a:solidFill>
                <a:latin typeface="Trebuchet MS"/>
                <a:cs typeface="Trebuchet MS"/>
              </a:rPr>
              <a:t>"Integer	</a:t>
            </a:r>
            <a:r>
              <a:rPr sz="1800" spc="100">
                <a:solidFill>
                  <a:srgbClr val="A21515"/>
                </a:solidFill>
                <a:latin typeface="Trebuchet MS"/>
                <a:cs typeface="Trebuchet MS"/>
              </a:rPr>
              <a:t>Addt	</a:t>
            </a:r>
            <a:r>
              <a:rPr sz="1800" spc="180">
                <a:solidFill>
                  <a:srgbClr val="A21515"/>
                </a:solidFill>
                <a:latin typeface="Trebuchet MS"/>
                <a:cs typeface="Trebuchet MS"/>
              </a:rPr>
              <a:t>on:	</a:t>
            </a:r>
            <a:r>
              <a:rPr sz="1800" spc="470">
                <a:solidFill>
                  <a:srgbClr val="A21515"/>
                </a:solidFill>
                <a:latin typeface="Trebuchet MS"/>
                <a:cs typeface="Trebuchet MS"/>
              </a:rPr>
              <a:t>"	</a:t>
            </a:r>
            <a:r>
              <a:rPr sz="1800" spc="10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220">
                <a:latin typeface="Trebuchet MS"/>
                <a:cs typeface="Trebuchet MS"/>
              </a:rPr>
              <a:t>ans;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  <a:tab pos="2202815" algn="l"/>
                <a:tab pos="2603500" algn="l"/>
                <a:tab pos="3669029" algn="l"/>
                <a:tab pos="5003165" algn="l"/>
                <a:tab pos="5269230" algn="l"/>
                <a:tab pos="5668645" algn="l"/>
              </a:tabLst>
              <a:defRPr/>
            </a:pPr>
            <a:r>
              <a:rPr sz="1800" spc="160">
                <a:latin typeface="Trebuchet MS"/>
                <a:cs typeface="Trebuchet MS"/>
              </a:rPr>
              <a:t>cout	</a:t>
            </a:r>
            <a:r>
              <a:rPr sz="1800" spc="10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170">
                <a:latin typeface="Trebuchet MS"/>
                <a:cs typeface="Trebuchet MS"/>
              </a:rPr>
              <a:t>endl	</a:t>
            </a:r>
            <a:r>
              <a:rPr sz="1800" spc="11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165">
                <a:solidFill>
                  <a:srgbClr val="A21515"/>
                </a:solidFill>
                <a:latin typeface="Trebuchet MS"/>
                <a:cs typeface="Trebuchet MS"/>
              </a:rPr>
              <a:t>"Double	</a:t>
            </a:r>
            <a:r>
              <a:rPr sz="1800" spc="210">
                <a:solidFill>
                  <a:srgbClr val="A21515"/>
                </a:solidFill>
                <a:latin typeface="Trebuchet MS"/>
                <a:cs typeface="Trebuchet MS"/>
              </a:rPr>
              <a:t>Addton:	</a:t>
            </a:r>
            <a:r>
              <a:rPr sz="1800" spc="470">
                <a:solidFill>
                  <a:srgbClr val="A21515"/>
                </a:solidFill>
                <a:latin typeface="Trebuchet MS"/>
                <a:cs typeface="Trebuchet MS"/>
              </a:rPr>
              <a:t>"	</a:t>
            </a:r>
            <a:r>
              <a:rPr sz="1800" spc="100">
                <a:solidFill>
                  <a:srgbClr val="008080"/>
                </a:solidFill>
                <a:latin typeface="Trebuchet MS"/>
                <a:cs typeface="Trebuchet MS"/>
              </a:rPr>
              <a:t>&lt;&lt;	</a:t>
            </a:r>
            <a:r>
              <a:rPr sz="1800" spc="195">
                <a:latin typeface="Trebuchet MS"/>
                <a:cs typeface="Trebuchet MS"/>
              </a:rPr>
              <a:t>ans2;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36012578" name="object 2"/>
          <p:cNvGrpSpPr/>
          <p:nvPr/>
        </p:nvGrpSpPr>
        <p:grpSpPr bwMode="auto">
          <a:xfrm>
            <a:off x="619429" y="742823"/>
            <a:ext cx="248285" cy="168275"/>
            <a:chOff x="619429" y="742823"/>
            <a:chExt cx="248285" cy="16827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759753" y="742823"/>
              <a:ext cx="107949" cy="1682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619429" y="752348"/>
              <a:ext cx="114300" cy="158750"/>
            </a:xfrm>
            <a:prstGeom prst="rect">
              <a:avLst/>
            </a:prstGeom>
          </p:spPr>
        </p:pic>
      </p:grpSp>
      <p:pic>
        <p:nvPicPr>
          <p:cNvPr id="284173028" name="object 5"/>
          <p:cNvPicPr/>
          <p:nvPr/>
        </p:nvPicPr>
        <p:blipFill>
          <a:blip r:embed="rId5"/>
          <a:stretch/>
        </p:blipFill>
        <p:spPr bwMode="auto">
          <a:xfrm>
            <a:off x="1826502" y="742823"/>
            <a:ext cx="107949" cy="168275"/>
          </a:xfrm>
          <a:prstGeom prst="rect">
            <a:avLst/>
          </a:prstGeom>
        </p:spPr>
      </p:pic>
      <p:pic>
        <p:nvPicPr>
          <p:cNvPr id="115767898" name="object 6"/>
          <p:cNvPicPr/>
          <p:nvPr/>
        </p:nvPicPr>
        <p:blipFill>
          <a:blip r:embed="rId6"/>
          <a:stretch/>
        </p:blipFill>
        <p:spPr bwMode="auto">
          <a:xfrm>
            <a:off x="892555" y="1017141"/>
            <a:ext cx="107949" cy="168275"/>
          </a:xfrm>
          <a:prstGeom prst="rect">
            <a:avLst/>
          </a:prstGeom>
        </p:spPr>
      </p:pic>
      <p:pic>
        <p:nvPicPr>
          <p:cNvPr id="1524081509" name="object 7"/>
          <p:cNvPicPr/>
          <p:nvPr/>
        </p:nvPicPr>
        <p:blipFill>
          <a:blip r:embed="rId6"/>
          <a:stretch/>
        </p:blipFill>
        <p:spPr bwMode="auto">
          <a:xfrm>
            <a:off x="892555" y="2114676"/>
            <a:ext cx="107949" cy="168275"/>
          </a:xfrm>
          <a:prstGeom prst="rect">
            <a:avLst/>
          </a:prstGeom>
        </p:spPr>
      </p:pic>
      <p:pic>
        <p:nvPicPr>
          <p:cNvPr id="1954464347" name="object 8"/>
          <p:cNvPicPr/>
          <p:nvPr/>
        </p:nvPicPr>
        <p:blipFill>
          <a:blip r:embed="rId6"/>
          <a:stretch/>
        </p:blipFill>
        <p:spPr bwMode="auto">
          <a:xfrm>
            <a:off x="625779" y="3760851"/>
            <a:ext cx="107949" cy="168275"/>
          </a:xfrm>
          <a:prstGeom prst="rect">
            <a:avLst/>
          </a:prstGeom>
        </p:spPr>
      </p:pic>
      <p:pic>
        <p:nvPicPr>
          <p:cNvPr id="1830594082" name="object 9"/>
          <p:cNvPicPr/>
          <p:nvPr/>
        </p:nvPicPr>
        <p:blipFill>
          <a:blip r:embed="rId7"/>
          <a:stretch/>
        </p:blipFill>
        <p:spPr bwMode="auto">
          <a:xfrm>
            <a:off x="1425955" y="3760851"/>
            <a:ext cx="107949" cy="168275"/>
          </a:xfrm>
          <a:prstGeom prst="rect">
            <a:avLst/>
          </a:prstGeom>
        </p:spPr>
      </p:pic>
      <p:pic>
        <p:nvPicPr>
          <p:cNvPr id="645595141" name="object 10"/>
          <p:cNvPicPr/>
          <p:nvPr/>
        </p:nvPicPr>
        <p:blipFill>
          <a:blip r:embed="rId6"/>
          <a:stretch/>
        </p:blipFill>
        <p:spPr bwMode="auto">
          <a:xfrm>
            <a:off x="1750441" y="4584191"/>
            <a:ext cx="107949" cy="168275"/>
          </a:xfrm>
          <a:prstGeom prst="rect">
            <a:avLst/>
          </a:prstGeom>
        </p:spPr>
      </p:pic>
      <p:sp>
        <p:nvSpPr>
          <p:cNvPr id="2019733943" name="object 11"/>
          <p:cNvSpPr txBox="1"/>
          <p:nvPr/>
        </p:nvSpPr>
        <p:spPr bwMode="auto">
          <a:xfrm>
            <a:off x="597203" y="669796"/>
            <a:ext cx="3823115" cy="47115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865" indent="266700">
              <a:lnSpc>
                <a:spcPct val="100000"/>
              </a:lnSpc>
              <a:spcBef>
                <a:spcPts val="100"/>
              </a:spcBef>
              <a:tabLst>
                <a:tab pos="412750" algn="l"/>
                <a:tab pos="812165" algn="l"/>
                <a:tab pos="2146300" algn="l"/>
              </a:tabLst>
              <a:defRPr/>
            </a:pPr>
            <a:r>
              <a:rPr sz="1800" spc="13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30">
                <a:solidFill>
                  <a:srgbClr val="A21515"/>
                </a:solidFill>
                <a:latin typeface="Trebuchet MS"/>
                <a:cs typeface="Trebuchet MS"/>
              </a:rPr>
              <a:t>&lt;ostream&gt; </a:t>
            </a:r>
            <a:r>
              <a:rPr sz="1800" spc="135">
                <a:solidFill>
                  <a:srgbClr val="A21515"/>
                </a:solidFill>
                <a:latin typeface="Trebuchet MS"/>
                <a:cs typeface="Trebuchet MS"/>
              </a:rPr>
              <a:t> </a:t>
            </a:r>
            <a:r>
              <a:rPr sz="1800" spc="195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1800" spc="15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9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1800" spc="7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25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sz="1800" spc="-16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31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8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114">
                <a:solidFill>
                  <a:srgbClr val="0000FF"/>
                </a:solidFill>
                <a:latin typeface="Trebuchet MS"/>
                <a:cs typeface="Trebuchet MS"/>
              </a:rPr>
              <a:t>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310">
                <a:latin typeface="Trebuchet MS"/>
                <a:cs typeface="Trebuchet MS"/>
              </a:rPr>
              <a:t>s</a:t>
            </a:r>
            <a:r>
              <a:rPr sz="1800" spc="160">
                <a:latin typeface="Trebuchet MS"/>
                <a:cs typeface="Trebuchet MS"/>
              </a:rPr>
              <a:t>t</a:t>
            </a:r>
            <a:r>
              <a:rPr sz="1800" spc="215">
                <a:latin typeface="Trebuchet MS"/>
                <a:cs typeface="Trebuchet MS"/>
              </a:rPr>
              <a:t>d</a:t>
            </a:r>
            <a:r>
              <a:rPr sz="1800" spc="39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2012314" algn="l"/>
              </a:tabLst>
              <a:defRPr/>
            </a:pPr>
            <a:r>
              <a:rPr sz="1800" spc="180">
                <a:solidFill>
                  <a:srgbClr val="0000FF"/>
                </a:solidFill>
                <a:latin typeface="Trebuchet MS"/>
                <a:cs typeface="Trebuchet MS"/>
              </a:rPr>
              <a:t>template</a:t>
            </a:r>
            <a:r>
              <a:rPr sz="1800" spc="180">
                <a:latin typeface="Trebuchet MS"/>
                <a:cs typeface="Trebuchet MS"/>
              </a:rPr>
              <a:t>&lt;</a:t>
            </a:r>
            <a:r>
              <a:rPr sz="1800" spc="180">
                <a:solidFill>
                  <a:srgbClr val="0000FF"/>
                </a:solidFill>
                <a:latin typeface="Trebuchet MS"/>
                <a:cs typeface="Trebuchet MS"/>
              </a:rPr>
              <a:t>class	</a:t>
            </a:r>
            <a:r>
              <a:rPr sz="1800" spc="55">
                <a:solidFill>
                  <a:srgbClr val="2B91AE"/>
                </a:solidFill>
                <a:latin typeface="Trebuchet MS"/>
                <a:cs typeface="Trebuchet MS"/>
              </a:rPr>
              <a:t>T</a:t>
            </a:r>
            <a:r>
              <a:rPr sz="1800" spc="55">
                <a:latin typeface="Trebuchet MS"/>
                <a:cs typeface="Trebuchet MS"/>
              </a:rPr>
              <a:t>&gt;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412750" algn="l"/>
                <a:tab pos="680085" algn="l"/>
                <a:tab pos="1612900" algn="l"/>
              </a:tabLst>
              <a:defRPr/>
            </a:pPr>
            <a:r>
              <a:rPr sz="1800" spc="130">
                <a:solidFill>
                  <a:srgbClr val="0000FF"/>
                </a:solidFill>
                <a:latin typeface="Trebuchet MS"/>
                <a:cs typeface="Trebuchet MS"/>
              </a:rPr>
              <a:t>vo	</a:t>
            </a:r>
            <a:r>
              <a:rPr sz="1800" spc="50">
                <a:solidFill>
                  <a:srgbClr val="0000FF"/>
                </a:solidFill>
                <a:latin typeface="Trebuchet MS"/>
                <a:cs typeface="Trebuchet MS"/>
              </a:rPr>
              <a:t>d	</a:t>
            </a:r>
            <a:r>
              <a:rPr sz="1800" spc="175">
                <a:latin typeface="Trebuchet MS"/>
                <a:cs typeface="Trebuchet MS"/>
              </a:rPr>
              <a:t>func(</a:t>
            </a:r>
            <a:r>
              <a:rPr sz="1800" spc="175">
                <a:solidFill>
                  <a:srgbClr val="2B91AE"/>
                </a:solidFill>
                <a:latin typeface="Trebuchet MS"/>
                <a:cs typeface="Trebuchet MS"/>
              </a:rPr>
              <a:t>T	</a:t>
            </a:r>
            <a:r>
              <a:rPr sz="1800" spc="90">
                <a:latin typeface="Trebuchet MS"/>
                <a:cs typeface="Trebuchet MS"/>
              </a:rPr>
              <a:t>&amp;</a:t>
            </a:r>
            <a:r>
              <a:rPr sz="1800" spc="90">
                <a:solidFill>
                  <a:srgbClr val="808080"/>
                </a:solidFill>
                <a:latin typeface="Trebuchet MS"/>
                <a:cs typeface="Trebuchet MS"/>
              </a:rPr>
              <a:t>a</a:t>
            </a:r>
            <a:r>
              <a:rPr sz="1800" spc="9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735965" algn="l"/>
                <a:tab pos="1002665" algn="l"/>
              </a:tabLst>
              <a:defRPr/>
            </a:pPr>
            <a:r>
              <a:rPr sz="1800" spc="105">
                <a:solidFill>
                  <a:srgbClr val="808080"/>
                </a:solidFill>
                <a:latin typeface="Trebuchet MS"/>
                <a:cs typeface="Trebuchet MS"/>
              </a:rPr>
              <a:t>a	</a:t>
            </a:r>
            <a:r>
              <a:rPr sz="1800" spc="110">
                <a:latin typeface="Trebuchet MS"/>
                <a:cs typeface="Trebuchet MS"/>
              </a:rPr>
              <a:t>=	</a:t>
            </a:r>
            <a:r>
              <a:rPr sz="1800" spc="215">
                <a:latin typeface="Trebuchet MS"/>
                <a:cs typeface="Trebuchet MS"/>
              </a:rPr>
              <a:t>30.4;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</a:tabLst>
              <a:defRPr/>
            </a:pPr>
            <a:r>
              <a:rPr sz="1800" spc="160">
                <a:latin typeface="Trebuchet MS"/>
                <a:cs typeface="Trebuchet MS"/>
              </a:rPr>
              <a:t>cout	</a:t>
            </a:r>
            <a:r>
              <a:rPr sz="1800" spc="100">
                <a:latin typeface="Trebuchet MS"/>
                <a:cs typeface="Trebuchet MS"/>
              </a:rPr>
              <a:t>&lt;&lt;	</a:t>
            </a:r>
            <a:r>
              <a:rPr sz="1800" spc="250">
                <a:solidFill>
                  <a:srgbClr val="808080"/>
                </a:solidFill>
                <a:latin typeface="Trebuchet MS"/>
                <a:cs typeface="Trebuchet MS"/>
              </a:rPr>
              <a:t>a</a:t>
            </a:r>
            <a:r>
              <a:rPr sz="1800" spc="2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defRPr/>
            </a:pPr>
            <a:endParaRPr lang="en-US" sz="1850">
              <a:latin typeface="Trebuchet MS"/>
              <a:cs typeface="Trebuchet MS"/>
            </a:endParaRPr>
          </a:p>
          <a:p>
            <a:pPr marL="146050">
              <a:lnSpc>
                <a:spcPct val="100000"/>
              </a:lnSpc>
              <a:spcBef>
                <a:spcPts val="5"/>
              </a:spcBef>
              <a:tabLst>
                <a:tab pos="545465" algn="l"/>
                <a:tab pos="946150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170">
                <a:latin typeface="Trebuchet MS"/>
                <a:cs typeface="Trebuchet MS"/>
              </a:rPr>
              <a:t>ma	</a:t>
            </a:r>
            <a:r>
              <a:rPr sz="1800" spc="280">
                <a:latin typeface="Trebuchet MS"/>
                <a:cs typeface="Trebuchet MS"/>
              </a:rPr>
              <a:t>n()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 marR="5080">
              <a:lnSpc>
                <a:spcPct val="100000"/>
              </a:lnSpc>
              <a:tabLst>
                <a:tab pos="1137285" algn="l"/>
                <a:tab pos="1269365" algn="l"/>
                <a:tab pos="1403985" algn="l"/>
                <a:tab pos="1536700" algn="l"/>
                <a:tab pos="1670685" algn="l"/>
                <a:tab pos="1803400" algn="l"/>
                <a:tab pos="1936114" algn="l"/>
                <a:tab pos="2070100" algn="l"/>
                <a:tab pos="2469515" algn="l"/>
              </a:tabLst>
              <a:defRPr/>
            </a:pPr>
            <a:r>
              <a:rPr sz="1800" spc="135">
                <a:solidFill>
                  <a:srgbClr val="0000FF"/>
                </a:solidFill>
                <a:latin typeface="Trebuchet MS"/>
                <a:cs typeface="Trebuchet MS"/>
              </a:rPr>
              <a:t>double		</a:t>
            </a:r>
            <a:r>
              <a:rPr sz="1800" spc="150">
                <a:latin typeface="Trebuchet MS"/>
                <a:cs typeface="Trebuchet MS"/>
              </a:rPr>
              <a:t>x	</a:t>
            </a:r>
            <a:r>
              <a:rPr sz="1800" spc="110">
                <a:latin typeface="Trebuchet MS"/>
                <a:cs typeface="Trebuchet MS"/>
              </a:rPr>
              <a:t>=	</a:t>
            </a:r>
            <a:r>
              <a:rPr sz="1800" spc="215">
                <a:latin typeface="Trebuchet MS"/>
                <a:cs typeface="Trebuchet MS"/>
              </a:rPr>
              <a:t>20.5;</a:t>
            </a:r>
            <a:endParaRPr sz="1800" spc="214">
              <a:latin typeface="Trebuchet MS"/>
              <a:cs typeface="Trebuchet MS"/>
            </a:endParaRPr>
          </a:p>
          <a:p>
            <a:pPr marL="469899" marR="5079">
              <a:lnSpc>
                <a:spcPct val="100000"/>
              </a:lnSpc>
              <a:tabLst>
                <a:tab pos="1137285" algn="l"/>
                <a:tab pos="1269364" algn="l"/>
                <a:tab pos="1403984" algn="l"/>
                <a:tab pos="1536699" algn="l"/>
                <a:tab pos="1670684" algn="l"/>
                <a:tab pos="1803399" algn="l"/>
                <a:tab pos="1936113" algn="l"/>
                <a:tab pos="2070099" algn="l"/>
                <a:tab pos="2469514" algn="l"/>
              </a:tabLst>
              <a:defRPr/>
            </a:pPr>
            <a:r>
              <a:rPr sz="1800" spc="154">
                <a:latin typeface="Trebuchet MS"/>
                <a:cs typeface="Trebuchet MS"/>
              </a:rPr>
              <a:t>func</a:t>
            </a:r>
            <a:r>
              <a:rPr lang="en-US" sz="1800" spc="154">
                <a:latin typeface="Trebuchet MS"/>
                <a:cs typeface="Trebuchet MS"/>
              </a:rPr>
              <a:t>&lt;	</a:t>
            </a:r>
            <a:r>
              <a:rPr lang="en-US" spc="259">
                <a:solidFill>
                  <a:srgbClr val="0000FF"/>
                </a:solidFill>
                <a:latin typeface="Trebuchet MS"/>
                <a:cs typeface="Trebuchet MS"/>
              </a:rPr>
              <a:t>double</a:t>
            </a:r>
            <a:r>
              <a:rPr sz="1800" spc="259">
                <a:latin typeface="Trebuchet MS"/>
                <a:cs typeface="Trebuchet MS"/>
              </a:rPr>
              <a:t>&gt;(x);</a:t>
            </a:r>
            <a:endParaRPr sz="1800" spc="259">
              <a:latin typeface="Trebuchet MS"/>
              <a:cs typeface="Trebuchet MS"/>
            </a:endParaRPr>
          </a:p>
          <a:p>
            <a:pPr marL="469899" marR="5079">
              <a:lnSpc>
                <a:spcPct val="100000"/>
              </a:lnSpc>
              <a:tabLst>
                <a:tab pos="1137285" algn="l"/>
                <a:tab pos="1269364" algn="l"/>
                <a:tab pos="1403984" algn="l"/>
                <a:tab pos="1536699" algn="l"/>
                <a:tab pos="1670684" algn="l"/>
                <a:tab pos="1803399" algn="l"/>
                <a:tab pos="1936113" algn="l"/>
                <a:tab pos="2070099" algn="l"/>
                <a:tab pos="2469514" algn="l"/>
              </a:tabLst>
              <a:defRPr/>
            </a:pPr>
            <a:r>
              <a:rPr sz="1800" spc="119">
                <a:latin typeface="Trebuchet MS"/>
                <a:cs typeface="Trebuchet MS"/>
              </a:rPr>
              <a:t>co</a:t>
            </a:r>
            <a:r>
              <a:rPr sz="1800" spc="203">
                <a:latin typeface="Trebuchet MS"/>
                <a:cs typeface="Trebuchet MS"/>
              </a:rPr>
              <a:t>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94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 spc="109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	</a:t>
            </a:r>
            <a:r>
              <a:rPr sz="1800" spc="469">
                <a:solidFill>
                  <a:srgbClr val="A21515"/>
                </a:solidFill>
                <a:latin typeface="Trebuchet MS"/>
                <a:cs typeface="Trebuchet MS"/>
              </a:rPr>
              <a:t>"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469">
                <a:solidFill>
                  <a:srgbClr val="A21515"/>
                </a:solidFill>
                <a:latin typeface="Trebuchet MS"/>
                <a:cs typeface="Trebuchet MS"/>
              </a:rPr>
              <a:t>"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94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 spc="109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270">
                <a:latin typeface="Trebuchet MS"/>
                <a:cs typeface="Trebuchet MS"/>
              </a:rPr>
              <a:t>x;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2932455" name="object 2"/>
          <p:cNvGrpSpPr/>
          <p:nvPr/>
        </p:nvGrpSpPr>
        <p:grpSpPr bwMode="auto">
          <a:xfrm>
            <a:off x="778840" y="849502"/>
            <a:ext cx="248285" cy="168275"/>
            <a:chOff x="778840" y="849502"/>
            <a:chExt cx="248285" cy="16827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919164" y="849502"/>
              <a:ext cx="107949" cy="1682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778840" y="859027"/>
              <a:ext cx="114299" cy="158750"/>
            </a:xfrm>
            <a:prstGeom prst="rect">
              <a:avLst/>
            </a:prstGeom>
          </p:spPr>
        </p:pic>
      </p:grpSp>
      <p:pic>
        <p:nvPicPr>
          <p:cNvPr id="1319156364" name="object 5"/>
          <p:cNvPicPr/>
          <p:nvPr/>
        </p:nvPicPr>
        <p:blipFill>
          <a:blip r:embed="rId5"/>
          <a:stretch/>
        </p:blipFill>
        <p:spPr bwMode="auto">
          <a:xfrm>
            <a:off x="1986268" y="849502"/>
            <a:ext cx="107949" cy="168275"/>
          </a:xfrm>
          <a:prstGeom prst="rect">
            <a:avLst/>
          </a:prstGeom>
        </p:spPr>
      </p:pic>
      <p:pic>
        <p:nvPicPr>
          <p:cNvPr id="1962085402" name="object 6"/>
          <p:cNvPicPr/>
          <p:nvPr/>
        </p:nvPicPr>
        <p:blipFill>
          <a:blip r:embed="rId6"/>
          <a:stretch/>
        </p:blipFill>
        <p:spPr bwMode="auto">
          <a:xfrm>
            <a:off x="1051966" y="1123822"/>
            <a:ext cx="107949" cy="168275"/>
          </a:xfrm>
          <a:prstGeom prst="rect">
            <a:avLst/>
          </a:prstGeom>
        </p:spPr>
      </p:pic>
      <p:pic>
        <p:nvPicPr>
          <p:cNvPr id="795346236" name="object 7"/>
          <p:cNvPicPr/>
          <p:nvPr/>
        </p:nvPicPr>
        <p:blipFill>
          <a:blip r:embed="rId6"/>
          <a:stretch/>
        </p:blipFill>
        <p:spPr bwMode="auto">
          <a:xfrm>
            <a:off x="1051966" y="2221357"/>
            <a:ext cx="107949" cy="168275"/>
          </a:xfrm>
          <a:prstGeom prst="rect">
            <a:avLst/>
          </a:prstGeom>
        </p:spPr>
      </p:pic>
      <p:pic>
        <p:nvPicPr>
          <p:cNvPr id="149438706" name="object 8"/>
          <p:cNvPicPr/>
          <p:nvPr/>
        </p:nvPicPr>
        <p:blipFill>
          <a:blip r:embed="rId6"/>
          <a:stretch/>
        </p:blipFill>
        <p:spPr bwMode="auto">
          <a:xfrm>
            <a:off x="785190" y="3593210"/>
            <a:ext cx="107949" cy="168275"/>
          </a:xfrm>
          <a:prstGeom prst="rect">
            <a:avLst/>
          </a:prstGeom>
        </p:spPr>
      </p:pic>
      <p:pic>
        <p:nvPicPr>
          <p:cNvPr id="1620962222" name="object 9"/>
          <p:cNvPicPr/>
          <p:nvPr/>
        </p:nvPicPr>
        <p:blipFill>
          <a:blip r:embed="rId7"/>
          <a:stretch/>
        </p:blipFill>
        <p:spPr bwMode="auto">
          <a:xfrm>
            <a:off x="1586587" y="3593210"/>
            <a:ext cx="107949" cy="168275"/>
          </a:xfrm>
          <a:prstGeom prst="rect">
            <a:avLst/>
          </a:prstGeom>
        </p:spPr>
      </p:pic>
      <p:pic>
        <p:nvPicPr>
          <p:cNvPr id="620225126" name="object 10"/>
          <p:cNvPicPr/>
          <p:nvPr/>
        </p:nvPicPr>
        <p:blipFill>
          <a:blip r:embed="rId6"/>
          <a:stretch/>
        </p:blipFill>
        <p:spPr bwMode="auto">
          <a:xfrm>
            <a:off x="1242390" y="4141851"/>
            <a:ext cx="107949" cy="168275"/>
          </a:xfrm>
          <a:prstGeom prst="rect">
            <a:avLst/>
          </a:prstGeom>
        </p:spPr>
      </p:pic>
      <p:sp>
        <p:nvSpPr>
          <p:cNvPr id="524322015" name="object 12"/>
          <p:cNvSpPr txBox="1"/>
          <p:nvPr/>
        </p:nvSpPr>
        <p:spPr bwMode="auto">
          <a:xfrm>
            <a:off x="785189" y="776477"/>
            <a:ext cx="2753339" cy="44194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865" indent="266700">
              <a:lnSpc>
                <a:spcPct val="100000"/>
              </a:lnSpc>
              <a:spcBef>
                <a:spcPts val="100"/>
              </a:spcBef>
              <a:tabLst>
                <a:tab pos="412750" algn="l"/>
                <a:tab pos="812800" algn="l"/>
                <a:tab pos="2146300" algn="l"/>
              </a:tabLst>
              <a:defRPr/>
            </a:pPr>
            <a:r>
              <a:rPr sz="1800" spc="13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30">
                <a:solidFill>
                  <a:srgbClr val="A21515"/>
                </a:solidFill>
                <a:latin typeface="Trebuchet MS"/>
                <a:cs typeface="Trebuchet MS"/>
              </a:rPr>
              <a:t>&lt;ostream&gt; </a:t>
            </a:r>
            <a:r>
              <a:rPr sz="1800" spc="135">
                <a:solidFill>
                  <a:srgbClr val="A21515"/>
                </a:solidFill>
                <a:latin typeface="Trebuchet MS"/>
                <a:cs typeface="Trebuchet MS"/>
              </a:rPr>
              <a:t> </a:t>
            </a:r>
            <a:r>
              <a:rPr sz="1800" spc="195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1800" spc="15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9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1800" spc="7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25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sz="1800" spc="-16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31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8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114">
                <a:solidFill>
                  <a:srgbClr val="0000FF"/>
                </a:solidFill>
                <a:latin typeface="Trebuchet MS"/>
                <a:cs typeface="Trebuchet MS"/>
              </a:rPr>
              <a:t>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310">
                <a:latin typeface="Trebuchet MS"/>
                <a:cs typeface="Trebuchet MS"/>
              </a:rPr>
              <a:t>s</a:t>
            </a:r>
            <a:r>
              <a:rPr sz="1800" spc="160">
                <a:latin typeface="Trebuchet MS"/>
                <a:cs typeface="Trebuchet MS"/>
              </a:rPr>
              <a:t>t</a:t>
            </a:r>
            <a:r>
              <a:rPr sz="1800" spc="215">
                <a:latin typeface="Trebuchet MS"/>
                <a:cs typeface="Trebuchet MS"/>
              </a:rPr>
              <a:t>d</a:t>
            </a:r>
            <a:r>
              <a:rPr sz="1800" spc="39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 marR="462280">
              <a:lnSpc>
                <a:spcPts val="4320"/>
              </a:lnSpc>
              <a:spcBef>
                <a:spcPts val="500"/>
              </a:spcBef>
              <a:tabLst>
                <a:tab pos="412750" algn="l"/>
                <a:tab pos="680085" algn="l"/>
                <a:tab pos="1612900" algn="l"/>
                <a:tab pos="2012314" algn="l"/>
              </a:tabLst>
              <a:defRPr/>
            </a:pPr>
            <a:r>
              <a:rPr sz="1800" spc="17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1800" spc="225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-235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sz="1800" spc="-17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225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39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17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1800" spc="225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110">
                <a:latin typeface="Trebuchet MS"/>
                <a:cs typeface="Trebuchet MS"/>
              </a:rPr>
              <a:t>&lt;</a:t>
            </a:r>
            <a:r>
              <a:rPr sz="1800" spc="145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505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245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175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325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5">
                <a:solidFill>
                  <a:srgbClr val="2B91AE"/>
                </a:solidFill>
                <a:latin typeface="Trebuchet MS"/>
                <a:cs typeface="Trebuchet MS"/>
              </a:rPr>
              <a:t>T</a:t>
            </a:r>
            <a:r>
              <a:rPr sz="1800" spc="75">
                <a:latin typeface="Trebuchet MS"/>
                <a:cs typeface="Trebuchet MS"/>
              </a:rPr>
              <a:t>&gt;  </a:t>
            </a:r>
            <a:r>
              <a:rPr sz="1800" spc="130">
                <a:solidFill>
                  <a:srgbClr val="0000FF"/>
                </a:solidFill>
                <a:latin typeface="Trebuchet MS"/>
                <a:cs typeface="Trebuchet MS"/>
              </a:rPr>
              <a:t>vo	</a:t>
            </a:r>
            <a:r>
              <a:rPr sz="1800" spc="50">
                <a:solidFill>
                  <a:srgbClr val="0000FF"/>
                </a:solidFill>
                <a:latin typeface="Trebuchet MS"/>
                <a:cs typeface="Trebuchet MS"/>
              </a:rPr>
              <a:t>d	</a:t>
            </a:r>
            <a:r>
              <a:rPr sz="1800" spc="175">
                <a:latin typeface="Trebuchet MS"/>
                <a:cs typeface="Trebuchet MS"/>
              </a:rPr>
              <a:t>func(</a:t>
            </a:r>
            <a:r>
              <a:rPr sz="1800" spc="175">
                <a:solidFill>
                  <a:srgbClr val="2B91AE"/>
                </a:solidFill>
                <a:latin typeface="Trebuchet MS"/>
                <a:cs typeface="Trebuchet MS"/>
              </a:rPr>
              <a:t>T	</a:t>
            </a:r>
            <a:r>
              <a:rPr sz="1800" spc="290">
                <a:latin typeface="Trebuchet MS"/>
                <a:cs typeface="Trebuchet MS"/>
              </a:rPr>
              <a:t>*</a:t>
            </a:r>
            <a:r>
              <a:rPr sz="1800" spc="290">
                <a:solidFill>
                  <a:srgbClr val="808080"/>
                </a:solidFill>
                <a:latin typeface="Trebuchet MS"/>
                <a:cs typeface="Trebuchet MS"/>
              </a:rPr>
              <a:t>a</a:t>
            </a:r>
            <a:r>
              <a:rPr sz="1800" spc="29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166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265">
              <a:lnSpc>
                <a:spcPct val="100000"/>
              </a:lnSpc>
              <a:tabLst>
                <a:tab pos="1137285" algn="l"/>
                <a:tab pos="1536700" algn="l"/>
              </a:tabLst>
              <a:defRPr/>
            </a:pPr>
            <a:r>
              <a:rPr sz="1800" spc="160">
                <a:latin typeface="Trebuchet MS"/>
                <a:cs typeface="Trebuchet MS"/>
              </a:rPr>
              <a:t>cout	</a:t>
            </a:r>
            <a:r>
              <a:rPr sz="1800" spc="100">
                <a:latin typeface="Trebuchet MS"/>
                <a:cs typeface="Trebuchet MS"/>
              </a:rPr>
              <a:t>&lt;&lt;	</a:t>
            </a:r>
            <a:r>
              <a:rPr sz="1800" spc="290">
                <a:latin typeface="Trebuchet MS"/>
                <a:cs typeface="Trebuchet MS"/>
              </a:rPr>
              <a:t>*</a:t>
            </a:r>
            <a:r>
              <a:rPr sz="1800" spc="290">
                <a:solidFill>
                  <a:srgbClr val="808080"/>
                </a:solidFill>
                <a:latin typeface="Trebuchet MS"/>
                <a:cs typeface="Trebuchet MS"/>
              </a:rPr>
              <a:t>a</a:t>
            </a:r>
            <a:r>
              <a:rPr sz="1800" spc="29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46050">
              <a:lnSpc>
                <a:spcPct val="100000"/>
              </a:lnSpc>
              <a:tabLst>
                <a:tab pos="545465" algn="l"/>
                <a:tab pos="947418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	</a:t>
            </a:r>
            <a:r>
              <a:rPr sz="1800" spc="-170">
                <a:latin typeface="Trebuchet MS"/>
                <a:cs typeface="Trebuchet MS"/>
              </a:rPr>
              <a:t>ma	</a:t>
            </a:r>
            <a:r>
              <a:rPr sz="1800" spc="280">
                <a:latin typeface="Trebuchet MS"/>
                <a:cs typeface="Trebuchet MS"/>
              </a:rPr>
              <a:t>n()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265" marR="5080" indent="133350">
              <a:lnSpc>
                <a:spcPct val="100000"/>
              </a:lnSpc>
              <a:tabLst>
                <a:tab pos="1003300" algn="l"/>
                <a:tab pos="1137285" algn="l"/>
                <a:tab pos="1270000" algn="l"/>
                <a:tab pos="1536700" algn="l"/>
                <a:tab pos="1803400" algn="l"/>
                <a:tab pos="2070100" algn="l"/>
                <a:tab pos="2469515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	</a:t>
            </a:r>
            <a:r>
              <a:rPr sz="1800" spc="150">
                <a:latin typeface="Trebuchet MS"/>
                <a:cs typeface="Trebuchet MS"/>
              </a:rPr>
              <a:t>x		</a:t>
            </a:r>
            <a:r>
              <a:rPr sz="1800" spc="110">
                <a:latin typeface="Trebuchet MS"/>
                <a:cs typeface="Trebuchet MS"/>
              </a:rPr>
              <a:t>=	</a:t>
            </a:r>
            <a:r>
              <a:rPr sz="1800" spc="200">
                <a:latin typeface="Trebuchet MS"/>
                <a:cs typeface="Trebuchet MS"/>
              </a:rPr>
              <a:t>20;</a:t>
            </a:r>
            <a:endParaRPr sz="1800" spc="199">
              <a:latin typeface="Trebuchet MS"/>
              <a:cs typeface="Trebuchet MS"/>
            </a:endParaRPr>
          </a:p>
          <a:p>
            <a:pPr marL="469264" marR="5079" indent="133349">
              <a:lnSpc>
                <a:spcPct val="100000"/>
              </a:lnSpc>
              <a:tabLst>
                <a:tab pos="1003299" algn="l"/>
                <a:tab pos="1137285" algn="l"/>
                <a:tab pos="1269999" algn="l"/>
                <a:tab pos="1536699" algn="l"/>
                <a:tab pos="1803399" algn="l"/>
                <a:tab pos="2070099" algn="l"/>
                <a:tab pos="2469514" algn="l"/>
              </a:tabLst>
              <a:defRPr/>
            </a:pPr>
            <a:r>
              <a:rPr sz="1800" spc="154">
                <a:latin typeface="Trebuchet MS"/>
                <a:cs typeface="Trebuchet MS"/>
              </a:rPr>
              <a:t>func &lt;</a:t>
            </a:r>
            <a:r>
              <a:rPr lang="en-US" spc="194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sz="1800" spc="194">
                <a:latin typeface="Trebuchet MS"/>
                <a:cs typeface="Trebuchet MS"/>
              </a:rPr>
              <a:t>&gt;(&amp;x); </a:t>
            </a:r>
            <a:r>
              <a:rPr sz="1800" spc="199">
                <a:latin typeface="Trebuchet MS"/>
                <a:cs typeface="Trebuchet MS"/>
              </a:rPr>
              <a:t> </a:t>
            </a:r>
            <a:r>
              <a:rPr sz="1800" spc="119">
                <a:latin typeface="Trebuchet MS"/>
                <a:cs typeface="Trebuchet MS"/>
              </a:rPr>
              <a:t>c</a:t>
            </a:r>
            <a:r>
              <a:rPr sz="1800" spc="113">
                <a:latin typeface="Trebuchet MS"/>
                <a:cs typeface="Trebuchet MS"/>
              </a:rPr>
              <a:t>o</a:t>
            </a:r>
            <a:r>
              <a:rPr sz="1800" spc="203">
                <a:latin typeface="Trebuchet MS"/>
                <a:cs typeface="Trebuchet MS"/>
              </a:rPr>
              <a:t>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94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 spc="109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469">
                <a:solidFill>
                  <a:srgbClr val="A21515"/>
                </a:solidFill>
                <a:latin typeface="Trebuchet MS"/>
                <a:cs typeface="Trebuchet MS"/>
              </a:rPr>
              <a:t>"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469">
                <a:solidFill>
                  <a:srgbClr val="A21515"/>
                </a:solidFill>
                <a:latin typeface="Trebuchet MS"/>
                <a:cs typeface="Trebuchet MS"/>
              </a:rPr>
              <a:t>"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94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 spc="109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264">
                <a:latin typeface="Trebuchet MS"/>
                <a:cs typeface="Trebuchet MS"/>
              </a:rPr>
              <a:t>x;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295684" name="object 2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52" y="532873"/>
                </a:lnTo>
                <a:lnTo>
                  <a:pt x="1448469" y="509952"/>
                </a:lnTo>
                <a:lnTo>
                  <a:pt x="1402509" y="487488"/>
                </a:lnTo>
                <a:lnTo>
                  <a:pt x="1356195" y="465474"/>
                </a:lnTo>
                <a:lnTo>
                  <a:pt x="1309547" y="443903"/>
                </a:lnTo>
                <a:lnTo>
                  <a:pt x="1262585" y="422765"/>
                </a:lnTo>
                <a:lnTo>
                  <a:pt x="1215331" y="402054"/>
                </a:lnTo>
                <a:lnTo>
                  <a:pt x="1167806" y="381761"/>
                </a:lnTo>
                <a:lnTo>
                  <a:pt x="1120030" y="361880"/>
                </a:lnTo>
                <a:lnTo>
                  <a:pt x="1072025" y="342401"/>
                </a:lnTo>
                <a:lnTo>
                  <a:pt x="1023810" y="323317"/>
                </a:lnTo>
                <a:lnTo>
                  <a:pt x="975408" y="304621"/>
                </a:lnTo>
                <a:lnTo>
                  <a:pt x="926838" y="286304"/>
                </a:lnTo>
                <a:lnTo>
                  <a:pt x="878122" y="268359"/>
                </a:lnTo>
                <a:lnTo>
                  <a:pt x="829281" y="250778"/>
                </a:lnTo>
                <a:lnTo>
                  <a:pt x="780335" y="233552"/>
                </a:lnTo>
                <a:lnTo>
                  <a:pt x="731306" y="216676"/>
                </a:lnTo>
                <a:lnTo>
                  <a:pt x="682213" y="200139"/>
                </a:lnTo>
                <a:lnTo>
                  <a:pt x="633079" y="183935"/>
                </a:lnTo>
                <a:lnTo>
                  <a:pt x="583923" y="168056"/>
                </a:lnTo>
                <a:lnTo>
                  <a:pt x="534767" y="152494"/>
                </a:lnTo>
                <a:lnTo>
                  <a:pt x="485632" y="137241"/>
                </a:lnTo>
                <a:lnTo>
                  <a:pt x="436538" y="122290"/>
                </a:lnTo>
                <a:lnTo>
                  <a:pt x="387506" y="107632"/>
                </a:lnTo>
                <a:lnTo>
                  <a:pt x="338558" y="93260"/>
                </a:lnTo>
                <a:lnTo>
                  <a:pt x="289713" y="79166"/>
                </a:lnTo>
                <a:lnTo>
                  <a:pt x="240994" y="65342"/>
                </a:lnTo>
                <a:lnTo>
                  <a:pt x="192420" y="51780"/>
                </a:lnTo>
                <a:lnTo>
                  <a:pt x="144013" y="38473"/>
                </a:lnTo>
                <a:lnTo>
                  <a:pt x="95793" y="25412"/>
                </a:lnTo>
                <a:lnTo>
                  <a:pt x="47782" y="12590"/>
                </a:ln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97208795" name="object 3"/>
          <p:cNvSpPr/>
          <p:nvPr/>
        </p:nvSpPr>
        <p:spPr bwMode="auto">
          <a:xfrm>
            <a:off x="10247376" y="5013959"/>
            <a:ext cx="1918970" cy="1830705"/>
          </a:xfrm>
          <a:custGeom>
            <a:avLst/>
            <a:gdLst/>
            <a:ahLst/>
            <a:cxnLst/>
            <a:rect l="l" t="t" r="r" b="b"/>
            <a:pathLst>
              <a:path w="1918970" h="1830704" fill="norm" stroke="1" extrusionOk="0">
                <a:moveTo>
                  <a:pt x="0" y="1830323"/>
                </a:moveTo>
                <a:lnTo>
                  <a:pt x="39967" y="1799241"/>
                </a:lnTo>
                <a:lnTo>
                  <a:pt x="79858" y="1767980"/>
                </a:lnTo>
                <a:lnTo>
                  <a:pt x="119670" y="1736542"/>
                </a:lnTo>
                <a:lnTo>
                  <a:pt x="159401" y="1704928"/>
                </a:lnTo>
                <a:lnTo>
                  <a:pt x="199047" y="1673138"/>
                </a:lnTo>
                <a:lnTo>
                  <a:pt x="238606" y="1641175"/>
                </a:lnTo>
                <a:lnTo>
                  <a:pt x="278075" y="1609037"/>
                </a:lnTo>
                <a:lnTo>
                  <a:pt x="317452" y="1576728"/>
                </a:lnTo>
                <a:lnTo>
                  <a:pt x="356734" y="1544248"/>
                </a:lnTo>
                <a:lnTo>
                  <a:pt x="395919" y="1511597"/>
                </a:lnTo>
                <a:lnTo>
                  <a:pt x="435003" y="1478777"/>
                </a:lnTo>
                <a:lnTo>
                  <a:pt x="473985" y="1445789"/>
                </a:lnTo>
                <a:lnTo>
                  <a:pt x="512861" y="1412633"/>
                </a:lnTo>
                <a:lnTo>
                  <a:pt x="551629" y="1379312"/>
                </a:lnTo>
                <a:lnTo>
                  <a:pt x="590287" y="1345825"/>
                </a:lnTo>
                <a:lnTo>
                  <a:pt x="628831" y="1312174"/>
                </a:lnTo>
                <a:lnTo>
                  <a:pt x="667259" y="1278360"/>
                </a:lnTo>
                <a:lnTo>
                  <a:pt x="705569" y="1244385"/>
                </a:lnTo>
                <a:lnTo>
                  <a:pt x="743757" y="1210247"/>
                </a:lnTo>
                <a:lnTo>
                  <a:pt x="781821" y="1175950"/>
                </a:lnTo>
                <a:lnTo>
                  <a:pt x="819759" y="1141494"/>
                </a:lnTo>
                <a:lnTo>
                  <a:pt x="857568" y="1106880"/>
                </a:lnTo>
                <a:lnTo>
                  <a:pt x="895245" y="1072109"/>
                </a:lnTo>
                <a:lnTo>
                  <a:pt x="932787" y="1037182"/>
                </a:lnTo>
                <a:lnTo>
                  <a:pt x="970193" y="1002099"/>
                </a:lnTo>
                <a:lnTo>
                  <a:pt x="1007459" y="966863"/>
                </a:lnTo>
                <a:lnTo>
                  <a:pt x="1044582" y="931474"/>
                </a:lnTo>
                <a:lnTo>
                  <a:pt x="1081561" y="895933"/>
                </a:lnTo>
                <a:lnTo>
                  <a:pt x="1118392" y="860241"/>
                </a:lnTo>
                <a:lnTo>
                  <a:pt x="1155073" y="824399"/>
                </a:lnTo>
                <a:lnTo>
                  <a:pt x="1191601" y="788408"/>
                </a:lnTo>
                <a:lnTo>
                  <a:pt x="1227973" y="752269"/>
                </a:lnTo>
                <a:lnTo>
                  <a:pt x="1264187" y="715984"/>
                </a:lnTo>
                <a:lnTo>
                  <a:pt x="1300241" y="679552"/>
                </a:lnTo>
                <a:lnTo>
                  <a:pt x="1336131" y="642976"/>
                </a:lnTo>
                <a:lnTo>
                  <a:pt x="1371855" y="606256"/>
                </a:lnTo>
                <a:lnTo>
                  <a:pt x="1407411" y="569393"/>
                </a:lnTo>
                <a:lnTo>
                  <a:pt x="1442795" y="532388"/>
                </a:lnTo>
                <a:lnTo>
                  <a:pt x="1478006" y="495242"/>
                </a:lnTo>
                <a:lnTo>
                  <a:pt x="1513039" y="457957"/>
                </a:lnTo>
                <a:lnTo>
                  <a:pt x="1547894" y="420533"/>
                </a:lnTo>
                <a:lnTo>
                  <a:pt x="1582567" y="382971"/>
                </a:lnTo>
                <a:lnTo>
                  <a:pt x="1617055" y="345272"/>
                </a:lnTo>
                <a:lnTo>
                  <a:pt x="1651357" y="307438"/>
                </a:lnTo>
                <a:lnTo>
                  <a:pt x="1685468" y="269469"/>
                </a:lnTo>
                <a:lnTo>
                  <a:pt x="1719387" y="231366"/>
                </a:lnTo>
                <a:lnTo>
                  <a:pt x="1753111" y="193131"/>
                </a:lnTo>
                <a:lnTo>
                  <a:pt x="1786638" y="154764"/>
                </a:lnTo>
                <a:lnTo>
                  <a:pt x="1819964" y="116266"/>
                </a:lnTo>
                <a:lnTo>
                  <a:pt x="1853088" y="77639"/>
                </a:lnTo>
                <a:lnTo>
                  <a:pt x="1886006" y="38883"/>
                </a:lnTo>
                <a:lnTo>
                  <a:pt x="191871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2226507" name="object 4"/>
          <p:cNvSpPr/>
          <p:nvPr/>
        </p:nvSpPr>
        <p:spPr bwMode="auto">
          <a:xfrm>
            <a:off x="11202923" y="9144"/>
            <a:ext cx="963294" cy="367665"/>
          </a:xfrm>
          <a:custGeom>
            <a:avLst/>
            <a:gdLst/>
            <a:ahLst/>
            <a:cxnLst/>
            <a:rect l="l" t="t" r="r" b="b"/>
            <a:pathLst>
              <a:path w="963295" h="367665" fill="norm" stroke="1" extrusionOk="0">
                <a:moveTo>
                  <a:pt x="963168" y="367283"/>
                </a:moveTo>
                <a:lnTo>
                  <a:pt x="916739" y="345322"/>
                </a:lnTo>
                <a:lnTo>
                  <a:pt x="869978" y="323783"/>
                </a:lnTo>
                <a:lnTo>
                  <a:pt x="822909" y="302658"/>
                </a:lnTo>
                <a:lnTo>
                  <a:pt x="775557" y="281939"/>
                </a:lnTo>
                <a:lnTo>
                  <a:pt x="727948" y="261621"/>
                </a:lnTo>
                <a:lnTo>
                  <a:pt x="680106" y="241696"/>
                </a:lnTo>
                <a:lnTo>
                  <a:pt x="632057" y="222157"/>
                </a:lnTo>
                <a:lnTo>
                  <a:pt x="583826" y="202996"/>
                </a:lnTo>
                <a:lnTo>
                  <a:pt x="535437" y="184207"/>
                </a:lnTo>
                <a:lnTo>
                  <a:pt x="486918" y="165782"/>
                </a:lnTo>
                <a:lnTo>
                  <a:pt x="438291" y="147714"/>
                </a:lnTo>
                <a:lnTo>
                  <a:pt x="389583" y="129997"/>
                </a:lnTo>
                <a:lnTo>
                  <a:pt x="340818" y="112622"/>
                </a:lnTo>
                <a:lnTo>
                  <a:pt x="292022" y="95583"/>
                </a:lnTo>
                <a:lnTo>
                  <a:pt x="243220" y="78872"/>
                </a:lnTo>
                <a:lnTo>
                  <a:pt x="194438" y="62483"/>
                </a:lnTo>
                <a:lnTo>
                  <a:pt x="145699" y="46409"/>
                </a:lnTo>
                <a:lnTo>
                  <a:pt x="97030" y="30641"/>
                </a:lnTo>
                <a:lnTo>
                  <a:pt x="48455" y="15174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4243839" name="object 5"/>
          <p:cNvSpPr/>
          <p:nvPr/>
        </p:nvSpPr>
        <p:spPr bwMode="auto">
          <a:xfrm>
            <a:off x="10494264" y="5274564"/>
            <a:ext cx="1667510" cy="1579245"/>
          </a:xfrm>
          <a:custGeom>
            <a:avLst/>
            <a:gdLst/>
            <a:ahLst/>
            <a:cxnLst/>
            <a:rect l="l" t="t" r="r" b="b"/>
            <a:pathLst>
              <a:path w="1667509" h="1579245" fill="norm" stroke="1" extrusionOk="0">
                <a:moveTo>
                  <a:pt x="0" y="1578863"/>
                </a:moveTo>
                <a:lnTo>
                  <a:pt x="39546" y="1547081"/>
                </a:lnTo>
                <a:lnTo>
                  <a:pt x="79018" y="1515145"/>
                </a:lnTo>
                <a:lnTo>
                  <a:pt x="118415" y="1483054"/>
                </a:lnTo>
                <a:lnTo>
                  <a:pt x="157733" y="1450809"/>
                </a:lnTo>
                <a:lnTo>
                  <a:pt x="196970" y="1418411"/>
                </a:lnTo>
                <a:lnTo>
                  <a:pt x="236122" y="1385859"/>
                </a:lnTo>
                <a:lnTo>
                  <a:pt x="275187" y="1353154"/>
                </a:lnTo>
                <a:lnTo>
                  <a:pt x="314161" y="1320296"/>
                </a:lnTo>
                <a:lnTo>
                  <a:pt x="353043" y="1287285"/>
                </a:lnTo>
                <a:lnTo>
                  <a:pt x="391830" y="1254123"/>
                </a:lnTo>
                <a:lnTo>
                  <a:pt x="430517" y="1220808"/>
                </a:lnTo>
                <a:lnTo>
                  <a:pt x="469104" y="1187342"/>
                </a:lnTo>
                <a:lnTo>
                  <a:pt x="507586" y="1153725"/>
                </a:lnTo>
                <a:lnTo>
                  <a:pt x="545962" y="1119957"/>
                </a:lnTo>
                <a:lnTo>
                  <a:pt x="584228" y="1086038"/>
                </a:lnTo>
                <a:lnTo>
                  <a:pt x="622381" y="1051969"/>
                </a:lnTo>
                <a:lnTo>
                  <a:pt x="660419" y="1017750"/>
                </a:lnTo>
                <a:lnTo>
                  <a:pt x="698339" y="983382"/>
                </a:lnTo>
                <a:lnTo>
                  <a:pt x="736138" y="948864"/>
                </a:lnTo>
                <a:lnTo>
                  <a:pt x="773813" y="914197"/>
                </a:lnTo>
                <a:lnTo>
                  <a:pt x="811362" y="879381"/>
                </a:lnTo>
                <a:lnTo>
                  <a:pt x="848781" y="844417"/>
                </a:lnTo>
                <a:lnTo>
                  <a:pt x="886068" y="809304"/>
                </a:lnTo>
                <a:lnTo>
                  <a:pt x="923220" y="774044"/>
                </a:lnTo>
                <a:lnTo>
                  <a:pt x="960234" y="738637"/>
                </a:lnTo>
                <a:lnTo>
                  <a:pt x="997108" y="703082"/>
                </a:lnTo>
                <a:lnTo>
                  <a:pt x="1033838" y="667380"/>
                </a:lnTo>
                <a:lnTo>
                  <a:pt x="1070422" y="631532"/>
                </a:lnTo>
                <a:lnTo>
                  <a:pt x="1106857" y="595538"/>
                </a:lnTo>
                <a:lnTo>
                  <a:pt x="1143141" y="559398"/>
                </a:lnTo>
                <a:lnTo>
                  <a:pt x="1179269" y="523112"/>
                </a:lnTo>
                <a:lnTo>
                  <a:pt x="1215240" y="486681"/>
                </a:lnTo>
                <a:lnTo>
                  <a:pt x="1251051" y="450105"/>
                </a:lnTo>
                <a:lnTo>
                  <a:pt x="1286699" y="413384"/>
                </a:lnTo>
                <a:lnTo>
                  <a:pt x="1322180" y="376519"/>
                </a:lnTo>
                <a:lnTo>
                  <a:pt x="1357493" y="339510"/>
                </a:lnTo>
                <a:lnTo>
                  <a:pt x="1392635" y="302357"/>
                </a:lnTo>
                <a:lnTo>
                  <a:pt x="1427602" y="265061"/>
                </a:lnTo>
                <a:lnTo>
                  <a:pt x="1462392" y="227622"/>
                </a:lnTo>
                <a:lnTo>
                  <a:pt x="1497002" y="190040"/>
                </a:lnTo>
                <a:lnTo>
                  <a:pt x="1531430" y="152316"/>
                </a:lnTo>
                <a:lnTo>
                  <a:pt x="1565672" y="114449"/>
                </a:lnTo>
                <a:lnTo>
                  <a:pt x="1599725" y="76441"/>
                </a:lnTo>
                <a:lnTo>
                  <a:pt x="1633587" y="38291"/>
                </a:lnTo>
                <a:lnTo>
                  <a:pt x="1667255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3789422" name="object 6"/>
          <p:cNvSpPr/>
          <p:nvPr/>
        </p:nvSpPr>
        <p:spPr bwMode="auto">
          <a:xfrm>
            <a:off x="11501628" y="9144"/>
            <a:ext cx="664845" cy="257810"/>
          </a:xfrm>
          <a:custGeom>
            <a:avLst/>
            <a:gdLst/>
            <a:ahLst/>
            <a:cxnLst/>
            <a:rect l="l" t="t" r="r" b="b"/>
            <a:pathLst>
              <a:path w="664845" h="257810" fill="norm" stroke="1" extrusionOk="0">
                <a:moveTo>
                  <a:pt x="664464" y="257555"/>
                </a:moveTo>
                <a:lnTo>
                  <a:pt x="618547" y="237263"/>
                </a:lnTo>
                <a:lnTo>
                  <a:pt x="572353" y="217263"/>
                </a:lnTo>
                <a:lnTo>
                  <a:pt x="525891" y="197554"/>
                </a:lnTo>
                <a:lnTo>
                  <a:pt x="479171" y="178136"/>
                </a:lnTo>
                <a:lnTo>
                  <a:pt x="432203" y="159011"/>
                </a:lnTo>
                <a:lnTo>
                  <a:pt x="384998" y="140176"/>
                </a:lnTo>
                <a:lnTo>
                  <a:pt x="337565" y="121634"/>
                </a:lnTo>
                <a:lnTo>
                  <a:pt x="289915" y="103383"/>
                </a:lnTo>
                <a:lnTo>
                  <a:pt x="242057" y="85423"/>
                </a:lnTo>
                <a:lnTo>
                  <a:pt x="194001" y="67755"/>
                </a:lnTo>
                <a:lnTo>
                  <a:pt x="145757" y="50379"/>
                </a:lnTo>
                <a:lnTo>
                  <a:pt x="97336" y="33294"/>
                </a:lnTo>
                <a:lnTo>
                  <a:pt x="48746" y="1650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83552757" name="object 7"/>
          <p:cNvSpPr/>
          <p:nvPr/>
        </p:nvSpPr>
        <p:spPr bwMode="auto">
          <a:xfrm>
            <a:off x="10640568" y="5408676"/>
            <a:ext cx="1525905" cy="1435735"/>
          </a:xfrm>
          <a:custGeom>
            <a:avLst/>
            <a:gdLst/>
            <a:ahLst/>
            <a:cxnLst/>
            <a:rect l="l" t="t" r="r" b="b"/>
            <a:pathLst>
              <a:path w="1525904" h="1435734" fill="norm" stroke="1" extrusionOk="0">
                <a:moveTo>
                  <a:pt x="0" y="1435608"/>
                </a:moveTo>
                <a:lnTo>
                  <a:pt x="39599" y="1403531"/>
                </a:lnTo>
                <a:lnTo>
                  <a:pt x="79112" y="1371302"/>
                </a:lnTo>
                <a:lnTo>
                  <a:pt x="118535" y="1338921"/>
                </a:lnTo>
                <a:lnTo>
                  <a:pt x="157865" y="1306389"/>
                </a:lnTo>
                <a:lnTo>
                  <a:pt x="197101" y="1273706"/>
                </a:lnTo>
                <a:lnTo>
                  <a:pt x="236240" y="1240872"/>
                </a:lnTo>
                <a:lnTo>
                  <a:pt x="275279" y="1207888"/>
                </a:lnTo>
                <a:lnTo>
                  <a:pt x="314215" y="1174754"/>
                </a:lnTo>
                <a:lnTo>
                  <a:pt x="353047" y="1141470"/>
                </a:lnTo>
                <a:lnTo>
                  <a:pt x="391772" y="1108038"/>
                </a:lnTo>
                <a:lnTo>
                  <a:pt x="430388" y="1074457"/>
                </a:lnTo>
                <a:lnTo>
                  <a:pt x="468891" y="1040728"/>
                </a:lnTo>
                <a:lnTo>
                  <a:pt x="507279" y="1006851"/>
                </a:lnTo>
                <a:lnTo>
                  <a:pt x="545551" y="972827"/>
                </a:lnTo>
                <a:lnTo>
                  <a:pt x="583703" y="938656"/>
                </a:lnTo>
                <a:lnTo>
                  <a:pt x="621732" y="904338"/>
                </a:lnTo>
                <a:lnTo>
                  <a:pt x="659638" y="869875"/>
                </a:lnTo>
                <a:lnTo>
                  <a:pt x="697416" y="835265"/>
                </a:lnTo>
                <a:lnTo>
                  <a:pt x="735064" y="800511"/>
                </a:lnTo>
                <a:lnTo>
                  <a:pt x="772581" y="765611"/>
                </a:lnTo>
                <a:lnTo>
                  <a:pt x="809963" y="730567"/>
                </a:lnTo>
                <a:lnTo>
                  <a:pt x="847208" y="695379"/>
                </a:lnTo>
                <a:lnTo>
                  <a:pt x="884313" y="660048"/>
                </a:lnTo>
                <a:lnTo>
                  <a:pt x="921277" y="624573"/>
                </a:lnTo>
                <a:lnTo>
                  <a:pt x="958096" y="588956"/>
                </a:lnTo>
                <a:lnTo>
                  <a:pt x="994768" y="553196"/>
                </a:lnTo>
                <a:lnTo>
                  <a:pt x="1031291" y="517295"/>
                </a:lnTo>
                <a:lnTo>
                  <a:pt x="1067662" y="481251"/>
                </a:lnTo>
                <a:lnTo>
                  <a:pt x="1103878" y="445067"/>
                </a:lnTo>
                <a:lnTo>
                  <a:pt x="1139937" y="408742"/>
                </a:lnTo>
                <a:lnTo>
                  <a:pt x="1175837" y="372277"/>
                </a:lnTo>
                <a:lnTo>
                  <a:pt x="1211576" y="335671"/>
                </a:lnTo>
                <a:lnTo>
                  <a:pt x="1247149" y="298927"/>
                </a:lnTo>
                <a:lnTo>
                  <a:pt x="1282556" y="262043"/>
                </a:lnTo>
                <a:lnTo>
                  <a:pt x="1317794" y="225021"/>
                </a:lnTo>
                <a:lnTo>
                  <a:pt x="1352859" y="187860"/>
                </a:lnTo>
                <a:lnTo>
                  <a:pt x="1387751" y="150562"/>
                </a:lnTo>
                <a:lnTo>
                  <a:pt x="1422465" y="113127"/>
                </a:lnTo>
                <a:lnTo>
                  <a:pt x="1457001" y="75554"/>
                </a:lnTo>
                <a:lnTo>
                  <a:pt x="1491354" y="37845"/>
                </a:lnTo>
                <a:lnTo>
                  <a:pt x="1525524" y="0"/>
                </a:lnTo>
              </a:path>
              <a:path w="1525904" h="1435734" fill="norm" stroke="1" extrusionOk="0">
                <a:moveTo>
                  <a:pt x="163067" y="1435608"/>
                </a:moveTo>
                <a:lnTo>
                  <a:pt x="201898" y="1402397"/>
                </a:lnTo>
                <a:lnTo>
                  <a:pt x="240643" y="1369040"/>
                </a:lnTo>
                <a:lnTo>
                  <a:pt x="279301" y="1335538"/>
                </a:lnTo>
                <a:lnTo>
                  <a:pt x="317869" y="1301890"/>
                </a:lnTo>
                <a:lnTo>
                  <a:pt x="356345" y="1268097"/>
                </a:lnTo>
                <a:lnTo>
                  <a:pt x="394727" y="1234157"/>
                </a:lnTo>
                <a:lnTo>
                  <a:pt x="433013" y="1200072"/>
                </a:lnTo>
                <a:lnTo>
                  <a:pt x="471199" y="1165841"/>
                </a:lnTo>
                <a:lnTo>
                  <a:pt x="509285" y="1131464"/>
                </a:lnTo>
                <a:lnTo>
                  <a:pt x="547268" y="1096941"/>
                </a:lnTo>
                <a:lnTo>
                  <a:pt x="585145" y="1062273"/>
                </a:lnTo>
                <a:lnTo>
                  <a:pt x="622914" y="1027459"/>
                </a:lnTo>
                <a:lnTo>
                  <a:pt x="660573" y="992499"/>
                </a:lnTo>
                <a:lnTo>
                  <a:pt x="698120" y="957393"/>
                </a:lnTo>
                <a:lnTo>
                  <a:pt x="735552" y="922142"/>
                </a:lnTo>
                <a:lnTo>
                  <a:pt x="772868" y="886744"/>
                </a:lnTo>
                <a:lnTo>
                  <a:pt x="810065" y="851201"/>
                </a:lnTo>
                <a:lnTo>
                  <a:pt x="847140" y="815513"/>
                </a:lnTo>
                <a:lnTo>
                  <a:pt x="884092" y="779678"/>
                </a:lnTo>
                <a:lnTo>
                  <a:pt x="920918" y="743698"/>
                </a:lnTo>
                <a:lnTo>
                  <a:pt x="957616" y="707571"/>
                </a:lnTo>
                <a:lnTo>
                  <a:pt x="994183" y="671300"/>
                </a:lnTo>
                <a:lnTo>
                  <a:pt x="1030618" y="634882"/>
                </a:lnTo>
                <a:lnTo>
                  <a:pt x="1066918" y="598318"/>
                </a:lnTo>
                <a:lnTo>
                  <a:pt x="1103081" y="561609"/>
                </a:lnTo>
                <a:lnTo>
                  <a:pt x="1139105" y="524754"/>
                </a:lnTo>
                <a:lnTo>
                  <a:pt x="1174987" y="487753"/>
                </a:lnTo>
                <a:lnTo>
                  <a:pt x="1210725" y="450607"/>
                </a:lnTo>
                <a:lnTo>
                  <a:pt x="1246318" y="413314"/>
                </a:lnTo>
                <a:lnTo>
                  <a:pt x="1281761" y="375876"/>
                </a:lnTo>
                <a:lnTo>
                  <a:pt x="1317054" y="338292"/>
                </a:lnTo>
                <a:lnTo>
                  <a:pt x="1352195" y="300563"/>
                </a:lnTo>
                <a:lnTo>
                  <a:pt x="1387180" y="262687"/>
                </a:lnTo>
                <a:lnTo>
                  <a:pt x="1422007" y="224666"/>
                </a:lnTo>
                <a:lnTo>
                  <a:pt x="1456675" y="186499"/>
                </a:lnTo>
                <a:lnTo>
                  <a:pt x="1491182" y="148186"/>
                </a:lnTo>
                <a:lnTo>
                  <a:pt x="1525524" y="1097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2098822362" name="object 8"/>
          <p:cNvPicPr/>
          <p:nvPr/>
        </p:nvPicPr>
        <p:blipFill>
          <a:blip r:embed="rId3"/>
          <a:stretch/>
        </p:blipFill>
        <p:spPr bwMode="auto">
          <a:xfrm>
            <a:off x="-190" y="0"/>
            <a:ext cx="5174361" cy="6856982"/>
          </a:xfrm>
          <a:prstGeom prst="rect">
            <a:avLst/>
          </a:prstGeom>
        </p:spPr>
      </p:pic>
      <p:sp>
        <p:nvSpPr>
          <p:cNvPr id="2059717202" name="object 9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32" y="1117704"/>
                </a:lnTo>
                <a:lnTo>
                  <a:pt x="75758" y="1084658"/>
                </a:lnTo>
                <a:lnTo>
                  <a:pt x="113477" y="1051483"/>
                </a:lnTo>
                <a:lnTo>
                  <a:pt x="151087" y="1018179"/>
                </a:lnTo>
                <a:lnTo>
                  <a:pt x="188586" y="984747"/>
                </a:lnTo>
                <a:lnTo>
                  <a:pt x="225973" y="951189"/>
                </a:lnTo>
                <a:lnTo>
                  <a:pt x="263246" y="917504"/>
                </a:lnTo>
                <a:lnTo>
                  <a:pt x="300404" y="883693"/>
                </a:lnTo>
                <a:lnTo>
                  <a:pt x="337445" y="849759"/>
                </a:lnTo>
                <a:lnTo>
                  <a:pt x="374367" y="815700"/>
                </a:lnTo>
                <a:lnTo>
                  <a:pt x="411169" y="781518"/>
                </a:lnTo>
                <a:lnTo>
                  <a:pt x="447849" y="747214"/>
                </a:lnTo>
                <a:lnTo>
                  <a:pt x="484406" y="712788"/>
                </a:lnTo>
                <a:lnTo>
                  <a:pt x="520838" y="678242"/>
                </a:lnTo>
                <a:lnTo>
                  <a:pt x="557144" y="643576"/>
                </a:lnTo>
                <a:lnTo>
                  <a:pt x="593321" y="608791"/>
                </a:lnTo>
                <a:lnTo>
                  <a:pt x="629369" y="573888"/>
                </a:lnTo>
                <a:lnTo>
                  <a:pt x="665286" y="538867"/>
                </a:lnTo>
                <a:lnTo>
                  <a:pt x="701069" y="503730"/>
                </a:lnTo>
                <a:lnTo>
                  <a:pt x="736718" y="468476"/>
                </a:lnTo>
                <a:lnTo>
                  <a:pt x="772231" y="433108"/>
                </a:lnTo>
                <a:lnTo>
                  <a:pt x="807607" y="397625"/>
                </a:lnTo>
                <a:lnTo>
                  <a:pt x="842843" y="362029"/>
                </a:lnTo>
                <a:lnTo>
                  <a:pt x="877938" y="326320"/>
                </a:lnTo>
                <a:lnTo>
                  <a:pt x="912891" y="290499"/>
                </a:lnTo>
                <a:lnTo>
                  <a:pt x="947700" y="254567"/>
                </a:lnTo>
                <a:lnTo>
                  <a:pt x="982363" y="218525"/>
                </a:lnTo>
                <a:lnTo>
                  <a:pt x="1016879" y="182373"/>
                </a:lnTo>
                <a:lnTo>
                  <a:pt x="1051246" y="146113"/>
                </a:lnTo>
                <a:lnTo>
                  <a:pt x="1085463" y="109744"/>
                </a:lnTo>
                <a:lnTo>
                  <a:pt x="1119528" y="73269"/>
                </a:lnTo>
                <a:lnTo>
                  <a:pt x="1153439" y="36687"/>
                </a:lnTo>
                <a:lnTo>
                  <a:pt x="1187196" y="0"/>
                </a:lnTo>
              </a:path>
              <a:path w="1187450" h="1150620" fill="norm" stroke="1" extrusionOk="0">
                <a:moveTo>
                  <a:pt x="307848" y="1150620"/>
                </a:moveTo>
                <a:lnTo>
                  <a:pt x="346881" y="1117670"/>
                </a:lnTo>
                <a:lnTo>
                  <a:pt x="385857" y="1084562"/>
                </a:lnTo>
                <a:lnTo>
                  <a:pt x="424773" y="1051296"/>
                </a:lnTo>
                <a:lnTo>
                  <a:pt x="463629" y="1017876"/>
                </a:lnTo>
                <a:lnTo>
                  <a:pt x="502420" y="984303"/>
                </a:lnTo>
                <a:lnTo>
                  <a:pt x="541146" y="950580"/>
                </a:lnTo>
                <a:lnTo>
                  <a:pt x="579803" y="916710"/>
                </a:lnTo>
                <a:lnTo>
                  <a:pt x="618390" y="882694"/>
                </a:lnTo>
                <a:lnTo>
                  <a:pt x="656904" y="848535"/>
                </a:lnTo>
                <a:lnTo>
                  <a:pt x="695343" y="814236"/>
                </a:lnTo>
                <a:lnTo>
                  <a:pt x="733704" y="779798"/>
                </a:lnTo>
                <a:lnTo>
                  <a:pt x="771986" y="745225"/>
                </a:lnTo>
                <a:lnTo>
                  <a:pt x="810187" y="710517"/>
                </a:lnTo>
                <a:lnTo>
                  <a:pt x="848303" y="675679"/>
                </a:lnTo>
                <a:lnTo>
                  <a:pt x="886333" y="640712"/>
                </a:lnTo>
                <a:lnTo>
                  <a:pt x="924274" y="605618"/>
                </a:lnTo>
                <a:lnTo>
                  <a:pt x="962125" y="570400"/>
                </a:lnTo>
                <a:lnTo>
                  <a:pt x="999883" y="535060"/>
                </a:lnTo>
                <a:lnTo>
                  <a:pt x="1037545" y="499601"/>
                </a:lnTo>
                <a:lnTo>
                  <a:pt x="1075110" y="464024"/>
                </a:lnTo>
                <a:lnTo>
                  <a:pt x="1112574" y="428333"/>
                </a:lnTo>
                <a:lnTo>
                  <a:pt x="1149937" y="392529"/>
                </a:lnTo>
                <a:lnTo>
                  <a:pt x="1187196" y="35661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08820565" name="object 10"/>
          <p:cNvSpPr/>
          <p:nvPr/>
        </p:nvSpPr>
        <p:spPr bwMode="auto">
          <a:xfrm>
            <a:off x="800100" y="1699260"/>
            <a:ext cx="3674745" cy="502920"/>
          </a:xfrm>
          <a:custGeom>
            <a:avLst/>
            <a:gdLst/>
            <a:ahLst/>
            <a:cxnLst/>
            <a:rect l="l" t="t" r="r" b="b"/>
            <a:pathLst>
              <a:path w="3674745" h="502919" fill="norm" stroke="1" extrusionOk="0">
                <a:moveTo>
                  <a:pt x="3674364" y="0"/>
                </a:moveTo>
                <a:lnTo>
                  <a:pt x="0" y="0"/>
                </a:lnTo>
                <a:lnTo>
                  <a:pt x="0" y="502920"/>
                </a:lnTo>
                <a:lnTo>
                  <a:pt x="3674364" y="502920"/>
                </a:lnTo>
                <a:lnTo>
                  <a:pt x="3674364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12039030" name="object 11"/>
          <p:cNvSpPr/>
          <p:nvPr/>
        </p:nvSpPr>
        <p:spPr bwMode="auto">
          <a:xfrm>
            <a:off x="2482595" y="4898135"/>
            <a:ext cx="315595" cy="271780"/>
          </a:xfrm>
          <a:custGeom>
            <a:avLst/>
            <a:gdLst/>
            <a:ahLst/>
            <a:cxnLst/>
            <a:rect l="l" t="t" r="r" b="b"/>
            <a:pathLst>
              <a:path w="315594" h="271779" fill="norm" stroke="1" extrusionOk="0">
                <a:moveTo>
                  <a:pt x="315468" y="0"/>
                </a:moveTo>
                <a:lnTo>
                  <a:pt x="0" y="0"/>
                </a:lnTo>
                <a:lnTo>
                  <a:pt x="157734" y="271271"/>
                </a:lnTo>
                <a:lnTo>
                  <a:pt x="315468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6305395" name="object 1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39E3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defRPr/>
            </a:pPr>
            <a:endParaRPr sz="4000">
              <a:latin typeface="Times New Roman"/>
              <a:cs typeface="Times New Roman"/>
            </a:endParaRPr>
          </a:p>
          <a:p>
            <a:pPr marL="370205">
              <a:lnSpc>
                <a:spcPct val="100000"/>
              </a:lnSpc>
              <a:spcBef>
                <a:spcPts val="2665"/>
              </a:spcBef>
              <a:defRPr/>
            </a:pPr>
            <a:r>
              <a:rPr sz="4000" spc="-155">
                <a:solidFill>
                  <a:srgbClr val="FFFDFF"/>
                </a:solidFill>
                <a:latin typeface="Calibri Light"/>
                <a:cs typeface="Calibri Light"/>
              </a:rPr>
              <a:t>C</a:t>
            </a:r>
            <a:r>
              <a:rPr sz="4000" spc="-145">
                <a:solidFill>
                  <a:srgbClr val="FFFDFF"/>
                </a:solidFill>
                <a:latin typeface="Calibri Light"/>
                <a:cs typeface="Calibri Light"/>
              </a:rPr>
              <a:t>l</a:t>
            </a:r>
            <a:r>
              <a:rPr sz="4000" spc="-150">
                <a:solidFill>
                  <a:srgbClr val="FFFDFF"/>
                </a:solidFill>
                <a:latin typeface="Calibri Light"/>
                <a:cs typeface="Calibri Light"/>
              </a:rPr>
              <a:t>as</a:t>
            </a:r>
            <a:r>
              <a:rPr sz="4000" spc="-5">
                <a:solidFill>
                  <a:srgbClr val="FFFDFF"/>
                </a:solidFill>
                <a:latin typeface="Calibri Light"/>
                <a:cs typeface="Calibri Light"/>
              </a:rPr>
              <a:t>s</a:t>
            </a:r>
            <a:r>
              <a:rPr sz="4000" spc="-320">
                <a:solidFill>
                  <a:srgbClr val="FFFDFF"/>
                </a:solidFill>
                <a:latin typeface="Calibri Light"/>
                <a:cs typeface="Calibri Light"/>
              </a:rPr>
              <a:t> </a:t>
            </a:r>
            <a:r>
              <a:rPr sz="4000" spc="-515">
                <a:solidFill>
                  <a:srgbClr val="FFFDFF"/>
                </a:solidFill>
                <a:latin typeface="Calibri Light"/>
                <a:cs typeface="Calibri Light"/>
              </a:rPr>
              <a:t>T</a:t>
            </a:r>
            <a:r>
              <a:rPr sz="4000" spc="-150">
                <a:solidFill>
                  <a:srgbClr val="FFFDFF"/>
                </a:solidFill>
                <a:latin typeface="Calibri Light"/>
                <a:cs typeface="Calibri Light"/>
              </a:rPr>
              <a:t>e</a:t>
            </a:r>
            <a:r>
              <a:rPr sz="4000" spc="-155">
                <a:solidFill>
                  <a:srgbClr val="FFFDFF"/>
                </a:solidFill>
                <a:latin typeface="Calibri Light"/>
                <a:cs typeface="Calibri Light"/>
              </a:rPr>
              <a:t>mp</a:t>
            </a:r>
            <a:r>
              <a:rPr sz="4000" spc="-145">
                <a:solidFill>
                  <a:srgbClr val="FFFDFF"/>
                </a:solidFill>
                <a:latin typeface="Calibri Light"/>
                <a:cs typeface="Calibri Light"/>
              </a:rPr>
              <a:t>l</a:t>
            </a:r>
            <a:r>
              <a:rPr sz="4000" spc="-185">
                <a:solidFill>
                  <a:srgbClr val="FFFDFF"/>
                </a:solidFill>
                <a:latin typeface="Calibri Light"/>
                <a:cs typeface="Calibri Light"/>
              </a:rPr>
              <a:t>a</a:t>
            </a:r>
            <a:r>
              <a:rPr sz="4000" spc="-195">
                <a:solidFill>
                  <a:srgbClr val="FFFDFF"/>
                </a:solidFill>
                <a:latin typeface="Calibri Light"/>
                <a:cs typeface="Calibri Light"/>
              </a:rPr>
              <a:t>t</a:t>
            </a:r>
            <a:r>
              <a:rPr sz="4000" spc="-160">
                <a:solidFill>
                  <a:srgbClr val="FFFDFF"/>
                </a:solidFill>
                <a:latin typeface="Calibri Light"/>
                <a:cs typeface="Calibri Light"/>
              </a:rPr>
              <a:t>e</a:t>
            </a:r>
            <a:r>
              <a:rPr sz="4000" spc="-5">
                <a:solidFill>
                  <a:srgbClr val="FFFDFF"/>
                </a:solidFill>
                <a:latin typeface="Calibri Light"/>
                <a:cs typeface="Calibri Light"/>
              </a:rPr>
              <a:t>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2080980773" name="object 13"/>
          <p:cNvSpPr txBox="1"/>
          <p:nvPr/>
        </p:nvSpPr>
        <p:spPr bwMode="auto">
          <a:xfrm>
            <a:off x="4995798" y="1607057"/>
            <a:ext cx="6626225" cy="101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55">
                <a:latin typeface="Cambria"/>
                <a:cs typeface="Cambria"/>
              </a:rPr>
              <a:t>The</a:t>
            </a:r>
            <a:r>
              <a:rPr sz="1800" spc="75">
                <a:latin typeface="Cambria"/>
                <a:cs typeface="Cambria"/>
              </a:rPr>
              <a:t> </a:t>
            </a:r>
            <a:r>
              <a:rPr sz="1800" spc="70">
                <a:latin typeface="Cambria"/>
                <a:cs typeface="Cambria"/>
              </a:rPr>
              <a:t>class</a:t>
            </a:r>
            <a:r>
              <a:rPr sz="1800" spc="4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template</a:t>
            </a:r>
            <a:r>
              <a:rPr sz="1800" spc="60">
                <a:latin typeface="Cambria"/>
                <a:cs typeface="Cambria"/>
              </a:rPr>
              <a:t> </a:t>
            </a:r>
            <a:r>
              <a:rPr sz="1800" spc="25">
                <a:latin typeface="Cambria"/>
                <a:cs typeface="Cambria"/>
              </a:rPr>
              <a:t>in</a:t>
            </a:r>
            <a:r>
              <a:rPr sz="1800" spc="65">
                <a:latin typeface="Cambria"/>
                <a:cs typeface="Cambria"/>
              </a:rPr>
              <a:t> </a:t>
            </a:r>
            <a:r>
              <a:rPr sz="1800" spc="180">
                <a:latin typeface="Cambria"/>
                <a:cs typeface="Cambria"/>
              </a:rPr>
              <a:t>c++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is</a:t>
            </a:r>
            <a:r>
              <a:rPr sz="1800" spc="60">
                <a:latin typeface="Cambria"/>
                <a:cs typeface="Cambria"/>
              </a:rPr>
              <a:t> like </a:t>
            </a:r>
            <a:r>
              <a:rPr sz="1800" spc="25">
                <a:latin typeface="Cambria"/>
                <a:cs typeface="Cambria"/>
              </a:rPr>
              <a:t>function</a:t>
            </a:r>
            <a:r>
              <a:rPr sz="1800" spc="75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templates.</a:t>
            </a:r>
            <a:r>
              <a:rPr sz="1800" spc="-170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They</a:t>
            </a:r>
            <a:r>
              <a:rPr sz="1800" spc="65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are </a:t>
            </a:r>
            <a:r>
              <a:rPr sz="1800" spc="-380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kn</a:t>
            </a:r>
            <a:r>
              <a:rPr sz="1800" spc="-25">
                <a:latin typeface="Cambria"/>
                <a:cs typeface="Cambria"/>
              </a:rPr>
              <a:t>o</a:t>
            </a:r>
            <a:r>
              <a:rPr sz="1800" spc="10">
                <a:latin typeface="Cambria"/>
                <a:cs typeface="Cambria"/>
              </a:rPr>
              <a:t>wn</a:t>
            </a:r>
            <a:r>
              <a:rPr sz="1800" spc="75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as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200">
                <a:latin typeface="Cambria"/>
                <a:cs typeface="Cambria"/>
              </a:rPr>
              <a:t>g</a:t>
            </a:r>
            <a:r>
              <a:rPr sz="1800" spc="80">
                <a:latin typeface="Cambria"/>
                <a:cs typeface="Cambria"/>
              </a:rPr>
              <a:t>ene</a:t>
            </a:r>
            <a:r>
              <a:rPr sz="1800" spc="110">
                <a:latin typeface="Cambria"/>
                <a:cs typeface="Cambria"/>
              </a:rPr>
              <a:t>r</a:t>
            </a:r>
            <a:r>
              <a:rPr sz="1800" spc="80">
                <a:latin typeface="Cambria"/>
                <a:cs typeface="Cambria"/>
              </a:rPr>
              <a:t>ic</a:t>
            </a:r>
            <a:r>
              <a:rPr sz="1800" spc="55">
                <a:latin typeface="Cambria"/>
                <a:cs typeface="Cambria"/>
              </a:rPr>
              <a:t> </a:t>
            </a:r>
            <a:r>
              <a:rPr sz="1800" spc="60">
                <a:latin typeface="Cambria"/>
                <a:cs typeface="Cambria"/>
              </a:rPr>
              <a:t>templ</a:t>
            </a:r>
            <a:r>
              <a:rPr sz="1800" spc="70">
                <a:latin typeface="Cambria"/>
                <a:cs typeface="Cambria"/>
              </a:rPr>
              <a:t>ates.</a:t>
            </a:r>
            <a:r>
              <a:rPr sz="1800" spc="-175">
                <a:latin typeface="Cambria"/>
                <a:cs typeface="Cambria"/>
              </a:rPr>
              <a:t> </a:t>
            </a:r>
            <a:r>
              <a:rPr sz="1800" spc="-20">
                <a:latin typeface="Cambria"/>
                <a:cs typeface="Cambria"/>
              </a:rPr>
              <a:t>T</a:t>
            </a:r>
            <a:r>
              <a:rPr sz="1800" spc="95">
                <a:latin typeface="Cambria"/>
                <a:cs typeface="Cambria"/>
              </a:rPr>
              <a:t>h</a:t>
            </a:r>
            <a:r>
              <a:rPr sz="1800" spc="15">
                <a:latin typeface="Cambria"/>
                <a:cs typeface="Cambria"/>
              </a:rPr>
              <a:t>e</a:t>
            </a:r>
            <a:r>
              <a:rPr sz="1800" spc="105">
                <a:latin typeface="Cambria"/>
                <a:cs typeface="Cambria"/>
              </a:rPr>
              <a:t>y</a:t>
            </a:r>
            <a:r>
              <a:rPr sz="1800" spc="75">
                <a:latin typeface="Cambria"/>
                <a:cs typeface="Cambria"/>
              </a:rPr>
              <a:t> </a:t>
            </a:r>
            <a:r>
              <a:rPr sz="1800" spc="100">
                <a:latin typeface="Cambria"/>
                <a:cs typeface="Cambria"/>
              </a:rPr>
              <a:t>de</a:t>
            </a:r>
            <a:r>
              <a:rPr sz="1800" spc="70">
                <a:latin typeface="Cambria"/>
                <a:cs typeface="Cambria"/>
              </a:rPr>
              <a:t>f</a:t>
            </a:r>
            <a:r>
              <a:rPr sz="1800" spc="65">
                <a:latin typeface="Cambria"/>
                <a:cs typeface="Cambria"/>
              </a:rPr>
              <a:t>ine</a:t>
            </a:r>
            <a:r>
              <a:rPr sz="1800" spc="6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a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25">
                <a:latin typeface="Cambria"/>
                <a:cs typeface="Cambria"/>
              </a:rPr>
              <a:t>f</a:t>
            </a:r>
            <a:r>
              <a:rPr sz="1800" spc="50">
                <a:latin typeface="Cambria"/>
                <a:cs typeface="Cambria"/>
              </a:rPr>
              <a:t>a</a:t>
            </a:r>
            <a:r>
              <a:rPr sz="1800" spc="90">
                <a:latin typeface="Cambria"/>
                <a:cs typeface="Cambria"/>
              </a:rPr>
              <a:t>m</a:t>
            </a:r>
            <a:r>
              <a:rPr sz="1800" spc="30">
                <a:latin typeface="Cambria"/>
                <a:cs typeface="Cambria"/>
              </a:rPr>
              <a:t>i</a:t>
            </a:r>
            <a:r>
              <a:rPr sz="1800" spc="-5">
                <a:latin typeface="Cambria"/>
                <a:cs typeface="Cambria"/>
              </a:rPr>
              <a:t>l</a:t>
            </a:r>
            <a:r>
              <a:rPr sz="1800" spc="105">
                <a:latin typeface="Cambria"/>
                <a:cs typeface="Cambria"/>
              </a:rPr>
              <a:t>y</a:t>
            </a:r>
            <a:r>
              <a:rPr sz="1800" spc="30">
                <a:latin typeface="Cambria"/>
                <a:cs typeface="Cambria"/>
              </a:rPr>
              <a:t> o</a:t>
            </a:r>
            <a:r>
              <a:rPr sz="1800" spc="20">
                <a:latin typeface="Cambria"/>
                <a:cs typeface="Cambria"/>
              </a:rPr>
              <a:t>f</a:t>
            </a:r>
            <a:r>
              <a:rPr sz="1800" spc="55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cla</a:t>
            </a:r>
            <a:r>
              <a:rPr sz="1800" spc="85">
                <a:latin typeface="Cambria"/>
                <a:cs typeface="Cambria"/>
              </a:rPr>
              <a:t>s</a:t>
            </a:r>
            <a:r>
              <a:rPr sz="1800" spc="65">
                <a:latin typeface="Cambria"/>
                <a:cs typeface="Cambria"/>
              </a:rPr>
              <a:t>ses  </a:t>
            </a:r>
            <a:r>
              <a:rPr sz="1800" spc="25">
                <a:latin typeface="Cambria"/>
                <a:cs typeface="Cambria"/>
              </a:rPr>
              <a:t>in</a:t>
            </a:r>
            <a:r>
              <a:rPr sz="1800" spc="50">
                <a:latin typeface="Cambria"/>
                <a:cs typeface="Cambria"/>
              </a:rPr>
              <a:t> </a:t>
            </a:r>
            <a:r>
              <a:rPr sz="1800" spc="229">
                <a:latin typeface="Cambria"/>
                <a:cs typeface="Cambria"/>
              </a:rPr>
              <a:t>C++.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451498349" name="object 14"/>
          <p:cNvSpPr txBox="1"/>
          <p:nvPr/>
        </p:nvSpPr>
        <p:spPr bwMode="auto">
          <a:xfrm>
            <a:off x="4995798" y="3205919"/>
            <a:ext cx="3028950" cy="157099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spc="50">
                <a:latin typeface="Cambria"/>
                <a:cs typeface="Cambria"/>
              </a:rPr>
              <a:t>Syntax:</a:t>
            </a:r>
            <a:endParaRPr sz="1800">
              <a:latin typeface="Cambria"/>
              <a:cs typeface="Cambria"/>
            </a:endParaRPr>
          </a:p>
          <a:p>
            <a:pPr marL="680085">
              <a:lnSpc>
                <a:spcPct val="100000"/>
              </a:lnSpc>
              <a:spcBef>
                <a:spcPts val="190"/>
              </a:spcBef>
              <a:defRPr/>
            </a:pPr>
            <a:r>
              <a:rPr sz="1600" b="1" spc="-10">
                <a:latin typeface="Consolas"/>
                <a:cs typeface="Consolas"/>
              </a:rPr>
              <a:t>template</a:t>
            </a:r>
            <a:r>
              <a:rPr sz="1600" spc="-10">
                <a:latin typeface="Consolas"/>
                <a:cs typeface="Consolas"/>
              </a:rPr>
              <a:t>&lt;</a:t>
            </a:r>
            <a:r>
              <a:rPr sz="1600" b="1" spc="-10">
                <a:latin typeface="Consolas"/>
                <a:cs typeface="Consolas"/>
              </a:rPr>
              <a:t>class</a:t>
            </a:r>
            <a:r>
              <a:rPr sz="1600" b="1" spc="-45">
                <a:latin typeface="Consolas"/>
                <a:cs typeface="Consolas"/>
              </a:rPr>
              <a:t> </a:t>
            </a:r>
            <a:r>
              <a:rPr sz="1600" spc="-10">
                <a:latin typeface="Consolas"/>
                <a:cs typeface="Consolas"/>
              </a:rPr>
              <a:t>Ttype&gt;</a:t>
            </a:r>
            <a:endParaRPr sz="160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  <a:defRPr/>
            </a:pPr>
            <a:r>
              <a:rPr sz="1600" b="1" spc="-5">
                <a:latin typeface="Consolas"/>
                <a:cs typeface="Consolas"/>
              </a:rPr>
              <a:t>class</a:t>
            </a:r>
            <a:r>
              <a:rPr sz="1600" b="1" spc="-50">
                <a:latin typeface="Consolas"/>
                <a:cs typeface="Consolas"/>
              </a:rPr>
              <a:t> </a:t>
            </a:r>
            <a:r>
              <a:rPr sz="1600" spc="-10">
                <a:latin typeface="Consolas"/>
                <a:cs typeface="Consolas"/>
              </a:rPr>
              <a:t>class_name</a:t>
            </a:r>
            <a:endParaRPr sz="160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  <a:defRPr/>
            </a:pPr>
            <a:r>
              <a:rPr sz="1600" spc="-5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902969">
              <a:lnSpc>
                <a:spcPct val="100000"/>
              </a:lnSpc>
              <a:defRPr/>
            </a:pPr>
            <a:r>
              <a:rPr sz="1600" spc="-10">
                <a:latin typeface="Consolas"/>
                <a:cs typeface="Consolas"/>
              </a:rPr>
              <a:t>//class</a:t>
            </a:r>
            <a:r>
              <a:rPr sz="1600" spc="-50">
                <a:latin typeface="Consolas"/>
                <a:cs typeface="Consolas"/>
              </a:rPr>
              <a:t> </a:t>
            </a:r>
            <a:r>
              <a:rPr sz="1600" spc="-5">
                <a:latin typeface="Consolas"/>
                <a:cs typeface="Consolas"/>
              </a:rPr>
              <a:t>body;</a:t>
            </a:r>
            <a:endParaRPr sz="160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  <a:defRPr/>
            </a:pPr>
            <a:r>
              <a:rPr sz="1600" spc="-5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88340674" name="object 2"/>
          <p:cNvGrpSpPr/>
          <p:nvPr/>
        </p:nvGrpSpPr>
        <p:grpSpPr bwMode="auto">
          <a:xfrm>
            <a:off x="598093" y="529716"/>
            <a:ext cx="248285" cy="168275"/>
            <a:chOff x="598093" y="529716"/>
            <a:chExt cx="248285" cy="16827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738417" y="529716"/>
              <a:ext cx="107949" cy="1682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598093" y="539241"/>
              <a:ext cx="114300" cy="158750"/>
            </a:xfrm>
            <a:prstGeom prst="rect">
              <a:avLst/>
            </a:prstGeom>
          </p:spPr>
        </p:pic>
      </p:grpSp>
      <p:pic>
        <p:nvPicPr>
          <p:cNvPr id="576149683" name="object 5"/>
          <p:cNvPicPr/>
          <p:nvPr/>
        </p:nvPicPr>
        <p:blipFill>
          <a:blip r:embed="rId5"/>
          <a:stretch/>
        </p:blipFill>
        <p:spPr bwMode="auto">
          <a:xfrm>
            <a:off x="1805547" y="529716"/>
            <a:ext cx="107949" cy="168275"/>
          </a:xfrm>
          <a:prstGeom prst="rect">
            <a:avLst/>
          </a:prstGeom>
        </p:spPr>
      </p:pic>
      <p:pic>
        <p:nvPicPr>
          <p:cNvPr id="430610504" name="object 6"/>
          <p:cNvPicPr/>
          <p:nvPr/>
        </p:nvPicPr>
        <p:blipFill>
          <a:blip r:embed="rId6"/>
          <a:stretch/>
        </p:blipFill>
        <p:spPr bwMode="auto">
          <a:xfrm>
            <a:off x="871219" y="804037"/>
            <a:ext cx="107949" cy="168275"/>
          </a:xfrm>
          <a:prstGeom prst="rect">
            <a:avLst/>
          </a:prstGeom>
        </p:spPr>
      </p:pic>
      <p:pic>
        <p:nvPicPr>
          <p:cNvPr id="1306577670" name="object 7"/>
          <p:cNvPicPr/>
          <p:nvPr/>
        </p:nvPicPr>
        <p:blipFill>
          <a:blip r:embed="rId6"/>
          <a:stretch/>
        </p:blipFill>
        <p:spPr bwMode="auto">
          <a:xfrm>
            <a:off x="1137791" y="2450210"/>
            <a:ext cx="107949" cy="168275"/>
          </a:xfrm>
          <a:prstGeom prst="rect">
            <a:avLst/>
          </a:prstGeom>
        </p:spPr>
      </p:pic>
      <p:pic>
        <p:nvPicPr>
          <p:cNvPr id="424216992" name="object 8"/>
          <p:cNvPicPr/>
          <p:nvPr/>
        </p:nvPicPr>
        <p:blipFill>
          <a:blip r:embed="rId6"/>
          <a:stretch/>
        </p:blipFill>
        <p:spPr bwMode="auto">
          <a:xfrm>
            <a:off x="1328419" y="2999232"/>
            <a:ext cx="107949" cy="168275"/>
          </a:xfrm>
          <a:prstGeom prst="rect">
            <a:avLst/>
          </a:prstGeom>
        </p:spPr>
      </p:pic>
      <p:pic>
        <p:nvPicPr>
          <p:cNvPr id="1956628146" name="object 9"/>
          <p:cNvPicPr/>
          <p:nvPr/>
        </p:nvPicPr>
        <p:blipFill>
          <a:blip r:embed="rId7"/>
          <a:stretch/>
        </p:blipFill>
        <p:spPr bwMode="auto">
          <a:xfrm>
            <a:off x="1862073" y="2999232"/>
            <a:ext cx="107949" cy="168275"/>
          </a:xfrm>
          <a:prstGeom prst="rect">
            <a:avLst/>
          </a:prstGeom>
        </p:spPr>
      </p:pic>
      <p:pic>
        <p:nvPicPr>
          <p:cNvPr id="974416510" name="object 10"/>
          <p:cNvPicPr/>
          <p:nvPr/>
        </p:nvPicPr>
        <p:blipFill>
          <a:blip r:embed="rId6"/>
          <a:stretch/>
        </p:blipFill>
        <p:spPr bwMode="auto">
          <a:xfrm>
            <a:off x="604442" y="4645405"/>
            <a:ext cx="107949" cy="168275"/>
          </a:xfrm>
          <a:prstGeom prst="rect">
            <a:avLst/>
          </a:prstGeom>
        </p:spPr>
      </p:pic>
      <p:pic>
        <p:nvPicPr>
          <p:cNvPr id="1265292843" name="object 11"/>
          <p:cNvPicPr/>
          <p:nvPr/>
        </p:nvPicPr>
        <p:blipFill>
          <a:blip r:embed="rId7"/>
          <a:stretch/>
        </p:blipFill>
        <p:spPr bwMode="auto">
          <a:xfrm>
            <a:off x="1404619" y="4645405"/>
            <a:ext cx="107949" cy="168275"/>
          </a:xfrm>
          <a:prstGeom prst="rect">
            <a:avLst/>
          </a:prstGeom>
        </p:spPr>
      </p:pic>
      <p:pic>
        <p:nvPicPr>
          <p:cNvPr id="2122234062" name="object 12"/>
          <p:cNvPicPr/>
          <p:nvPr/>
        </p:nvPicPr>
        <p:blipFill>
          <a:blip r:embed="rId6"/>
          <a:stretch/>
        </p:blipFill>
        <p:spPr bwMode="auto">
          <a:xfrm>
            <a:off x="2128773" y="5194046"/>
            <a:ext cx="107949" cy="168274"/>
          </a:xfrm>
          <a:prstGeom prst="rect">
            <a:avLst/>
          </a:prstGeom>
        </p:spPr>
      </p:pic>
      <p:pic>
        <p:nvPicPr>
          <p:cNvPr id="258506246" name="object 13"/>
          <p:cNvPicPr/>
          <p:nvPr/>
        </p:nvPicPr>
        <p:blipFill>
          <a:blip r:embed="rId7"/>
          <a:stretch/>
        </p:blipFill>
        <p:spPr bwMode="auto">
          <a:xfrm>
            <a:off x="1595196" y="5468696"/>
            <a:ext cx="107949" cy="168275"/>
          </a:xfrm>
          <a:prstGeom prst="rect">
            <a:avLst/>
          </a:prstGeom>
        </p:spPr>
      </p:pic>
      <p:sp>
        <p:nvSpPr>
          <p:cNvPr id="1928438632" name="object 14"/>
          <p:cNvSpPr txBox="1"/>
          <p:nvPr/>
        </p:nvSpPr>
        <p:spPr bwMode="auto">
          <a:xfrm>
            <a:off x="575868" y="456691"/>
            <a:ext cx="427355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5595" indent="266700">
              <a:lnSpc>
                <a:spcPct val="100000"/>
              </a:lnSpc>
              <a:spcBef>
                <a:spcPts val="100"/>
              </a:spcBef>
              <a:tabLst>
                <a:tab pos="412750" algn="l"/>
                <a:tab pos="812165" algn="l"/>
                <a:tab pos="2012314" algn="l"/>
                <a:tab pos="2146300" algn="l"/>
              </a:tabLst>
              <a:defRPr/>
            </a:pPr>
            <a:r>
              <a:rPr sz="1800" spc="13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30">
                <a:solidFill>
                  <a:srgbClr val="A21515"/>
                </a:solidFill>
                <a:latin typeface="Trebuchet MS"/>
                <a:cs typeface="Trebuchet MS"/>
              </a:rPr>
              <a:t>&lt;ostream&gt; </a:t>
            </a:r>
            <a:r>
              <a:rPr sz="1800" spc="135">
                <a:solidFill>
                  <a:srgbClr val="A21515"/>
                </a:solidFill>
                <a:latin typeface="Trebuchet MS"/>
                <a:cs typeface="Trebuchet MS"/>
              </a:rPr>
              <a:t> </a:t>
            </a:r>
            <a:r>
              <a:rPr sz="1800" spc="195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1800" spc="15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nam</a:t>
            </a:r>
            <a:r>
              <a:rPr sz="1800" spc="-55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1800" spc="315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95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310">
                <a:latin typeface="Trebuchet MS"/>
                <a:cs typeface="Trebuchet MS"/>
              </a:rPr>
              <a:t>s</a:t>
            </a:r>
            <a:r>
              <a:rPr sz="1800" spc="160">
                <a:latin typeface="Trebuchet MS"/>
                <a:cs typeface="Trebuchet MS"/>
              </a:rPr>
              <a:t>t</a:t>
            </a:r>
            <a:r>
              <a:rPr sz="1800" spc="215">
                <a:latin typeface="Trebuchet MS"/>
                <a:cs typeface="Trebuchet MS"/>
              </a:rPr>
              <a:t>d</a:t>
            </a:r>
            <a:r>
              <a:rPr sz="1800" spc="345">
                <a:latin typeface="Trebuchet MS"/>
                <a:cs typeface="Trebuchet MS"/>
              </a:rPr>
              <a:t>;  </a:t>
            </a:r>
            <a:r>
              <a:rPr sz="1800" spc="180">
                <a:solidFill>
                  <a:srgbClr val="0000FF"/>
                </a:solidFill>
                <a:latin typeface="Trebuchet MS"/>
                <a:cs typeface="Trebuchet MS"/>
              </a:rPr>
              <a:t>template</a:t>
            </a:r>
            <a:r>
              <a:rPr sz="1800" spc="180">
                <a:latin typeface="Trebuchet MS"/>
                <a:cs typeface="Trebuchet MS"/>
              </a:rPr>
              <a:t>&lt;</a:t>
            </a:r>
            <a:r>
              <a:rPr sz="1800" spc="180">
                <a:solidFill>
                  <a:srgbClr val="0000FF"/>
                </a:solidFill>
                <a:latin typeface="Trebuchet MS"/>
                <a:cs typeface="Trebuchet MS"/>
              </a:rPr>
              <a:t>class	</a:t>
            </a:r>
            <a:r>
              <a:rPr sz="1800" spc="55">
                <a:solidFill>
                  <a:srgbClr val="2B91AE"/>
                </a:solidFill>
                <a:latin typeface="Trebuchet MS"/>
                <a:cs typeface="Trebuchet MS"/>
              </a:rPr>
              <a:t>T</a:t>
            </a:r>
            <a:r>
              <a:rPr sz="1800" spc="55">
                <a:latin typeface="Trebuchet MS"/>
                <a:cs typeface="Trebuchet MS"/>
              </a:rPr>
              <a:t>&gt;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812165" algn="l"/>
              </a:tabLst>
              <a:defRPr/>
            </a:pPr>
            <a:r>
              <a:rPr sz="1800" spc="285">
                <a:solidFill>
                  <a:srgbClr val="0000FF"/>
                </a:solidFill>
                <a:latin typeface="Trebuchet MS"/>
                <a:cs typeface="Trebuchet MS"/>
              </a:rPr>
              <a:t>class	</a:t>
            </a:r>
            <a:r>
              <a:rPr sz="1800" spc="45">
                <a:solidFill>
                  <a:srgbClr val="2B91AE"/>
                </a:solidFill>
                <a:latin typeface="Trebuchet MS"/>
                <a:cs typeface="Trebuchet MS"/>
              </a:rPr>
              <a:t>Numbers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265">
              <a:lnSpc>
                <a:spcPct val="100000"/>
              </a:lnSpc>
              <a:tabLst>
                <a:tab pos="735965" algn="l"/>
              </a:tabLst>
              <a:defRPr/>
            </a:pPr>
            <a:r>
              <a:rPr sz="1800" spc="5">
                <a:solidFill>
                  <a:srgbClr val="2B91AE"/>
                </a:solidFill>
                <a:latin typeface="Trebuchet MS"/>
                <a:cs typeface="Trebuchet MS"/>
              </a:rPr>
              <a:t>T	</a:t>
            </a:r>
            <a:r>
              <a:rPr sz="1800" spc="20">
                <a:latin typeface="Trebuchet MS"/>
                <a:cs typeface="Trebuchet MS"/>
              </a:rPr>
              <a:t>num;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70">
                <a:solidFill>
                  <a:srgbClr val="0000FF"/>
                </a:solidFill>
                <a:latin typeface="Trebuchet MS"/>
                <a:cs typeface="Trebuchet MS"/>
              </a:rPr>
              <a:t>publ	</a:t>
            </a:r>
            <a:r>
              <a:rPr sz="1800" spc="27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27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469265" marR="994410">
              <a:lnSpc>
                <a:spcPct val="100000"/>
              </a:lnSpc>
              <a:spcBef>
                <a:spcPts val="5"/>
              </a:spcBef>
              <a:tabLst>
                <a:tab pos="869950" algn="l"/>
                <a:tab pos="1137285" algn="l"/>
                <a:tab pos="1403985" algn="l"/>
                <a:tab pos="1803400" algn="l"/>
              </a:tabLst>
              <a:defRPr/>
            </a:pPr>
            <a:r>
              <a:rPr sz="1800" spc="-15">
                <a:latin typeface="Trebuchet MS"/>
                <a:cs typeface="Trebuchet MS"/>
              </a:rPr>
              <a:t>N</a:t>
            </a:r>
            <a:r>
              <a:rPr sz="1800" spc="-25">
                <a:latin typeface="Trebuchet MS"/>
                <a:cs typeface="Trebuchet MS"/>
              </a:rPr>
              <a:t>u</a:t>
            </a:r>
            <a:r>
              <a:rPr sz="1800" spc="-235">
                <a:latin typeface="Trebuchet MS"/>
                <a:cs typeface="Trebuchet MS"/>
              </a:rPr>
              <a:t>m</a:t>
            </a:r>
            <a:r>
              <a:rPr sz="1800" spc="-170">
                <a:latin typeface="Trebuchet MS"/>
                <a:cs typeface="Trebuchet MS"/>
              </a:rPr>
              <a:t>b</a:t>
            </a:r>
            <a:r>
              <a:rPr sz="1800" spc="245">
                <a:latin typeface="Trebuchet MS"/>
                <a:cs typeface="Trebuchet MS"/>
              </a:rPr>
              <a:t>e</a:t>
            </a:r>
            <a:r>
              <a:rPr sz="1800" spc="165">
                <a:latin typeface="Trebuchet MS"/>
                <a:cs typeface="Trebuchet MS"/>
              </a:rPr>
              <a:t>r</a:t>
            </a:r>
            <a:r>
              <a:rPr sz="1800" spc="375">
                <a:latin typeface="Trebuchet MS"/>
                <a:cs typeface="Trebuchet MS"/>
              </a:rPr>
              <a:t>s</a:t>
            </a:r>
            <a:r>
              <a:rPr sz="1800" spc="330">
                <a:latin typeface="Trebuchet MS"/>
                <a:cs typeface="Trebuchet MS"/>
              </a:rPr>
              <a:t>(</a:t>
            </a:r>
            <a:r>
              <a:rPr sz="1800" spc="5">
                <a:solidFill>
                  <a:srgbClr val="2B91AE"/>
                </a:solidFill>
                <a:latin typeface="Trebuchet MS"/>
                <a:cs typeface="Trebuchet MS"/>
              </a:rPr>
              <a:t>T</a:t>
            </a:r>
            <a:r>
              <a:rPr sz="180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90">
                <a:solidFill>
                  <a:srgbClr val="808080"/>
                </a:solidFill>
                <a:latin typeface="Trebuchet MS"/>
                <a:cs typeface="Trebuchet MS"/>
              </a:rPr>
              <a:t>a</a:t>
            </a:r>
            <a:r>
              <a:rPr sz="1800" spc="390">
                <a:latin typeface="Trebuchet MS"/>
                <a:cs typeface="Trebuchet MS"/>
              </a:rPr>
              <a:t>)</a:t>
            </a:r>
            <a:r>
              <a:rPr sz="1800" spc="380">
                <a:latin typeface="Trebuchet MS"/>
                <a:cs typeface="Trebuchet MS"/>
              </a:rPr>
              <a:t>:</a:t>
            </a:r>
            <a:r>
              <a:rPr sz="1800" spc="70">
                <a:latin typeface="Trebuchet MS"/>
                <a:cs typeface="Trebuchet MS"/>
              </a:rPr>
              <a:t>n</a:t>
            </a:r>
            <a:r>
              <a:rPr sz="1800" spc="60">
                <a:latin typeface="Trebuchet MS"/>
                <a:cs typeface="Trebuchet MS"/>
              </a:rPr>
              <a:t>u</a:t>
            </a:r>
            <a:r>
              <a:rPr sz="1800" spc="-35">
                <a:latin typeface="Trebuchet MS"/>
                <a:cs typeface="Trebuchet MS"/>
              </a:rPr>
              <a:t>m</a:t>
            </a:r>
            <a:r>
              <a:rPr sz="1800" spc="-30">
                <a:latin typeface="Trebuchet MS"/>
                <a:cs typeface="Trebuchet MS"/>
              </a:rPr>
              <a:t>(</a:t>
            </a:r>
            <a:r>
              <a:rPr sz="1800" spc="105">
                <a:solidFill>
                  <a:srgbClr val="808080"/>
                </a:solidFill>
                <a:latin typeface="Trebuchet MS"/>
                <a:cs typeface="Trebuchet MS"/>
              </a:rPr>
              <a:t>a</a:t>
            </a:r>
            <a:r>
              <a:rPr sz="1800" spc="375">
                <a:latin typeface="Trebuchet MS"/>
                <a:cs typeface="Trebuchet MS"/>
              </a:rPr>
              <a:t>)</a:t>
            </a:r>
            <a:r>
              <a:rPr sz="1800" spc="355">
                <a:latin typeface="Trebuchet MS"/>
                <a:cs typeface="Trebuchet MS"/>
              </a:rPr>
              <a:t>{}  </a:t>
            </a:r>
            <a:r>
              <a:rPr sz="1800" spc="130">
                <a:solidFill>
                  <a:srgbClr val="0000FF"/>
                </a:solidFill>
                <a:latin typeface="Trebuchet MS"/>
                <a:cs typeface="Trebuchet MS"/>
              </a:rPr>
              <a:t>vo	</a:t>
            </a:r>
            <a:r>
              <a:rPr sz="1800" spc="50">
                <a:solidFill>
                  <a:srgbClr val="0000FF"/>
                </a:solidFill>
                <a:latin typeface="Trebuchet MS"/>
                <a:cs typeface="Trebuchet MS"/>
              </a:rPr>
              <a:t>d	</a:t>
            </a:r>
            <a:r>
              <a:rPr sz="1800" spc="50">
                <a:latin typeface="Trebuchet MS"/>
                <a:cs typeface="Trebuchet MS"/>
              </a:rPr>
              <a:t>d	</a:t>
            </a:r>
            <a:r>
              <a:rPr sz="1800" spc="270">
                <a:latin typeface="Trebuchet MS"/>
                <a:cs typeface="Trebuchet MS"/>
              </a:rPr>
              <a:t>splay()</a:t>
            </a:r>
            <a:endParaRPr sz="1800">
              <a:latin typeface="Trebuchet MS"/>
              <a:cs typeface="Trebuchet MS"/>
            </a:endParaRPr>
          </a:p>
          <a:p>
            <a:pPr marL="469265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1594485" algn="l"/>
                <a:tab pos="1993900" algn="l"/>
                <a:tab pos="3060700" algn="l"/>
                <a:tab pos="3327400" algn="l"/>
                <a:tab pos="3726815" algn="l"/>
              </a:tabLst>
              <a:defRPr/>
            </a:pPr>
            <a:r>
              <a:rPr sz="1800" spc="120">
                <a:latin typeface="Trebuchet MS"/>
                <a:cs typeface="Trebuchet MS"/>
              </a:rPr>
              <a:t>co</a:t>
            </a:r>
            <a:r>
              <a:rPr sz="1800" spc="204">
                <a:latin typeface="Trebuchet MS"/>
                <a:cs typeface="Trebuchet MS"/>
              </a:rPr>
              <a:t>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95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 spc="110">
                <a:solidFill>
                  <a:srgbClr val="008080"/>
                </a:solidFill>
                <a:latin typeface="Trebuchet MS"/>
                <a:cs typeface="Trebuchet MS"/>
              </a:rPr>
              <a:t>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165">
                <a:solidFill>
                  <a:srgbClr val="A21515"/>
                </a:solidFill>
                <a:latin typeface="Trebuchet MS"/>
                <a:cs typeface="Trebuchet MS"/>
              </a:rPr>
              <a:t>"</a:t>
            </a:r>
            <a:r>
              <a:rPr sz="1800" spc="290">
                <a:solidFill>
                  <a:srgbClr val="A21515"/>
                </a:solidFill>
                <a:latin typeface="Trebuchet MS"/>
                <a:cs typeface="Trebuchet MS"/>
              </a:rPr>
              <a:t>V</a:t>
            </a:r>
            <a:r>
              <a:rPr sz="1800" spc="90">
                <a:solidFill>
                  <a:srgbClr val="A21515"/>
                </a:solidFill>
                <a:latin typeface="Trebuchet MS"/>
                <a:cs typeface="Trebuchet MS"/>
              </a:rPr>
              <a:t>a</a:t>
            </a:r>
            <a:r>
              <a:rPr sz="1800" spc="204">
                <a:solidFill>
                  <a:srgbClr val="A21515"/>
                </a:solidFill>
                <a:latin typeface="Trebuchet MS"/>
                <a:cs typeface="Trebuchet MS"/>
              </a:rPr>
              <a:t>l</a:t>
            </a:r>
            <a:r>
              <a:rPr sz="1800" spc="375">
                <a:solidFill>
                  <a:srgbClr val="A21515"/>
                </a:solidFill>
                <a:latin typeface="Trebuchet MS"/>
                <a:cs typeface="Trebuchet MS"/>
              </a:rPr>
              <a:t>u</a:t>
            </a:r>
            <a:r>
              <a:rPr sz="1800" spc="229">
                <a:solidFill>
                  <a:srgbClr val="A21515"/>
                </a:solidFill>
                <a:latin typeface="Trebuchet MS"/>
                <a:cs typeface="Trebuchet MS"/>
              </a:rPr>
              <a:t>e: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470">
                <a:solidFill>
                  <a:srgbClr val="A21515"/>
                </a:solidFill>
                <a:latin typeface="Trebuchet MS"/>
                <a:cs typeface="Trebuchet MS"/>
              </a:rPr>
              <a:t>"</a:t>
            </a:r>
            <a:r>
              <a:rPr sz="1800">
                <a:solidFill>
                  <a:srgbClr val="A21515"/>
                </a:solidFill>
                <a:latin typeface="Trebuchet MS"/>
                <a:cs typeface="Trebuchet MS"/>
              </a:rPr>
              <a:t>	</a:t>
            </a:r>
            <a:r>
              <a:rPr sz="1800" spc="95">
                <a:latin typeface="Trebuchet MS"/>
                <a:cs typeface="Trebuchet MS"/>
              </a:rPr>
              <a:t>&lt;</a:t>
            </a:r>
            <a:r>
              <a:rPr sz="1800" spc="110">
                <a:latin typeface="Trebuchet MS"/>
                <a:cs typeface="Trebuchet MS"/>
              </a:rPr>
              <a:t>&lt;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55">
                <a:latin typeface="Trebuchet MS"/>
                <a:cs typeface="Trebuchet MS"/>
              </a:rPr>
              <a:t>n</a:t>
            </a:r>
            <a:r>
              <a:rPr sz="1800" spc="-150">
                <a:latin typeface="Trebuchet MS"/>
                <a:cs typeface="Trebuchet MS"/>
              </a:rPr>
              <a:t>u</a:t>
            </a:r>
            <a:r>
              <a:rPr sz="1800" spc="-235">
                <a:latin typeface="Trebuchet MS"/>
                <a:cs typeface="Trebuchet MS"/>
              </a:rPr>
              <a:t>m</a:t>
            </a:r>
            <a:r>
              <a:rPr sz="1800" spc="39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469265">
              <a:lnSpc>
                <a:spcPct val="100000"/>
              </a:lnSpc>
              <a:defRPr/>
            </a:pPr>
            <a:r>
              <a:rPr sz="1800" spc="395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};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defRPr/>
            </a:pPr>
            <a:endParaRPr sz="1850">
              <a:latin typeface="Trebuchet MS"/>
              <a:cs typeface="Trebuchet MS"/>
            </a:endParaRPr>
          </a:p>
          <a:p>
            <a:pPr marL="146050">
              <a:lnSpc>
                <a:spcPct val="100000"/>
              </a:lnSpc>
              <a:tabLst>
                <a:tab pos="545465" algn="l"/>
                <a:tab pos="946150" algn="l"/>
              </a:tabLst>
              <a:defRPr/>
            </a:pPr>
            <a:r>
              <a:rPr sz="1800" spc="200">
                <a:solidFill>
                  <a:srgbClr val="0000FF"/>
                </a:solidFill>
                <a:latin typeface="Trebuchet MS"/>
                <a:cs typeface="Trebuchet MS"/>
              </a:rPr>
              <a:t>nt	</a:t>
            </a:r>
            <a:r>
              <a:rPr sz="1800" spc="-170">
                <a:latin typeface="Trebuchet MS"/>
                <a:cs typeface="Trebuchet MS"/>
              </a:rPr>
              <a:t>ma	</a:t>
            </a:r>
            <a:r>
              <a:rPr sz="1800" spc="280">
                <a:latin typeface="Trebuchet MS"/>
                <a:cs typeface="Trebuchet MS"/>
              </a:rPr>
              <a:t>n()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265">
              <a:lnSpc>
                <a:spcPct val="100000"/>
              </a:lnSpc>
              <a:tabLst>
                <a:tab pos="1670685" algn="l"/>
                <a:tab pos="2202815" algn="l"/>
              </a:tabLst>
              <a:defRPr/>
            </a:pPr>
            <a:r>
              <a:rPr sz="1800" spc="50">
                <a:solidFill>
                  <a:srgbClr val="2B91AE"/>
                </a:solidFill>
                <a:latin typeface="Trebuchet MS"/>
                <a:cs typeface="Trebuchet MS"/>
              </a:rPr>
              <a:t>Numbers</a:t>
            </a:r>
            <a:r>
              <a:rPr sz="1800" spc="50">
                <a:latin typeface="Trebuchet MS"/>
                <a:cs typeface="Trebuchet MS"/>
              </a:rPr>
              <a:t>&lt;	</a:t>
            </a:r>
            <a:r>
              <a:rPr sz="1800" spc="16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spc="165">
                <a:latin typeface="Trebuchet MS"/>
                <a:cs typeface="Trebuchet MS"/>
              </a:rPr>
              <a:t>&gt;	</a:t>
            </a:r>
            <a:r>
              <a:rPr sz="1800" spc="220">
                <a:latin typeface="Trebuchet MS"/>
                <a:cs typeface="Trebuchet MS"/>
              </a:rPr>
              <a:t>n1(20);</a:t>
            </a:r>
            <a:endParaRPr sz="1800">
              <a:latin typeface="Trebuchet MS"/>
              <a:cs typeface="Trebuchet MS"/>
            </a:endParaRPr>
          </a:p>
          <a:p>
            <a:pPr marL="469265">
              <a:lnSpc>
                <a:spcPct val="100000"/>
              </a:lnSpc>
              <a:tabLst>
                <a:tab pos="1137285" algn="l"/>
              </a:tabLst>
              <a:defRPr/>
            </a:pPr>
            <a:r>
              <a:rPr sz="1800" spc="150">
                <a:latin typeface="Trebuchet MS"/>
                <a:cs typeface="Trebuchet MS"/>
              </a:rPr>
              <a:t>n1.d	</a:t>
            </a:r>
            <a:r>
              <a:rPr sz="1800" spc="285">
                <a:latin typeface="Trebuchet MS"/>
                <a:cs typeface="Trebuchet MS"/>
              </a:rPr>
              <a:t>splay();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9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db90e87a-34a8-49d5-9137-035b9086fbd0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BEC37679F04BBE82B47BF8706106" ma:contentTypeVersion="14" ma:contentTypeDescription="Create a new document." ma:contentTypeScope="" ma:versionID="290e9d4b65155c8152b2daae346b3b1b">
  <xsd:schema xmlns:xsd="http://www.w3.org/2001/XMLSchema" xmlns:xs="http://www.w3.org/2001/XMLSchema" xmlns:p="http://schemas.microsoft.com/office/2006/metadata/properties" xmlns:ns1="http://schemas.microsoft.com/sharepoint/v3" xmlns:ns3="db90e87a-34a8-49d5-9137-035b9086fbd0" targetNamespace="http://schemas.microsoft.com/office/2006/metadata/properties" ma:root="true" ma:fieldsID="e6fcd3b6078d85535bb53644f1459b74" ns1:_="" ns3:_="">
    <xsd:import namespace="http://schemas.microsoft.com/sharepoint/v3"/>
    <xsd:import namespace="db90e87a-34a8-49d5-9137-035b9086fbd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0e87a-34a8-49d5-9137-035b9086fb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C61F35-CE6A-42D1-9C8B-9A1F9DED375D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db90e87a-34a8-49d5-9137-035b9086fbd0"/>
    <ds:schemaRef ds:uri="http://www.w3.org/XML/1998/namespace"/>
    <ds:schemaRef ds:uri="http://purl.org/dc/elements/1.1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CE16C8D9-A917-4EB8-BC53-B770CF7341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b90e87a-34a8-49d5-9137-035b9086fb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5679F774-8A66-45BC-848B-C1AEFBB78E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Zupash Awais BULC</dc:creator>
  <cp:lastModifiedBy/>
  <cp:revision>4</cp:revision>
  <dcterms:created xsi:type="dcterms:W3CDTF">2023-09-21T03:19:29Z</dcterms:created>
  <dcterms:modified xsi:type="dcterms:W3CDTF">2026-01-09T03:13:13Z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2023-09-21T00:00:00Z</vt:filetime>
  </property>
  <property fmtid="{D5CDD505-2E9C-101B-9397-08002B2CF9AE}" pid="5" name="ContentTypeId">
    <vt:lpwstr>0x0101009E1FBEC37679F04BBE82B47BF8706106</vt:lpwstr>
  </property>
</Properties>
</file>