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40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0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7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3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41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61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1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2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79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111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0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4688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33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62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1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642CD-AAAD-4E54-BAD2-9AEC05630F5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6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54D1-B773-6DC6-6A36-C4903D076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Computer Organization &amp; Assembly Language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092D9-7E8A-0F7D-03F8-2132B9F1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/>
              <a:t>Lecture 11-VIDEO MEMORY </a:t>
            </a:r>
            <a:endParaRPr lang="en-US" sz="4000" b="1" dirty="0"/>
          </a:p>
          <a:p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72024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4FA08-6C08-D3A9-2CC5-99429B6FE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50812-C052-568E-E478-B9925A01D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1663" y="1585913"/>
            <a:ext cx="9632949" cy="4325309"/>
          </a:xfrm>
        </p:spPr>
        <p:txBody>
          <a:bodyPr/>
          <a:lstStyle/>
          <a:p>
            <a:r>
              <a:rPr lang="en-US" dirty="0"/>
              <a:t>The text screen video memory for color monitors resides at 0xB8000.</a:t>
            </a:r>
          </a:p>
          <a:p>
            <a:r>
              <a:rPr lang="en-US" dirty="0"/>
              <a:t>The text screen resolution is 80x25.</a:t>
            </a:r>
          </a:p>
          <a:p>
            <a:r>
              <a:rPr lang="en-US" dirty="0"/>
              <a:t>25 Rows and 80 Columns</a:t>
            </a:r>
          </a:p>
          <a:p>
            <a:r>
              <a:rPr lang="en-US" dirty="0"/>
              <a:t>2 Bytes each character. One for ascii code and 1 for color.</a:t>
            </a:r>
          </a:p>
          <a:p>
            <a:r>
              <a:rPr lang="en-US" dirty="0"/>
              <a:t>1B Color bit represents : First nibble for Foreground Text Color and Second Nibble for background Color.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609419-DFF5-4BB9-F1A0-A36A523AF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415" y="3876526"/>
            <a:ext cx="8756221" cy="139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7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CA1526-D3F3-DBE3-A5DF-F8279716A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6133" y="1033462"/>
            <a:ext cx="5897805" cy="5569474"/>
          </a:xfrm>
        </p:spPr>
      </p:pic>
    </p:spTree>
    <p:extLst>
      <p:ext uri="{BB962C8B-B14F-4D97-AF65-F5344CB8AC3E}">
        <p14:creationId xmlns:p14="http://schemas.microsoft.com/office/powerpoint/2010/main" val="2691714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EFD2E-580F-03D2-89C9-D4561EE71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A with some random Color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6FC87-A00F-8AA1-8FD8-B45200B63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.model small</a:t>
            </a:r>
          </a:p>
          <a:p>
            <a:endParaRPr lang="en-US" dirty="0"/>
          </a:p>
          <a:p>
            <a:r>
              <a:rPr lang="en-US" dirty="0"/>
              <a:t>.code</a:t>
            </a:r>
          </a:p>
          <a:p>
            <a:endParaRPr lang="en-US" dirty="0"/>
          </a:p>
          <a:p>
            <a:r>
              <a:rPr lang="en-US" dirty="0"/>
              <a:t>Mov ax,0xb800</a:t>
            </a:r>
          </a:p>
          <a:p>
            <a:r>
              <a:rPr lang="en-US" dirty="0"/>
              <a:t>Mov </a:t>
            </a:r>
            <a:r>
              <a:rPr lang="en-US" dirty="0" err="1"/>
              <a:t>es,ax</a:t>
            </a:r>
            <a:endParaRPr lang="en-US" dirty="0"/>
          </a:p>
          <a:p>
            <a:r>
              <a:rPr lang="en-US" dirty="0"/>
              <a:t>Mov si,0</a:t>
            </a:r>
          </a:p>
          <a:p>
            <a:r>
              <a:rPr lang="en-US" dirty="0"/>
              <a:t>Mov es:[</a:t>
            </a:r>
            <a:r>
              <a:rPr lang="en-US" dirty="0" err="1"/>
              <a:t>si</a:t>
            </a:r>
            <a:r>
              <a:rPr lang="en-US" dirty="0"/>
              <a:t>], 'A'</a:t>
            </a:r>
          </a:p>
          <a:p>
            <a:r>
              <a:rPr lang="en-US" dirty="0"/>
              <a:t>Inc </a:t>
            </a:r>
            <a:r>
              <a:rPr lang="en-US" dirty="0" err="1"/>
              <a:t>si</a:t>
            </a:r>
            <a:endParaRPr lang="en-US" dirty="0"/>
          </a:p>
          <a:p>
            <a:r>
              <a:rPr lang="en-US" dirty="0"/>
              <a:t>Mov byte </a:t>
            </a:r>
            <a:r>
              <a:rPr lang="en-US" dirty="0" err="1"/>
              <a:t>ptr</a:t>
            </a:r>
            <a:r>
              <a:rPr lang="en-US" dirty="0"/>
              <a:t> es:[</a:t>
            </a:r>
            <a:r>
              <a:rPr lang="en-US" dirty="0" err="1"/>
              <a:t>si</a:t>
            </a:r>
            <a:r>
              <a:rPr lang="en-US" dirty="0"/>
              <a:t>],01010110b</a:t>
            </a:r>
          </a:p>
          <a:p>
            <a:endParaRPr lang="en-US" dirty="0"/>
          </a:p>
          <a:p>
            <a:r>
              <a:rPr lang="en-US" dirty="0"/>
              <a:t>.exit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683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2B60-546A-C390-48EE-25E1599E3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Screen Coordinates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392E6-8716-4C66-5508-58C45E3F5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688" y="2133600"/>
            <a:ext cx="10575924" cy="3777622"/>
          </a:xfrm>
        </p:spPr>
        <p:txBody>
          <a:bodyPr/>
          <a:lstStyle/>
          <a:p>
            <a:r>
              <a:rPr lang="en-US" dirty="0"/>
              <a:t>Linear Address (ASCII) = (Row address x Columns per Row x 2 + Column address x 2) (eq. 1)</a:t>
            </a:r>
          </a:p>
          <a:p>
            <a:r>
              <a:rPr lang="en-US" dirty="0"/>
              <a:t>Linear Address (Attributes) = (Row address x Columns per Row x 2+ Column address x 2) + 1 (eq. 2)</a:t>
            </a:r>
          </a:p>
        </p:txBody>
      </p:sp>
    </p:spTree>
    <p:extLst>
      <p:ext uri="{BB962C8B-B14F-4D97-AF65-F5344CB8AC3E}">
        <p14:creationId xmlns:p14="http://schemas.microsoft.com/office/powerpoint/2010/main" val="187805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55ACA-3BA7-C8FD-3F02-4BD5E1144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E1E3F-54E9-E7E4-CBE1-2D0A5CC59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display a text on the middle of the screen, we need to know its screen coordinates which are (12,40).</a:t>
            </a:r>
          </a:p>
          <a:p>
            <a:pPr marL="0" indent="0">
              <a:buNone/>
            </a:pPr>
            <a:r>
              <a:rPr lang="en-US" dirty="0"/>
              <a:t>To translate it into physical address,</a:t>
            </a:r>
          </a:p>
          <a:p>
            <a:pPr marL="0" indent="0">
              <a:buNone/>
            </a:pPr>
            <a:r>
              <a:rPr lang="en-US" dirty="0"/>
              <a:t>Memory address = 12 * 80 * 2 + 40 *2 = </a:t>
            </a:r>
            <a:r>
              <a:rPr lang="en-US" b="1" dirty="0"/>
              <a:t>2000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b="1" dirty="0"/>
              <a:t>2001</a:t>
            </a:r>
            <a:r>
              <a:rPr lang="en-US" dirty="0"/>
              <a:t> for the offset address of the attributes of character</a:t>
            </a:r>
          </a:p>
        </p:txBody>
      </p:sp>
    </p:spTree>
    <p:extLst>
      <p:ext uri="{BB962C8B-B14F-4D97-AF65-F5344CB8AC3E}">
        <p14:creationId xmlns:p14="http://schemas.microsoft.com/office/powerpoint/2010/main" val="88402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41879-9D86-BAF8-9EFE-ECC627AB1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display text on center of the screen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8AE03-42E7-82F5-5A64-49D4206F1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dirty="0"/>
              <a:t>.model small</a:t>
            </a:r>
          </a:p>
          <a:p>
            <a:pPr marL="0" indent="0">
              <a:buNone/>
            </a:pPr>
            <a:r>
              <a:rPr lang="en-US" dirty="0"/>
              <a:t>.stack 100h</a:t>
            </a:r>
          </a:p>
          <a:p>
            <a:pPr marL="0" indent="0">
              <a:buNone/>
            </a:pPr>
            <a:r>
              <a:rPr lang="en-US" dirty="0"/>
              <a:t>.data</a:t>
            </a:r>
          </a:p>
          <a:p>
            <a:pPr marL="0" indent="0">
              <a:buNone/>
            </a:pPr>
            <a:r>
              <a:rPr lang="en-US" dirty="0"/>
              <a:t>.code</a:t>
            </a:r>
          </a:p>
          <a:p>
            <a:pPr marL="0" indent="0">
              <a:buNone/>
            </a:pPr>
            <a:r>
              <a:rPr lang="en-US" dirty="0"/>
              <a:t>Mov ax,0xb800</a:t>
            </a:r>
          </a:p>
          <a:p>
            <a:pPr marL="0" indent="0">
              <a:buNone/>
            </a:pPr>
            <a:r>
              <a:rPr lang="en-US" dirty="0"/>
              <a:t>Mov </a:t>
            </a:r>
            <a:r>
              <a:rPr lang="en-US" dirty="0" err="1"/>
              <a:t>es,ax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Mov si,2000</a:t>
            </a:r>
          </a:p>
          <a:p>
            <a:pPr marL="0" indent="0">
              <a:buNone/>
            </a:pPr>
            <a:r>
              <a:rPr lang="en-US" dirty="0"/>
              <a:t>Mov es:[</a:t>
            </a:r>
            <a:r>
              <a:rPr lang="en-US" dirty="0" err="1"/>
              <a:t>si</a:t>
            </a:r>
            <a:r>
              <a:rPr lang="en-US" dirty="0"/>
              <a:t>], 'H'</a:t>
            </a:r>
          </a:p>
          <a:p>
            <a:pPr marL="0" indent="0">
              <a:buNone/>
            </a:pPr>
            <a:r>
              <a:rPr lang="en-US" dirty="0"/>
              <a:t>add si,2</a:t>
            </a:r>
          </a:p>
          <a:p>
            <a:pPr marL="0" indent="0">
              <a:buNone/>
            </a:pPr>
            <a:r>
              <a:rPr lang="en-US" dirty="0"/>
              <a:t>Mov es:[</a:t>
            </a:r>
            <a:r>
              <a:rPr lang="en-US" dirty="0" err="1"/>
              <a:t>si</a:t>
            </a:r>
            <a:r>
              <a:rPr lang="en-US" dirty="0"/>
              <a:t>], 'E'</a:t>
            </a:r>
          </a:p>
          <a:p>
            <a:pPr marL="0" indent="0">
              <a:buNone/>
            </a:pPr>
            <a:r>
              <a:rPr lang="en-US" dirty="0"/>
              <a:t>add si,2</a:t>
            </a:r>
          </a:p>
          <a:p>
            <a:pPr marL="0" indent="0">
              <a:buNone/>
            </a:pPr>
            <a:r>
              <a:rPr lang="en-US" dirty="0"/>
              <a:t>Mov es:[</a:t>
            </a:r>
            <a:r>
              <a:rPr lang="en-US" dirty="0" err="1"/>
              <a:t>si</a:t>
            </a:r>
            <a:r>
              <a:rPr lang="en-US" dirty="0"/>
              <a:t>], 'L'</a:t>
            </a:r>
          </a:p>
          <a:p>
            <a:pPr marL="0" indent="0">
              <a:buNone/>
            </a:pPr>
            <a:r>
              <a:rPr lang="en-US" dirty="0"/>
              <a:t>add si,2</a:t>
            </a:r>
          </a:p>
          <a:p>
            <a:pPr marL="0" indent="0">
              <a:buNone/>
            </a:pPr>
            <a:r>
              <a:rPr lang="en-US" dirty="0"/>
              <a:t>Mov es:[</a:t>
            </a:r>
            <a:r>
              <a:rPr lang="en-US" dirty="0" err="1"/>
              <a:t>si</a:t>
            </a:r>
            <a:r>
              <a:rPr lang="en-US" dirty="0"/>
              <a:t>], 'L'</a:t>
            </a:r>
          </a:p>
          <a:p>
            <a:pPr marL="0" indent="0">
              <a:buNone/>
            </a:pPr>
            <a:r>
              <a:rPr lang="en-US" dirty="0"/>
              <a:t>add si,2</a:t>
            </a:r>
          </a:p>
          <a:p>
            <a:pPr marL="0" indent="0">
              <a:buNone/>
            </a:pPr>
            <a:r>
              <a:rPr lang="en-US" dirty="0"/>
              <a:t>Mov es:[</a:t>
            </a:r>
            <a:r>
              <a:rPr lang="en-US" dirty="0" err="1"/>
              <a:t>si</a:t>
            </a:r>
            <a:r>
              <a:rPr lang="en-US" dirty="0"/>
              <a:t>], 'O'</a:t>
            </a:r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dirty="0" err="1"/>
              <a:t>exi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353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3E064-FA69-0DBC-482D-CE5821BF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AE660-EF0C-5DEC-A8AF-FB17C6171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Initialize a string in data segment and display it in video memory using loop and jumps</a:t>
            </a:r>
          </a:p>
        </p:txBody>
      </p:sp>
    </p:spTree>
    <p:extLst>
      <p:ext uri="{BB962C8B-B14F-4D97-AF65-F5344CB8AC3E}">
        <p14:creationId xmlns:p14="http://schemas.microsoft.com/office/powerpoint/2010/main" val="1051318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60F2C73-8485-972F-4CE7-F0507267CB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9985" y="1040117"/>
            <a:ext cx="6028536" cy="502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5904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5404</TotalTime>
  <Words>322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 3</vt:lpstr>
      <vt:lpstr>Wisp</vt:lpstr>
      <vt:lpstr>Computer Organization &amp; Assembly Language</vt:lpstr>
      <vt:lpstr>Video Memory</vt:lpstr>
      <vt:lpstr>PowerPoint Presentation</vt:lpstr>
      <vt:lpstr>Print A with some random Color</vt:lpstr>
      <vt:lpstr>Calculate Screen Coordinates</vt:lpstr>
      <vt:lpstr>Example</vt:lpstr>
      <vt:lpstr>To display text on center of the screen</vt:lpstr>
      <vt:lpstr>Class activity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Hina Tahir</cp:lastModifiedBy>
  <cp:revision>15</cp:revision>
  <dcterms:created xsi:type="dcterms:W3CDTF">2023-10-17T17:30:28Z</dcterms:created>
  <dcterms:modified xsi:type="dcterms:W3CDTF">2025-12-16T17:44:56Z</dcterms:modified>
</cp:coreProperties>
</file>