
<file path=[Content_Types].xml><?xml version="1.0" encoding="utf-8"?>
<Types xmlns="http://schemas.openxmlformats.org/package/2006/content-types">
  <Default Extension="xml" ContentType="application/xml"/>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29.xml" ContentType="application/vnd.openxmlformats-officedocument.presentationml.notesSlide+xml"/>
  <Override PartName="/ppt/notesSlides/notesSlide27.xml" ContentType="application/vnd.openxmlformats-officedocument.presentationml.notesSlide+xml"/>
  <Override PartName="/ppt/notesSlides/notesSlide26.xml" ContentType="application/vnd.openxmlformats-officedocument.presentationml.notesSlide+xml"/>
  <Override PartName="/ppt/notesSlides/notesSlide25.xml" ContentType="application/vnd.openxmlformats-officedocument.presentationml.notesSlide+xml"/>
  <Override PartName="/ppt/notesSlides/notesSlide24.xml" ContentType="application/vnd.openxmlformats-officedocument.presentationml.notesSlide+xml"/>
  <Override PartName="/ppt/notesSlides/notesSlide23.xml" ContentType="application/vnd.openxmlformats-officedocument.presentationml.notesSlide+xml"/>
  <Override PartName="/ppt/notesSlides/notesSlide19.xml" ContentType="application/vnd.openxmlformats-officedocument.presentationml.notesSlide+xml"/>
  <Override PartName="/ppt/notesSlides/notesSlide18.xml" ContentType="application/vnd.openxmlformats-officedocument.presentationml.notesSlide+xml"/>
  <Override PartName="/ppt/notesSlides/notesSlide16.xml" ContentType="application/vnd.openxmlformats-officedocument.presentationml.notesSlide+xml"/>
  <Override PartName="/ppt/notesSlides/notesSlide12.xml" ContentType="application/vnd.openxmlformats-officedocument.presentationml.notesSlide+xml"/>
  <Override PartName="/ppt/notesSlides/notesSlide9.xml" ContentType="application/vnd.openxmlformats-officedocument.presentationml.notesSlide+xml"/>
  <Override PartName="/ppt/notesSlides/notesSlide8.xml" ContentType="application/vnd.openxmlformats-officedocument.presentationml.notesSlide+xml"/>
  <Override PartName="/ppt/notesSlides/notesSlide5.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Override PartName="/ppt/slides/slide31.xml" ContentType="application/vnd.openxmlformats-officedocument.presentationml.slide+xml"/>
  <Override PartName="/ppt/slides/slide30.xml" ContentType="application/vnd.openxmlformats-officedocument.presentationml.slide+xml"/>
  <Override PartName="/ppt/slides/slide26.xml" ContentType="application/vnd.openxmlformats-officedocument.presentationml.slide+xml"/>
  <Override PartName="/ppt/notesSlides/notesSlide30.xml" ContentType="application/vnd.openxmlformats-officedocument.presentationml.notesSlide+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3.xml" ContentType="application/vnd.openxmlformats-officedocument.presentationml.slideLayout+xml"/>
  <Override PartName="/ppt/notesSlides/notesSlide21.xml" ContentType="application/vnd.openxmlformats-officedocument.presentationml.notesSlide+xml"/>
  <Override PartName="/ppt/notesSlides/notesSlide14.xml" ContentType="application/vnd.openxmlformats-officedocument.presentationml.notesSlide+xml"/>
  <Override PartName="/ppt/slides/slide24.xml" ContentType="application/vnd.openxmlformats-officedocument.presentationml.slide+xml"/>
  <Override PartName="/ppt/slides/slide25.xml" ContentType="application/vnd.openxmlformats-officedocument.presentationml.slide+xml"/>
  <Override PartName="/ppt/slideLayouts/slideLayout9.xml" ContentType="application/vnd.openxmlformats-officedocument.presentationml.slideLayout+xml"/>
  <Override PartName="/ppt/slides/slide13.xml" ContentType="application/vnd.openxmlformats-officedocument.presentationml.slide+xml"/>
  <Override PartName="/ppt/theme/theme2.xml" ContentType="application/vnd.openxmlformats-officedocument.theme+xml"/>
  <Override PartName="/ppt/theme/theme1.xml" ContentType="application/vnd.openxmlformats-officedocument.theme+xml"/>
  <Override PartName="/ppt/notesSlides/notesSlide32.xml" ContentType="application/vnd.openxmlformats-officedocument.presentationml.notesSlide+xml"/>
  <Override PartName="/ppt/slides/slide3.xml" ContentType="application/vnd.openxmlformats-officedocument.presentationml.slide+xml"/>
  <Override PartName="/ppt/notesSlides/notesSlide22.xml" ContentType="application/vnd.openxmlformats-officedocument.presentationml.notesSlide+xml"/>
  <Override PartName="/ppt/slideLayouts/slideLayout4.xml" ContentType="application/vnd.openxmlformats-officedocument.presentationml.slideLayout+xml"/>
  <Override PartName="/ppt/notesSlides/notesSlide20.xml" ContentType="application/vnd.openxmlformats-officedocument.presentationml.notesSlide+xml"/>
  <Override PartName="/ppt/notesSlides/notesSlide10.xml" ContentType="application/vnd.openxmlformats-officedocument.presentationml.notesSlide+xml"/>
  <Override PartName="/ppt/slides/slide21.xml" ContentType="application/vnd.openxmlformats-officedocument.presentationml.slide+xml"/>
  <Override PartName="/ppt/slideLayouts/slideLayout1.xml" ContentType="application/vnd.openxmlformats-officedocument.presentationml.slideLayout+xml"/>
  <Override PartName="/ppt/slides/slide12.xml" ContentType="application/vnd.openxmlformats-officedocument.presentationml.slide+xml"/>
  <Override PartName="/ppt/slideLayouts/slideLayout5.xml" ContentType="application/vnd.openxmlformats-officedocument.presentationml.slideLayout+xml"/>
  <Override PartName="/ppt/slides/slide7.xml" ContentType="application/vnd.openxmlformats-officedocument.presentationml.slide+xml"/>
  <Override PartName="/ppt/notesSlides/notesSlide4.xml" ContentType="application/vnd.openxmlformats-officedocument.presentationml.notesSlide+xml"/>
  <Override PartName="/ppt/tableStyles.xml" ContentType="application/vnd.openxmlformats-officedocument.presentationml.tableStyles+xml"/>
  <Override PartName="/docProps/app.xml" ContentType="application/vnd.openxmlformats-officedocument.extended-properties+xml"/>
  <Override PartName="/ppt/slides/slide17.xml" ContentType="application/vnd.openxmlformats-officedocument.presentationml.slide+xml"/>
  <Override PartName="/ppt/viewProps.xml" ContentType="application/vnd.openxmlformats-officedocument.presentationml.viewProps+xml"/>
  <Override PartName="/ppt/notesSlides/notesSlide7.xml" ContentType="application/vnd.openxmlformats-officedocument.presentationml.notesSlide+xml"/>
  <Override PartName="/ppt/presentation.xml" ContentType="application/vnd.openxmlformats-officedocument.presentationml.presentation.main+xml"/>
  <Override PartName="/ppt/slides/slide8.xml" ContentType="application/vnd.openxmlformats-officedocument.presentationml.slide+xml"/>
  <Override PartName="/ppt/slides/slide32.xml" ContentType="application/vnd.openxmlformats-officedocument.presentationml.slide+xml"/>
  <Override PartName="/ppt/slideLayouts/slideLayout2.xml" ContentType="application/vnd.openxmlformats-officedocument.presentationml.slideLayout+xml"/>
  <Override PartName="/ppt/presProps.xml" ContentType="application/vnd.openxmlformats-officedocument.presentationml.presProps+xml"/>
  <Override PartName="/ppt/slideLayouts/slideLayout8.xml" ContentType="application/vnd.openxmlformats-officedocument.presentationml.slideLayout+xml"/>
  <Override PartName="/docProps/core.xml" ContentType="application/vnd.openxmlformats-package.core-properties+xml"/>
  <Override PartName="/ppt/notesSlides/notesSlide31.xml" ContentType="application/vnd.openxmlformats-officedocument.presentationml.notesSlide+xml"/>
  <Override PartName="/ppt/notesSlides/notesSlide28.xml" ContentType="application/vnd.openxmlformats-officedocument.presentationml.notesSlide+xml"/>
  <Override PartName="/ppt/slideLayouts/slideLayout6.xml" ContentType="application/vnd.openxmlformats-officedocument.presentationml.slideLayout+xml"/>
  <Override PartName="/ppt/notesSlides/notesSlide11.xml" ContentType="application/vnd.openxmlformats-officedocument.presentationml.notesSlide+xml"/>
  <Override PartName="/ppt/slides/slide10.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slides/slide1.xml" ContentType="application/vnd.openxmlformats-officedocument.presentationml.slide+xml"/>
  <Override PartName="/ppt/slideMasters/slideMaster1.xml" ContentType="application/vnd.openxmlformats-officedocument.presentationml.slideMaster+xml"/>
  <Override PartName="/ppt/slides/slide2.xml" ContentType="application/vnd.openxmlformats-officedocument.presentationml.slide+xml"/>
  <Override PartName="/ppt/notesSlides/notesSlide6.xml" ContentType="application/vnd.openxmlformats-officedocument.presentationml.notesSlide+xml"/>
  <Override PartName="/ppt/slides/slide4.xml" ContentType="application/vnd.openxmlformats-officedocument.presentationml.slide+xml"/>
  <Override PartName="/ppt/slides/slide5.xml" ContentType="application/vnd.openxmlformats-officedocument.presentationml.slide+xml"/>
  <Override PartName="/ppt/notesSlides/notesSlide13.xml" ContentType="application/vnd.openxmlformats-officedocument.presentationml.notesSlide+xml"/>
  <Override PartName="/ppt/slides/slide9.xml" ContentType="application/vnd.openxmlformats-officedocument.presentationml.slide+xml"/>
  <Override PartName="/ppt/slides/slide28.xml" ContentType="application/vnd.openxmlformats-officedocument.presentationml.slide+xml"/>
  <Override PartName="/ppt/slides/slide20.xml" ContentType="application/vnd.openxmlformats-officedocument.presentationml.slide+xml"/>
  <Override PartName="/ppt/slides/slide11.xml" ContentType="application/vnd.openxmlformats-officedocument.presentationml.slide+xml"/>
  <Override PartName="/ppt/notesSlides/notesSlide15.xml" ContentType="application/vnd.openxmlformats-officedocument.presentationml.notesSlide+xml"/>
  <Override PartName="/ppt/slides/slide14.xml" ContentType="application/vnd.openxmlformats-officedocument.presentationml.slide+xml"/>
  <Override PartName="/ppt/slides/slide29.xml" ContentType="application/vnd.openxmlformats-officedocument.presentationml.slide+xml"/>
  <Override PartName="/ppt/slideLayouts/slideLayout7.xml" ContentType="application/vnd.openxmlformats-officedocument.presentationml.slideLayout+xml"/>
  <Override PartName="/ppt/slides/slide15.xml" ContentType="application/vnd.openxmlformats-officedocument.presentationml.slide+xml"/>
  <Override PartName="/ppt/slides/slide16.xml" ContentType="application/vnd.openxmlformats-officedocument.presentationml.slide+xml"/>
  <Override PartName="/ppt/slides/slide27.xml" ContentType="application/vnd.openxmlformats-officedocument.presentationml.slide+xml"/>
  <Override PartName="/ppt/slides/slide18.xml" ContentType="application/vnd.openxmlformats-officedocument.presentationml.slide+xml"/>
  <Override PartName="/ppt/notesSlides/notesSlide17.xml" ContentType="application/vnd.openxmlformats-officedocument.presentationml.notesSlide+xml"/>
  <Override PartName="/ppt/slides/slide22.xml" ContentType="application/vnd.openxmlformats-officedocument.presentationml.slide+xml"/>
  <Override PartName="/ppt/slides/slide19.xml" ContentType="application/vnd.openxmlformats-officedocument.presentationml.slide+xml"/>
  <Override PartName="/ppt/slides/slide23.xml" ContentType="application/vnd.openxmlformats-officedocument.presentationml.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aveSubsetFonts="1">
  <p:sldMasterIdLst>
    <p:sldMasterId id="2147483648" r:id="rId1"/>
  </p:sldMasterIdLst>
  <p:notesMasterIdLst>
    <p:notesMasterId r:id="rId36"/>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Lst>
  <p:sldSz cx="12192000" cy="6858000"/>
  <p:notesSz cx="6858000" cy="9144000"/>
  <p:defaultTextStyle>
    <a:defPPr>
      <a:defRPr/>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68" d="100"/>
          <a:sy n="68" d="100"/>
        </p:scale>
        <p:origin x="816" y="72"/>
      </p:cViewPr>
      <p:guideLst>
        <p:guide pos="3840"/>
        <p:guide pos="2160" orient="horz"/>
      </p:guideLst>
    </p:cSldViewPr>
  </p:slide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notesMaster" Target="notesMasters/notesMaster1.xml"/><Relationship Id="rId37" Type="http://schemas.openxmlformats.org/officeDocument/2006/relationships/presProps" Target="presProps.xml" /><Relationship Id="rId38" Type="http://schemas.openxmlformats.org/officeDocument/2006/relationships/tableStyles" Target="tableStyles.xml" /><Relationship Id="rId39"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2"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nchor="ctr"/>
          <a:lstStyle>
            <a:lvl1pPr algn="l">
              <a:defRPr sz="1200"/>
            </a:lvl1pPr>
          </a:lstStyle>
          <a:p>
            <a:pPr>
              <a:defRPr/>
            </a:pPr>
            <a:endParaRPr/>
          </a:p>
        </p:txBody>
      </p:sp>
      <p:sp>
        <p:nvSpPr>
          <p:cNvPr id="3" name="Date Placeholder 2"/>
          <p:cNvSpPr>
            <a:spLocks noGrp="1"/>
          </p:cNvSpPr>
          <p:nvPr>
            <p:ph type="dt" idx="2"/>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3" name="Date Placeholder 2"/>
          <p:cNvSpPr>
            <a:spLocks noGrp="1"/>
          </p:cNvSpPr>
          <p:nvPr>
            <p:ph type="dt" idx="3"/>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5" name="Notes Placeholder 4"/>
          <p:cNvSpPr>
            <a:spLocks noGrp="1"/>
          </p:cNvSpPr>
          <p:nvPr>
            <p:ph type="body" sz="quarter" idx="1"/>
          </p:nvPr>
        </p:nvSpPr>
        <p:spPr bwMode="auto">
          <a:xfrm>
            <a:off x="685800" y="4400550"/>
            <a:ext cx="5486400" cy="3600450"/>
          </a:xfrm>
          <a:prstGeom prst="rect">
            <a:avLst/>
          </a:prstGeom>
        </p:spPr>
        <p:txBody>
          <a:bodyPr vert="horz" lIns="91440" tIns="45720" rIns="91440" bIns="45720" rtlCol="0" anchor="ctr"/>
          <a:lstStyle/>
          <a:p>
            <a:pPr>
              <a:defRPr/>
            </a:pPr>
            <a:endParaRPr/>
          </a:p>
        </p:txBody>
      </p:sp>
      <p:sp>
        <p:nvSpPr>
          <p:cNvPr id="6"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a:p>
        </p:txBody>
      </p:sp>
      <p:sp>
        <p:nvSpPr>
          <p:cNvPr id="7" name="Slide Number Placeholder 6"/>
          <p:cNvSpPr>
            <a:spLocks noGrp="1"/>
          </p:cNvSpPr>
          <p:nvPr>
            <p:ph type="sldNum" sz="quarter" idx="10"/>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endParaRPr/>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287A2F08-D906-D3EA-B72B-8BADADF124C3}" type="slidenum">
              <a:rPr/>
              <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E23E23A6-D9B2-1935-0406-0CFCF3CA3F52}" type="slidenum">
              <a:rPr/>
              <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EFDBE775-C904-5FDD-3B0E-B632FE21AEEE}" type="slidenum">
              <a:rPr/>
              <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49CA0ED-7795-5C0D-49AA-89B43C48666B}" type="slidenum">
              <a:rPr/>
              <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2BF3CAFA-7DDE-3AA4-D4F5-AE04312A1C42}" type="slidenum">
              <a:rPr/>
              <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1E2A56A-526E-B4A5-A963-9A5DE3DBAA4C}" type="slidenum">
              <a:rPr/>
              <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C422E3F-FFD4-CEB8-1B75-2FA4E9DF5ED3}" type="slidenum">
              <a:rPr/>
              <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B5DF839-ACF6-7900-FD63-24D8AADC1FE9}" type="slidenum">
              <a:rPr/>
              <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02A3406-8372-C438-62A1-C4757F244FAA}" type="slidenum">
              <a:rPr/>
              <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8770DE6-7054-38A0-32F5-D9AD45243A7D}" type="slidenum">
              <a:rPr/>
              <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EBEBF0C-115C-1719-94AC-EDA6D2223E49}" type="slidenum">
              <a:rPr/>
              <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3470258-7AD5-CCAD-41F3-D3EF8D1021DE}" type="slidenum">
              <a:rPr/>
              <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DF74496-CA0D-EA23-DE4E-1736908C4219}" type="slidenum">
              <a:rPr/>
              <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7D04002-4853-C300-B799-093A9A772B47}" type="slidenum">
              <a:rPr/>
              <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7C9D72BF-FFE7-E623-ADEB-E97120D7C3F3}" type="slidenum">
              <a:rPr/>
              <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EBA2C7A4-550D-07E5-5557-4DFA93CDB8E3}" type="slidenum">
              <a:rPr/>
              <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7B190D0-7423-3433-798C-B582D6C6C701}" type="slidenum">
              <a:rPr/>
              <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2377C171-0C61-100F-C6F2-5CA3111E600E}" type="slidenum">
              <a:rPr/>
              <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68EEF48-6573-F87A-0682-76A17B5FAE06}" type="slidenum">
              <a:rPr/>
              <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78F8419B-0BDB-9895-5FD1-85A89A00D76C}" type="slidenum">
              <a:rPr/>
              <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507C2ED7-CE7A-F6B3-4E5A-3F8CC42F35C6}" type="slidenum">
              <a:rPr/>
              <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C61C70D-E317-A0D8-9924-E19188215E11}" type="slidenum">
              <a:rPr/>
              <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38E24BA-FA02-EAAF-5CCA-A3778F945075}" type="slidenum">
              <a:rPr/>
              <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C8194CB6-C2A0-A588-976A-8608534CF17C}" type="slidenum">
              <a:rPr/>
              <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C144852-5BA6-3756-67FF-5CD0297D605E}" type="slidenum">
              <a:rPr/>
              <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12F4420-8456-04F5-2058-E1864372B823}" type="slidenum">
              <a:rPr/>
              <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7F8222CC-42C0-3432-8F3B-F1EC8C3F3CE1}" type="slidenum">
              <a:rPr/>
              <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A251645-4D1D-B607-8F9D-223AF45FFF42}" type="slidenum">
              <a:rPr/>
              <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35959F4-2D71-1B69-4F56-8921140C2A84}" type="slidenum">
              <a:rPr/>
              <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E04EDA0-6716-E719-DCE1-7F9855AE2ECC}" type="slidenum">
              <a:rPr/>
              <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ED3419B8-F401-3882-0A24-AED2793125CD}" type="slidenum">
              <a:rPr/>
              <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E3FC668F-E326-A0C4-685E-A277A7BE67B1}" type="slidenum">
              <a:rPr/>
              <a:t/>
            </a:fld>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Title Slide">
    <p:spTree>
      <p:nvGrpSpPr>
        <p:cNvPr id="1" name=""/>
        <p:cNvGrpSpPr/>
        <p:nvPr/>
      </p:nvGrpSpPr>
      <p:grpSpPr bwMode="auto">
        <a:xfrm>
          <a:off x="0" y="0"/>
          <a:ext cx="0" cy="0"/>
          <a:chOff x="0" y="0"/>
          <a:chExt cx="0" cy="0"/>
        </a:xfrm>
      </p:grpSpPr>
      <p:sp>
        <p:nvSpPr>
          <p:cNvPr id="655353147" name="Title 1"/>
          <p:cNvSpPr>
            <a:spLocks noGrp="1"/>
          </p:cNvSpPr>
          <p:nvPr>
            <p:ph type="ctrTitle"/>
          </p:nvPr>
        </p:nvSpPr>
        <p:spPr bwMode="auto">
          <a:xfrm>
            <a:off x="1524000" y="1122363"/>
            <a:ext cx="9144000" cy="2387600"/>
          </a:xfrm>
        </p:spPr>
        <p:txBody>
          <a:bodyPr anchor="b"/>
          <a:lstStyle>
            <a:lvl1pPr algn="ctr">
              <a:defRPr sz="6000"/>
            </a:lvl1pPr>
          </a:lstStyle>
          <a:p>
            <a:pPr>
              <a:defRPr/>
            </a:pPr>
            <a:r>
              <a:rPr lang="en-US"/>
              <a:t>Click to edit Master title style</a:t>
            </a:r>
            <a:endParaRPr/>
          </a:p>
        </p:txBody>
      </p:sp>
      <p:sp>
        <p:nvSpPr>
          <p:cNvPr id="1501860267" name="Subtitle 2"/>
          <p:cNvSpPr>
            <a:spLocks noGrp="1"/>
          </p:cNvSpPr>
          <p:nvPr>
            <p:ph type="subTitle" idx="1"/>
          </p:nvPr>
        </p:nvSpPr>
        <p:spPr bwMode="auto">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en-US"/>
              <a:t>Click to edit Master subtitle style</a:t>
            </a:r>
            <a:endParaRPr/>
          </a:p>
        </p:txBody>
      </p:sp>
      <p:sp>
        <p:nvSpPr>
          <p:cNvPr id="564273749" name="Date Placeholder 3"/>
          <p:cNvSpPr>
            <a:spLocks noGrp="1"/>
          </p:cNvSpPr>
          <p:nvPr>
            <p:ph type="dt" sz="half" idx="10"/>
          </p:nvPr>
        </p:nvSpPr>
        <p:spPr bwMode="auto"/>
        <p:txBody>
          <a:bodyPr/>
          <a:lstStyle/>
          <a:p>
            <a:pPr>
              <a:defRPr/>
            </a:pPr>
            <a:fld id="{319F9EB1-AA8B-4A70-AEF8-134490EFFA64}" type="datetimeFigureOut">
              <a:rPr/>
              <a:t>15/03/2025</a:t>
            </a:fld>
            <a:endParaRPr/>
          </a:p>
        </p:txBody>
      </p:sp>
      <p:sp>
        <p:nvSpPr>
          <p:cNvPr id="1678199266" name="Footer Placeholder 4"/>
          <p:cNvSpPr>
            <a:spLocks noGrp="1"/>
          </p:cNvSpPr>
          <p:nvPr>
            <p:ph type="ftr" sz="quarter" idx="11"/>
          </p:nvPr>
        </p:nvSpPr>
        <p:spPr bwMode="auto"/>
        <p:txBody>
          <a:bodyPr/>
          <a:lstStyle/>
          <a:p>
            <a:pPr>
              <a:defRPr/>
            </a:pPr>
            <a:endParaRPr/>
          </a:p>
        </p:txBody>
      </p:sp>
      <p:sp>
        <p:nvSpPr>
          <p:cNvPr id="2013038456" name="Slide Number Placeholder 5"/>
          <p:cNvSpPr>
            <a:spLocks noGrp="1"/>
          </p:cNvSpPr>
          <p:nvPr>
            <p:ph type="sldNum" sz="quarter" idx="12"/>
          </p:nvPr>
        </p:nvSpPr>
        <p:spPr bwMode="auto"/>
        <p:txBody>
          <a:bodyPr/>
          <a:lstStyle/>
          <a:p>
            <a:pPr>
              <a:defRPr/>
            </a:pPr>
            <a:fld id="{7605432C-5750-40F6-81F7-7B61828F3E17}" type="slidenum">
              <a:r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248777615" name="Title 1"/>
          <p:cNvSpPr>
            <a:spLocks noGrp="1"/>
          </p:cNvSpPr>
          <p:nvPr>
            <p:ph type="title"/>
          </p:nvPr>
        </p:nvSpPr>
        <p:spPr bwMode="auto"/>
        <p:txBody>
          <a:bodyPr/>
          <a:lstStyle/>
          <a:p>
            <a:pPr>
              <a:defRPr/>
            </a:pPr>
            <a:r>
              <a:rPr lang="en-US"/>
              <a:t>Click to edit Master title style</a:t>
            </a:r>
            <a:endParaRPr/>
          </a:p>
        </p:txBody>
      </p:sp>
      <p:sp>
        <p:nvSpPr>
          <p:cNvPr id="1474100847"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2096569930" name="Date Placeholder 3"/>
          <p:cNvSpPr>
            <a:spLocks noGrp="1"/>
          </p:cNvSpPr>
          <p:nvPr>
            <p:ph type="dt" sz="half" idx="10"/>
          </p:nvPr>
        </p:nvSpPr>
        <p:spPr bwMode="auto"/>
        <p:txBody>
          <a:bodyPr/>
          <a:lstStyle/>
          <a:p>
            <a:pPr>
              <a:defRPr/>
            </a:pPr>
            <a:fld id="{319F9EB1-AA8B-4A70-AEF8-134490EFFA64}" type="datetimeFigureOut">
              <a:rPr/>
              <a:t>15/03/2025</a:t>
            </a:fld>
            <a:endParaRPr/>
          </a:p>
        </p:txBody>
      </p:sp>
      <p:sp>
        <p:nvSpPr>
          <p:cNvPr id="1878403107" name="Footer Placeholder 4"/>
          <p:cNvSpPr>
            <a:spLocks noGrp="1"/>
          </p:cNvSpPr>
          <p:nvPr>
            <p:ph type="ftr" sz="quarter" idx="11"/>
          </p:nvPr>
        </p:nvSpPr>
        <p:spPr bwMode="auto"/>
        <p:txBody>
          <a:bodyPr/>
          <a:lstStyle/>
          <a:p>
            <a:pPr>
              <a:defRPr/>
            </a:pPr>
            <a:endParaRPr/>
          </a:p>
        </p:txBody>
      </p:sp>
      <p:sp>
        <p:nvSpPr>
          <p:cNvPr id="449804235" name="Slide Number Placeholder 5"/>
          <p:cNvSpPr>
            <a:spLocks noGrp="1"/>
          </p:cNvSpPr>
          <p:nvPr>
            <p:ph type="sldNum" sz="quarter" idx="12"/>
          </p:nvPr>
        </p:nvSpPr>
        <p:spPr bwMode="auto"/>
        <p:txBody>
          <a:bodyPr/>
          <a:lstStyle/>
          <a:p>
            <a:pPr>
              <a:defRPr/>
            </a:pPr>
            <a:fld id="{7605432C-5750-40F6-81F7-7B61828F3E17}" type="slidenum">
              <a:r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sp>
        <p:nvSpPr>
          <p:cNvPr id="1445263801" name="Title 1"/>
          <p:cNvSpPr>
            <a:spLocks noGrp="1"/>
          </p:cNvSpPr>
          <p:nvPr>
            <p:ph type="title"/>
          </p:nvPr>
        </p:nvSpPr>
        <p:spPr bwMode="auto">
          <a:xfrm>
            <a:off x="831850" y="1709738"/>
            <a:ext cx="10515600" cy="2852737"/>
          </a:xfrm>
        </p:spPr>
        <p:txBody>
          <a:bodyPr anchor="b"/>
          <a:lstStyle>
            <a:lvl1pPr>
              <a:defRPr sz="6000"/>
            </a:lvl1pPr>
          </a:lstStyle>
          <a:p>
            <a:pPr>
              <a:defRPr/>
            </a:pPr>
            <a:r>
              <a:rPr lang="en-US"/>
              <a:t>Click to edit Master title style</a:t>
            </a:r>
            <a:endParaRPr/>
          </a:p>
        </p:txBody>
      </p:sp>
      <p:sp>
        <p:nvSpPr>
          <p:cNvPr id="1438077125" name="Text Placeholder 2"/>
          <p:cNvSpPr>
            <a:spLocks noGrp="1"/>
          </p:cNvSpPr>
          <p:nvPr>
            <p:ph type="body" idx="1"/>
          </p:nvPr>
        </p:nvSpPr>
        <p:spPr bwMode="auto">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defRPr/>
            </a:pPr>
            <a:r>
              <a:rPr lang="en-US"/>
              <a:t>Click to edit Master text styles</a:t>
            </a:r>
            <a:endParaRPr/>
          </a:p>
        </p:txBody>
      </p:sp>
      <p:sp>
        <p:nvSpPr>
          <p:cNvPr id="2034633166" name="Date Placeholder 3"/>
          <p:cNvSpPr>
            <a:spLocks noGrp="1"/>
          </p:cNvSpPr>
          <p:nvPr>
            <p:ph type="dt" sz="half" idx="10"/>
          </p:nvPr>
        </p:nvSpPr>
        <p:spPr bwMode="auto"/>
        <p:txBody>
          <a:bodyPr/>
          <a:lstStyle/>
          <a:p>
            <a:pPr>
              <a:defRPr/>
            </a:pPr>
            <a:fld id="{319F9EB1-AA8B-4A70-AEF8-134490EFFA64}" type="datetimeFigureOut">
              <a:rPr/>
              <a:t>15/03/2025</a:t>
            </a:fld>
            <a:endParaRPr/>
          </a:p>
        </p:txBody>
      </p:sp>
      <p:sp>
        <p:nvSpPr>
          <p:cNvPr id="628342867" name="Footer Placeholder 4"/>
          <p:cNvSpPr>
            <a:spLocks noGrp="1"/>
          </p:cNvSpPr>
          <p:nvPr>
            <p:ph type="ftr" sz="quarter" idx="11"/>
          </p:nvPr>
        </p:nvSpPr>
        <p:spPr bwMode="auto"/>
        <p:txBody>
          <a:bodyPr/>
          <a:lstStyle/>
          <a:p>
            <a:pPr>
              <a:defRPr/>
            </a:pPr>
            <a:endParaRPr/>
          </a:p>
        </p:txBody>
      </p:sp>
      <p:sp>
        <p:nvSpPr>
          <p:cNvPr id="1201272050" name="Slide Number Placeholder 5"/>
          <p:cNvSpPr>
            <a:spLocks noGrp="1"/>
          </p:cNvSpPr>
          <p:nvPr>
            <p:ph type="sldNum" sz="quarter" idx="12"/>
          </p:nvPr>
        </p:nvSpPr>
        <p:spPr bwMode="auto"/>
        <p:txBody>
          <a:bodyPr/>
          <a:lstStyle/>
          <a:p>
            <a:pPr>
              <a:defRPr/>
            </a:pPr>
            <a:fld id="{7605432C-5750-40F6-81F7-7B61828F3E17}" type="slidenum">
              <a:r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spTree>
      <p:nvGrpSpPr>
        <p:cNvPr id="1" name=""/>
        <p:cNvGrpSpPr/>
        <p:nvPr/>
      </p:nvGrpSpPr>
      <p:grpSpPr bwMode="auto">
        <a:xfrm>
          <a:off x="0" y="0"/>
          <a:ext cx="0" cy="0"/>
          <a:chOff x="0" y="0"/>
          <a:chExt cx="0" cy="0"/>
        </a:xfrm>
      </p:grpSpPr>
      <p:sp>
        <p:nvSpPr>
          <p:cNvPr id="51346690" name="Title 1"/>
          <p:cNvSpPr>
            <a:spLocks noGrp="1"/>
          </p:cNvSpPr>
          <p:nvPr>
            <p:ph type="title"/>
          </p:nvPr>
        </p:nvSpPr>
        <p:spPr bwMode="auto"/>
        <p:txBody>
          <a:bodyPr/>
          <a:lstStyle/>
          <a:p>
            <a:pPr>
              <a:defRPr/>
            </a:pPr>
            <a:r>
              <a:rPr lang="en-US"/>
              <a:t>Click to edit Master title style</a:t>
            </a:r>
            <a:endParaRPr/>
          </a:p>
        </p:txBody>
      </p:sp>
      <p:sp>
        <p:nvSpPr>
          <p:cNvPr id="1364550932" name="Content Placeholder 2"/>
          <p:cNvSpPr>
            <a:spLocks noGrp="1"/>
          </p:cNvSpPr>
          <p:nvPr>
            <p:ph sz="half" idx="1"/>
          </p:nvPr>
        </p:nvSpPr>
        <p:spPr bwMode="auto">
          <a:xfrm>
            <a:off x="838200" y="1825625"/>
            <a:ext cx="5181600" cy="435133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923906790" name="Content Placeholder 3"/>
          <p:cNvSpPr>
            <a:spLocks noGrp="1"/>
          </p:cNvSpPr>
          <p:nvPr>
            <p:ph sz="half" idx="2"/>
          </p:nvPr>
        </p:nvSpPr>
        <p:spPr bwMode="auto">
          <a:xfrm>
            <a:off x="6172200" y="1825625"/>
            <a:ext cx="5181600" cy="435133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759106127" name="Date Placeholder 4"/>
          <p:cNvSpPr>
            <a:spLocks noGrp="1"/>
          </p:cNvSpPr>
          <p:nvPr>
            <p:ph type="dt" sz="half" idx="10"/>
          </p:nvPr>
        </p:nvSpPr>
        <p:spPr bwMode="auto"/>
        <p:txBody>
          <a:bodyPr/>
          <a:lstStyle/>
          <a:p>
            <a:pPr>
              <a:defRPr/>
            </a:pPr>
            <a:fld id="{319F9EB1-AA8B-4A70-AEF8-134490EFFA64}" type="datetimeFigureOut">
              <a:rPr/>
              <a:t>15/03/2025</a:t>
            </a:fld>
            <a:endParaRPr/>
          </a:p>
        </p:txBody>
      </p:sp>
      <p:sp>
        <p:nvSpPr>
          <p:cNvPr id="1823901246" name="Footer Placeholder 5"/>
          <p:cNvSpPr>
            <a:spLocks noGrp="1"/>
          </p:cNvSpPr>
          <p:nvPr>
            <p:ph type="ftr" sz="quarter" idx="11"/>
          </p:nvPr>
        </p:nvSpPr>
        <p:spPr bwMode="auto"/>
        <p:txBody>
          <a:bodyPr/>
          <a:lstStyle/>
          <a:p>
            <a:pPr>
              <a:defRPr/>
            </a:pPr>
            <a:endParaRPr/>
          </a:p>
        </p:txBody>
      </p:sp>
      <p:sp>
        <p:nvSpPr>
          <p:cNvPr id="442368162" name="Slide Number Placeholder 6"/>
          <p:cNvSpPr>
            <a:spLocks noGrp="1"/>
          </p:cNvSpPr>
          <p:nvPr>
            <p:ph type="sldNum" sz="quarter" idx="12"/>
          </p:nvPr>
        </p:nvSpPr>
        <p:spPr bwMode="auto"/>
        <p:txBody>
          <a:bodyPr/>
          <a:lstStyle/>
          <a:p>
            <a:pPr>
              <a:defRPr/>
            </a:pPr>
            <a:fld id="{7605432C-5750-40F6-81F7-7B61828F3E17}" type="slidenum">
              <a:r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ison">
    <p:spTree>
      <p:nvGrpSpPr>
        <p:cNvPr id="1" name=""/>
        <p:cNvGrpSpPr/>
        <p:nvPr/>
      </p:nvGrpSpPr>
      <p:grpSpPr bwMode="auto">
        <a:xfrm>
          <a:off x="0" y="0"/>
          <a:ext cx="0" cy="0"/>
          <a:chOff x="0" y="0"/>
          <a:chExt cx="0" cy="0"/>
        </a:xfrm>
      </p:grpSpPr>
      <p:sp>
        <p:nvSpPr>
          <p:cNvPr id="1989805248" name="Title 1"/>
          <p:cNvSpPr>
            <a:spLocks noGrp="1"/>
          </p:cNvSpPr>
          <p:nvPr>
            <p:ph type="title"/>
          </p:nvPr>
        </p:nvSpPr>
        <p:spPr bwMode="auto">
          <a:xfrm>
            <a:off x="839788" y="365125"/>
            <a:ext cx="10515600" cy="1325563"/>
          </a:xfrm>
        </p:spPr>
        <p:txBody>
          <a:bodyPr/>
          <a:lstStyle/>
          <a:p>
            <a:pPr>
              <a:defRPr/>
            </a:pPr>
            <a:r>
              <a:rPr lang="en-US"/>
              <a:t>Click to edit Master title style</a:t>
            </a:r>
            <a:endParaRPr/>
          </a:p>
        </p:txBody>
      </p:sp>
      <p:sp>
        <p:nvSpPr>
          <p:cNvPr id="1622181869" name="Text Placeholder 2"/>
          <p:cNvSpPr>
            <a:spLocks noGrp="1"/>
          </p:cNvSpPr>
          <p:nvPr>
            <p:ph type="body" idx="1"/>
          </p:nvPr>
        </p:nvSpPr>
        <p:spPr bwMode="auto">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557211893" name="Content Placeholder 3"/>
          <p:cNvSpPr>
            <a:spLocks noGrp="1"/>
          </p:cNvSpPr>
          <p:nvPr>
            <p:ph sz="half" idx="2"/>
          </p:nvPr>
        </p:nvSpPr>
        <p:spPr bwMode="auto">
          <a:xfrm>
            <a:off x="839788" y="2505074"/>
            <a:ext cx="5157787" cy="368458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38390822" name="Text Placeholder 4"/>
          <p:cNvSpPr>
            <a:spLocks noGrp="1"/>
          </p:cNvSpPr>
          <p:nvPr>
            <p:ph type="body" sz="quarter" idx="3"/>
          </p:nvPr>
        </p:nvSpPr>
        <p:spPr bwMode="auto">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483692444" name="Content Placeholder 5"/>
          <p:cNvSpPr>
            <a:spLocks noGrp="1"/>
          </p:cNvSpPr>
          <p:nvPr>
            <p:ph sz="quarter" idx="4"/>
          </p:nvPr>
        </p:nvSpPr>
        <p:spPr bwMode="auto">
          <a:xfrm>
            <a:off x="6172200" y="2505074"/>
            <a:ext cx="5183188" cy="368458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498996307" name="Date Placeholder 6"/>
          <p:cNvSpPr>
            <a:spLocks noGrp="1"/>
          </p:cNvSpPr>
          <p:nvPr>
            <p:ph type="dt" sz="half" idx="10"/>
          </p:nvPr>
        </p:nvSpPr>
        <p:spPr bwMode="auto"/>
        <p:txBody>
          <a:bodyPr/>
          <a:lstStyle/>
          <a:p>
            <a:pPr>
              <a:defRPr/>
            </a:pPr>
            <a:fld id="{319F9EB1-AA8B-4A70-AEF8-134490EFFA64}" type="datetimeFigureOut">
              <a:rPr/>
              <a:t>15/03/2025</a:t>
            </a:fld>
            <a:endParaRPr/>
          </a:p>
        </p:txBody>
      </p:sp>
      <p:sp>
        <p:nvSpPr>
          <p:cNvPr id="1393423555" name="Footer Placeholder 7"/>
          <p:cNvSpPr>
            <a:spLocks noGrp="1"/>
          </p:cNvSpPr>
          <p:nvPr>
            <p:ph type="ftr" sz="quarter" idx="11"/>
          </p:nvPr>
        </p:nvSpPr>
        <p:spPr bwMode="auto"/>
        <p:txBody>
          <a:bodyPr/>
          <a:lstStyle/>
          <a:p>
            <a:pPr>
              <a:defRPr/>
            </a:pPr>
            <a:endParaRPr/>
          </a:p>
        </p:txBody>
      </p:sp>
      <p:sp>
        <p:nvSpPr>
          <p:cNvPr id="373522628" name="Slide Number Placeholder 8"/>
          <p:cNvSpPr>
            <a:spLocks noGrp="1"/>
          </p:cNvSpPr>
          <p:nvPr>
            <p:ph type="sldNum" sz="quarter" idx="12"/>
          </p:nvPr>
        </p:nvSpPr>
        <p:spPr bwMode="auto"/>
        <p:txBody>
          <a:bodyPr/>
          <a:lstStyle/>
          <a:p>
            <a:pPr>
              <a:defRPr/>
            </a:pPr>
            <a:fld id="{7605432C-5750-40F6-81F7-7B61828F3E17}" type="slidenum">
              <a:r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241890181" name="Title 1"/>
          <p:cNvSpPr>
            <a:spLocks noGrp="1"/>
          </p:cNvSpPr>
          <p:nvPr>
            <p:ph type="title"/>
          </p:nvPr>
        </p:nvSpPr>
        <p:spPr bwMode="auto"/>
        <p:txBody>
          <a:bodyPr/>
          <a:lstStyle/>
          <a:p>
            <a:pPr>
              <a:defRPr/>
            </a:pPr>
            <a:r>
              <a:rPr lang="en-US"/>
              <a:t>Click to edit Master title style</a:t>
            </a:r>
            <a:endParaRPr/>
          </a:p>
        </p:txBody>
      </p:sp>
      <p:sp>
        <p:nvSpPr>
          <p:cNvPr id="95177114" name="Date Placeholder 2"/>
          <p:cNvSpPr>
            <a:spLocks noGrp="1"/>
          </p:cNvSpPr>
          <p:nvPr>
            <p:ph type="dt" sz="half" idx="10"/>
          </p:nvPr>
        </p:nvSpPr>
        <p:spPr bwMode="auto"/>
        <p:txBody>
          <a:bodyPr/>
          <a:lstStyle/>
          <a:p>
            <a:pPr>
              <a:defRPr/>
            </a:pPr>
            <a:fld id="{319F9EB1-AA8B-4A70-AEF8-134490EFFA64}" type="datetimeFigureOut">
              <a:rPr/>
              <a:t>15/03/2025</a:t>
            </a:fld>
            <a:endParaRPr/>
          </a:p>
        </p:txBody>
      </p:sp>
      <p:sp>
        <p:nvSpPr>
          <p:cNvPr id="729905366" name="Footer Placeholder 3"/>
          <p:cNvSpPr>
            <a:spLocks noGrp="1"/>
          </p:cNvSpPr>
          <p:nvPr>
            <p:ph type="ftr" sz="quarter" idx="11"/>
          </p:nvPr>
        </p:nvSpPr>
        <p:spPr bwMode="auto"/>
        <p:txBody>
          <a:bodyPr/>
          <a:lstStyle/>
          <a:p>
            <a:pPr>
              <a:defRPr/>
            </a:pPr>
            <a:endParaRPr/>
          </a:p>
        </p:txBody>
      </p:sp>
      <p:sp>
        <p:nvSpPr>
          <p:cNvPr id="2075672725" name="Slide Number Placeholder 4"/>
          <p:cNvSpPr>
            <a:spLocks noGrp="1"/>
          </p:cNvSpPr>
          <p:nvPr>
            <p:ph type="sldNum" sz="quarter" idx="12"/>
          </p:nvPr>
        </p:nvSpPr>
        <p:spPr bwMode="auto"/>
        <p:txBody>
          <a:bodyPr/>
          <a:lstStyle/>
          <a:p>
            <a:pPr>
              <a:defRPr/>
            </a:pPr>
            <a:fld id="{7605432C-5750-40F6-81F7-7B61828F3E17}" type="slidenum">
              <a:r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802381093" name="Date Placeholder 1"/>
          <p:cNvSpPr>
            <a:spLocks noGrp="1"/>
          </p:cNvSpPr>
          <p:nvPr>
            <p:ph type="dt" sz="half" idx="10"/>
          </p:nvPr>
        </p:nvSpPr>
        <p:spPr bwMode="auto"/>
        <p:txBody>
          <a:bodyPr/>
          <a:lstStyle/>
          <a:p>
            <a:pPr>
              <a:defRPr/>
            </a:pPr>
            <a:fld id="{319F9EB1-AA8B-4A70-AEF8-134490EFFA64}" type="datetimeFigureOut">
              <a:rPr/>
              <a:t>15/03/2025</a:t>
            </a:fld>
            <a:endParaRPr/>
          </a:p>
        </p:txBody>
      </p:sp>
      <p:sp>
        <p:nvSpPr>
          <p:cNvPr id="111501052" name="Footer Placeholder 2"/>
          <p:cNvSpPr>
            <a:spLocks noGrp="1"/>
          </p:cNvSpPr>
          <p:nvPr>
            <p:ph type="ftr" sz="quarter" idx="11"/>
          </p:nvPr>
        </p:nvSpPr>
        <p:spPr bwMode="auto"/>
        <p:txBody>
          <a:bodyPr/>
          <a:lstStyle/>
          <a:p>
            <a:pPr>
              <a:defRPr/>
            </a:pPr>
            <a:endParaRPr/>
          </a:p>
        </p:txBody>
      </p:sp>
      <p:sp>
        <p:nvSpPr>
          <p:cNvPr id="1270168858" name="Slide Number Placeholder 3"/>
          <p:cNvSpPr>
            <a:spLocks noGrp="1"/>
          </p:cNvSpPr>
          <p:nvPr>
            <p:ph type="sldNum" sz="quarter" idx="12"/>
          </p:nvPr>
        </p:nvSpPr>
        <p:spPr bwMode="auto"/>
        <p:txBody>
          <a:bodyPr/>
          <a:lstStyle/>
          <a:p>
            <a:pPr>
              <a:defRPr/>
            </a:pPr>
            <a:fld id="{7605432C-5750-40F6-81F7-7B61828F3E17}" type="slidenum">
              <a:r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852641539" name="Title 1"/>
          <p:cNvSpPr>
            <a:spLocks noGrp="1"/>
          </p:cNvSpPr>
          <p:nvPr>
            <p:ph type="title"/>
          </p:nvPr>
        </p:nvSpPr>
        <p:spPr bwMode="auto">
          <a:xfrm>
            <a:off x="839788" y="457200"/>
            <a:ext cx="3932237" cy="1600200"/>
          </a:xfrm>
        </p:spPr>
        <p:txBody>
          <a:bodyPr anchor="b"/>
          <a:lstStyle>
            <a:lvl1pPr>
              <a:defRPr sz="3200"/>
            </a:lvl1pPr>
          </a:lstStyle>
          <a:p>
            <a:pPr>
              <a:defRPr/>
            </a:pPr>
            <a:r>
              <a:rPr lang="en-US"/>
              <a:t>Click to edit Master title style</a:t>
            </a:r>
            <a:endParaRPr/>
          </a:p>
        </p:txBody>
      </p:sp>
      <p:sp>
        <p:nvSpPr>
          <p:cNvPr id="1288897286" name="Content Placeholder 2"/>
          <p:cNvSpPr>
            <a:spLocks noGrp="1"/>
          </p:cNvSpPr>
          <p:nvPr>
            <p:ph idx="1"/>
          </p:nvPr>
        </p:nvSpPr>
        <p:spPr bwMode="auto">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952218403" name="Text Placeholder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Click to edit Master text styles</a:t>
            </a:r>
            <a:endParaRPr/>
          </a:p>
        </p:txBody>
      </p:sp>
      <p:sp>
        <p:nvSpPr>
          <p:cNvPr id="1893959941" name="Date Placeholder 4"/>
          <p:cNvSpPr>
            <a:spLocks noGrp="1"/>
          </p:cNvSpPr>
          <p:nvPr>
            <p:ph type="dt" sz="half" idx="10"/>
          </p:nvPr>
        </p:nvSpPr>
        <p:spPr bwMode="auto"/>
        <p:txBody>
          <a:bodyPr/>
          <a:lstStyle/>
          <a:p>
            <a:pPr>
              <a:defRPr/>
            </a:pPr>
            <a:fld id="{319F9EB1-AA8B-4A70-AEF8-134490EFFA64}" type="datetimeFigureOut">
              <a:rPr/>
              <a:t>15/03/2025</a:t>
            </a:fld>
            <a:endParaRPr/>
          </a:p>
        </p:txBody>
      </p:sp>
      <p:sp>
        <p:nvSpPr>
          <p:cNvPr id="744293580" name="Footer Placeholder 5"/>
          <p:cNvSpPr>
            <a:spLocks noGrp="1"/>
          </p:cNvSpPr>
          <p:nvPr>
            <p:ph type="ftr" sz="quarter" idx="11"/>
          </p:nvPr>
        </p:nvSpPr>
        <p:spPr bwMode="auto"/>
        <p:txBody>
          <a:bodyPr/>
          <a:lstStyle/>
          <a:p>
            <a:pPr>
              <a:defRPr/>
            </a:pPr>
            <a:endParaRPr/>
          </a:p>
        </p:txBody>
      </p:sp>
      <p:sp>
        <p:nvSpPr>
          <p:cNvPr id="1426291951" name="Slide Number Placeholder 6"/>
          <p:cNvSpPr>
            <a:spLocks noGrp="1"/>
          </p:cNvSpPr>
          <p:nvPr>
            <p:ph type="sldNum" sz="quarter" idx="12"/>
          </p:nvPr>
        </p:nvSpPr>
        <p:spPr bwMode="auto"/>
        <p:txBody>
          <a:bodyPr/>
          <a:lstStyle/>
          <a:p>
            <a:pPr>
              <a:defRPr/>
            </a:pPr>
            <a:fld id="{7605432C-5750-40F6-81F7-7B61828F3E17}" type="slidenum">
              <a:r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Picture with Caption">
    <p:spTree>
      <p:nvGrpSpPr>
        <p:cNvPr id="1" name=""/>
        <p:cNvGrpSpPr/>
        <p:nvPr/>
      </p:nvGrpSpPr>
      <p:grpSpPr bwMode="auto">
        <a:xfrm>
          <a:off x="0" y="0"/>
          <a:ext cx="0" cy="0"/>
          <a:chOff x="0" y="0"/>
          <a:chExt cx="0" cy="0"/>
        </a:xfrm>
      </p:grpSpPr>
      <p:sp>
        <p:nvSpPr>
          <p:cNvPr id="649878901" name="Title 1"/>
          <p:cNvSpPr>
            <a:spLocks noGrp="1"/>
          </p:cNvSpPr>
          <p:nvPr>
            <p:ph type="title"/>
          </p:nvPr>
        </p:nvSpPr>
        <p:spPr bwMode="auto">
          <a:xfrm>
            <a:off x="839788" y="457200"/>
            <a:ext cx="3932237" cy="1600200"/>
          </a:xfrm>
        </p:spPr>
        <p:txBody>
          <a:bodyPr anchor="b"/>
          <a:lstStyle>
            <a:lvl1pPr>
              <a:defRPr sz="3200"/>
            </a:lvl1pPr>
          </a:lstStyle>
          <a:p>
            <a:pPr>
              <a:defRPr/>
            </a:pPr>
            <a:r>
              <a:rPr lang="en-US"/>
              <a:t>Click to edit Master title style</a:t>
            </a:r>
            <a:endParaRPr/>
          </a:p>
        </p:txBody>
      </p:sp>
      <p:sp>
        <p:nvSpPr>
          <p:cNvPr id="1453190955" name="Picture Placeholder 2"/>
          <p:cNvSpPr>
            <a:spLocks noGrp="1"/>
          </p:cNvSpPr>
          <p:nvPr>
            <p:ph type="pic" idx="1"/>
          </p:nvPr>
        </p:nvSpPr>
        <p:spPr bwMode="auto">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endParaRPr/>
          </a:p>
        </p:txBody>
      </p:sp>
      <p:sp>
        <p:nvSpPr>
          <p:cNvPr id="66654340" name="Text Placeholder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Click to edit Master text styles</a:t>
            </a:r>
            <a:endParaRPr/>
          </a:p>
        </p:txBody>
      </p:sp>
      <p:sp>
        <p:nvSpPr>
          <p:cNvPr id="1385250385" name="Date Placeholder 4"/>
          <p:cNvSpPr>
            <a:spLocks noGrp="1"/>
          </p:cNvSpPr>
          <p:nvPr>
            <p:ph type="dt" sz="half" idx="10"/>
          </p:nvPr>
        </p:nvSpPr>
        <p:spPr bwMode="auto"/>
        <p:txBody>
          <a:bodyPr/>
          <a:lstStyle/>
          <a:p>
            <a:pPr>
              <a:defRPr/>
            </a:pPr>
            <a:fld id="{319F9EB1-AA8B-4A70-AEF8-134490EFFA64}" type="datetimeFigureOut">
              <a:rPr/>
              <a:t>15/03/2025</a:t>
            </a:fld>
            <a:endParaRPr/>
          </a:p>
        </p:txBody>
      </p:sp>
      <p:sp>
        <p:nvSpPr>
          <p:cNvPr id="1598629913" name="Footer Placeholder 5"/>
          <p:cNvSpPr>
            <a:spLocks noGrp="1"/>
          </p:cNvSpPr>
          <p:nvPr>
            <p:ph type="ftr" sz="quarter" idx="11"/>
          </p:nvPr>
        </p:nvSpPr>
        <p:spPr bwMode="auto"/>
        <p:txBody>
          <a:bodyPr/>
          <a:lstStyle/>
          <a:p>
            <a:pPr>
              <a:defRPr/>
            </a:pPr>
            <a:endParaRPr/>
          </a:p>
        </p:txBody>
      </p:sp>
      <p:sp>
        <p:nvSpPr>
          <p:cNvPr id="1206691759" name="Slide Number Placeholder 6"/>
          <p:cNvSpPr>
            <a:spLocks noGrp="1"/>
          </p:cNvSpPr>
          <p:nvPr>
            <p:ph type="sldNum" sz="quarter" idx="12"/>
          </p:nvPr>
        </p:nvSpPr>
        <p:spPr bwMode="auto"/>
        <p:txBody>
          <a:bodyPr/>
          <a:lstStyle/>
          <a:p>
            <a:pPr>
              <a:defRPr/>
            </a:pPr>
            <a:fld id="{7605432C-5750-40F6-81F7-7B61828F3E17}" type="slidenum">
              <a:r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1818419052" name="Title 1"/>
          <p:cNvSpPr>
            <a:spLocks noGrp="1"/>
          </p:cNvSpPr>
          <p:nvPr>
            <p:ph type="title"/>
          </p:nvPr>
        </p:nvSpPr>
        <p:spPr bwMode="auto"/>
        <p:txBody>
          <a:bodyPr/>
          <a:lstStyle/>
          <a:p>
            <a:pPr>
              <a:defRPr/>
            </a:pPr>
            <a:r>
              <a:rPr lang="en-US"/>
              <a:t>Click to edit Master title style</a:t>
            </a:r>
            <a:endParaRPr/>
          </a:p>
        </p:txBody>
      </p:sp>
      <p:sp>
        <p:nvSpPr>
          <p:cNvPr id="1813072175"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736107564" name="Date Placeholder 3"/>
          <p:cNvSpPr>
            <a:spLocks noGrp="1"/>
          </p:cNvSpPr>
          <p:nvPr>
            <p:ph type="dt" sz="half" idx="10"/>
          </p:nvPr>
        </p:nvSpPr>
        <p:spPr bwMode="auto"/>
        <p:txBody>
          <a:bodyPr/>
          <a:lstStyle/>
          <a:p>
            <a:pPr>
              <a:defRPr/>
            </a:pPr>
            <a:fld id="{319F9EB1-AA8B-4A70-AEF8-134490EFFA64}" type="datetimeFigureOut">
              <a:rPr/>
              <a:t>15/03/2025</a:t>
            </a:fld>
            <a:endParaRPr/>
          </a:p>
        </p:txBody>
      </p:sp>
      <p:sp>
        <p:nvSpPr>
          <p:cNvPr id="1608594032" name="Footer Placeholder 4"/>
          <p:cNvSpPr>
            <a:spLocks noGrp="1"/>
          </p:cNvSpPr>
          <p:nvPr>
            <p:ph type="ftr" sz="quarter" idx="11"/>
          </p:nvPr>
        </p:nvSpPr>
        <p:spPr bwMode="auto"/>
        <p:txBody>
          <a:bodyPr/>
          <a:lstStyle/>
          <a:p>
            <a:pPr>
              <a:defRPr/>
            </a:pPr>
            <a:endParaRPr/>
          </a:p>
        </p:txBody>
      </p:sp>
      <p:sp>
        <p:nvSpPr>
          <p:cNvPr id="902385832" name="Slide Number Placeholder 5"/>
          <p:cNvSpPr>
            <a:spLocks noGrp="1"/>
          </p:cNvSpPr>
          <p:nvPr>
            <p:ph type="sldNum" sz="quarter" idx="12"/>
          </p:nvPr>
        </p:nvSpPr>
        <p:spPr bwMode="auto"/>
        <p:txBody>
          <a:bodyPr/>
          <a:lstStyle/>
          <a:p>
            <a:pPr>
              <a:defRPr/>
            </a:pPr>
            <a:fld id="{7605432C-5750-40F6-81F7-7B61828F3E17}" type="slidenum">
              <a:r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Vertical Title and Text">
    <p:spTree>
      <p:nvGrpSpPr>
        <p:cNvPr id="1" name=""/>
        <p:cNvGrpSpPr/>
        <p:nvPr/>
      </p:nvGrpSpPr>
      <p:grpSpPr bwMode="auto">
        <a:xfrm>
          <a:off x="0" y="0"/>
          <a:ext cx="0" cy="0"/>
          <a:chOff x="0" y="0"/>
          <a:chExt cx="0" cy="0"/>
        </a:xfrm>
      </p:grpSpPr>
      <p:sp>
        <p:nvSpPr>
          <p:cNvPr id="862981613" name="Vertical Title 1"/>
          <p:cNvSpPr>
            <a:spLocks noGrp="1"/>
          </p:cNvSpPr>
          <p:nvPr>
            <p:ph type="title" orient="vert"/>
          </p:nvPr>
        </p:nvSpPr>
        <p:spPr bwMode="auto">
          <a:xfrm>
            <a:off x="8724900" y="365125"/>
            <a:ext cx="2628900" cy="5811838"/>
          </a:xfrm>
        </p:spPr>
        <p:txBody>
          <a:bodyPr vert="eaVert"/>
          <a:lstStyle/>
          <a:p>
            <a:pPr>
              <a:defRPr/>
            </a:pPr>
            <a:r>
              <a:rPr lang="en-US"/>
              <a:t>Click to edit Master title style</a:t>
            </a:r>
            <a:endParaRPr/>
          </a:p>
        </p:txBody>
      </p:sp>
      <p:sp>
        <p:nvSpPr>
          <p:cNvPr id="1722313712" name="Vertical Text Placeholder 2"/>
          <p:cNvSpPr>
            <a:spLocks noGrp="1"/>
          </p:cNvSpPr>
          <p:nvPr>
            <p:ph type="body" orient="vert" idx="1"/>
          </p:nvPr>
        </p:nvSpPr>
        <p:spPr bwMode="auto">
          <a:xfrm>
            <a:off x="838200" y="365125"/>
            <a:ext cx="7734300" cy="5811838"/>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853719022" name="Date Placeholder 3"/>
          <p:cNvSpPr>
            <a:spLocks noGrp="1"/>
          </p:cNvSpPr>
          <p:nvPr>
            <p:ph type="dt" sz="half" idx="10"/>
          </p:nvPr>
        </p:nvSpPr>
        <p:spPr bwMode="auto"/>
        <p:txBody>
          <a:bodyPr/>
          <a:lstStyle/>
          <a:p>
            <a:pPr>
              <a:defRPr/>
            </a:pPr>
            <a:fld id="{319F9EB1-AA8B-4A70-AEF8-134490EFFA64}" type="datetimeFigureOut">
              <a:rPr/>
              <a:t>15/03/2025</a:t>
            </a:fld>
            <a:endParaRPr/>
          </a:p>
        </p:txBody>
      </p:sp>
      <p:sp>
        <p:nvSpPr>
          <p:cNvPr id="456666597" name="Footer Placeholder 4"/>
          <p:cNvSpPr>
            <a:spLocks noGrp="1"/>
          </p:cNvSpPr>
          <p:nvPr>
            <p:ph type="ftr" sz="quarter" idx="11"/>
          </p:nvPr>
        </p:nvSpPr>
        <p:spPr bwMode="auto"/>
        <p:txBody>
          <a:bodyPr/>
          <a:lstStyle/>
          <a:p>
            <a:pPr>
              <a:defRPr/>
            </a:pPr>
            <a:endParaRPr/>
          </a:p>
        </p:txBody>
      </p:sp>
      <p:sp>
        <p:nvSpPr>
          <p:cNvPr id="406015995" name="Slide Number Placeholder 5"/>
          <p:cNvSpPr>
            <a:spLocks noGrp="1"/>
          </p:cNvSpPr>
          <p:nvPr>
            <p:ph type="sldNum" sz="quarter" idx="12"/>
          </p:nvPr>
        </p:nvSpPr>
        <p:spPr bwMode="auto"/>
        <p:txBody>
          <a:bodyPr/>
          <a:lstStyle/>
          <a:p>
            <a:pPr>
              <a:defRPr/>
            </a:pPr>
            <a:fld id="{7605432C-5750-40F6-81F7-7B61828F3E17}" type="slidenum">
              <a:rPr/>
              <a:t>‹#›</a:t>
            </a:fld>
            <a:endParaRP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429936862" name="Title Placeholder 1"/>
          <p:cNvSpPr>
            <a:spLocks noGrp="1"/>
          </p:cNvSpPr>
          <p:nvPr>
            <p:ph type="title"/>
          </p:nvPr>
        </p:nvSpPr>
        <p:spPr bwMode="auto">
          <a:xfrm>
            <a:off x="838200" y="365125"/>
            <a:ext cx="10515600" cy="1325563"/>
          </a:xfrm>
          <a:prstGeom prst="rect">
            <a:avLst/>
          </a:prstGeom>
        </p:spPr>
        <p:txBody>
          <a:bodyPr vert="horz" lIns="91440" tIns="45720" rIns="91440" bIns="45720" rtlCol="0" anchor="ctr">
            <a:normAutofit/>
          </a:bodyPr>
          <a:lstStyle/>
          <a:p>
            <a:pPr>
              <a:defRPr/>
            </a:pPr>
            <a:r>
              <a:rPr lang="en-US"/>
              <a:t>Click to edit Master title style</a:t>
            </a:r>
            <a:endParaRPr/>
          </a:p>
        </p:txBody>
      </p:sp>
      <p:sp>
        <p:nvSpPr>
          <p:cNvPr id="639302490" name="Text Placeholder 2"/>
          <p:cNvSpPr>
            <a:spLocks noGrp="1"/>
          </p:cNvSpPr>
          <p:nvPr>
            <p:ph type="body" idx="1"/>
          </p:nvPr>
        </p:nvSpPr>
        <p:spPr bwMode="auto">
          <a:xfrm>
            <a:off x="838200" y="1825625"/>
            <a:ext cx="10515600" cy="4351338"/>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329224253" name="Date Placeholder 3"/>
          <p:cNvSpPr>
            <a:spLocks noGrp="1"/>
          </p:cNvSpPr>
          <p:nvPr>
            <p:ph type="dt" sz="half" idx="2"/>
          </p:nvPr>
        </p:nvSpPr>
        <p:spPr bwMode="auto">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319F9EB1-AA8B-4A70-AEF8-134490EFFA64}" type="datetimeFigureOut">
              <a:rPr/>
              <a:t>15/03/2025</a:t>
            </a:fld>
            <a:endParaRPr/>
          </a:p>
        </p:txBody>
      </p:sp>
      <p:sp>
        <p:nvSpPr>
          <p:cNvPr id="1149464707" name="Footer Placeholder 4"/>
          <p:cNvSpPr>
            <a:spLocks noGrp="1"/>
          </p:cNvSpPr>
          <p:nvPr>
            <p:ph type="ftr" sz="quarter" idx="3"/>
          </p:nvPr>
        </p:nvSpPr>
        <p:spPr bwMode="auto">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a:p>
        </p:txBody>
      </p:sp>
      <p:sp>
        <p:nvSpPr>
          <p:cNvPr id="1742615057" name="Slide Number Placeholder 5"/>
          <p:cNvSpPr>
            <a:spLocks noGrp="1"/>
          </p:cNvSpPr>
          <p:nvPr>
            <p:ph type="sldNum" sz="quarter" idx="4"/>
          </p:nvPr>
        </p:nvSpPr>
        <p:spPr bwMode="auto">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7605432C-5750-40F6-81F7-7B61828F3E17}" type="slidenum">
              <a:rPr/>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a:lnSpc>
          <a:spcPct val="90000"/>
        </a:lnSpc>
        <a:spcBef>
          <a:spcPts val="0"/>
        </a:spcBef>
        <a:buNone/>
        <a:defRPr sz="4400">
          <a:solidFill>
            <a:schemeClr val="tx1"/>
          </a:solidFill>
          <a:latin typeface="+mj-lt"/>
          <a:ea typeface="+mj-ea"/>
          <a:cs typeface="+mj-cs"/>
        </a:defRPr>
      </a:lvl1pPr>
    </p:titleStyle>
    <p:bodyStyle>
      <a:lvl1pPr marL="228600" indent="-228600" algn="l" defTabSz="914400" rtl="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rtl="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rtl="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rtl="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rtl="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p:bodyStyle>
    <p:otherStyle>
      <a:defPPr>
        <a:defRPr/>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5.png"/></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6.png"/><Relationship Id="rId4" Type="http://schemas.openxmlformats.org/officeDocument/2006/relationships/image" Target="../media/image7.png"/></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8.png"/><Relationship Id="rId4" Type="http://schemas.openxmlformats.org/officeDocument/2006/relationships/image" Target="../media/image9.png"/></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0.png"/></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1.png"/></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2.png"/></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3.png"/></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14.png"/><Relationship Id="rId4" Type="http://schemas.openxmlformats.org/officeDocument/2006/relationships/image" Target="../media/image15.png"/></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16.png"/></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7.png"/></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8.png"/></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9.png"/></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20.png"/><Relationship Id="rId4" Type="http://schemas.openxmlformats.org/officeDocument/2006/relationships/image" Target="../media/image21.png"/></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60682279" name="Title 1"/>
          <p:cNvSpPr>
            <a:spLocks noGrp="1"/>
          </p:cNvSpPr>
          <p:nvPr>
            <p:ph type="ctrTitle"/>
          </p:nvPr>
        </p:nvSpPr>
        <p:spPr bwMode="auto">
          <a:xfrm>
            <a:off x="1524000" y="1122363"/>
            <a:ext cx="9144000" cy="1198806"/>
          </a:xfrm>
        </p:spPr>
        <p:txBody>
          <a:bodyPr/>
          <a:lstStyle/>
          <a:p>
            <a:pPr>
              <a:defRPr/>
            </a:pPr>
            <a:r>
              <a:rPr lang="en-US">
                <a:latin typeface="Times New Roman"/>
                <a:cs typeface="Times New Roman"/>
              </a:rPr>
              <a:t>Week 02</a:t>
            </a:r>
            <a:endParaRPr>
              <a:latin typeface="Times New Roman"/>
              <a:cs typeface="Times New Roman"/>
            </a:endParaRPr>
          </a:p>
        </p:txBody>
      </p:sp>
      <p:sp>
        <p:nvSpPr>
          <p:cNvPr id="2134303338" name="Subtitle 2"/>
          <p:cNvSpPr>
            <a:spLocks noGrp="1"/>
          </p:cNvSpPr>
          <p:nvPr>
            <p:ph type="subTitle" idx="1"/>
          </p:nvPr>
        </p:nvSpPr>
        <p:spPr bwMode="auto">
          <a:xfrm>
            <a:off x="1524000" y="2321169"/>
            <a:ext cx="9144000" cy="2936631"/>
          </a:xfrm>
        </p:spPr>
        <p:txBody>
          <a:bodyPr/>
          <a:lstStyle/>
          <a:p>
            <a:pPr algn="l">
              <a:defRPr/>
            </a:pPr>
            <a:r>
              <a:rPr lang="en-US" b="1">
                <a:latin typeface="Times New Roman"/>
                <a:cs typeface="Times New Roman"/>
              </a:rPr>
              <a:t>Contents:</a:t>
            </a:r>
            <a:endParaRPr/>
          </a:p>
          <a:p>
            <a:pPr algn="l">
              <a:defRPr/>
            </a:pPr>
            <a:r>
              <a:rPr lang="en-US" b="1">
                <a:latin typeface="Times New Roman"/>
                <a:ea typeface="Times New Roman"/>
                <a:cs typeface="Times New Roman"/>
              </a:rPr>
              <a:t>Descriptive Statistics</a:t>
            </a:r>
            <a:endParaRPr lang="en-US" b="1">
              <a:latin typeface="Times New Roman"/>
              <a:ea typeface="Times New Roman"/>
              <a:cs typeface="Times New Roman"/>
            </a:endParaRPr>
          </a:p>
          <a:p>
            <a:pPr algn="l">
              <a:defRPr/>
            </a:pPr>
            <a:r>
              <a:rPr lang="en-US">
                <a:latin typeface="Times New Roman"/>
                <a:ea typeface="Times New Roman"/>
                <a:cs typeface="Times New Roman"/>
              </a:rPr>
              <a:t>1. Stem-and-Leaf diagrams</a:t>
            </a:r>
            <a:endParaRPr lang="en-US">
              <a:latin typeface="Times New Roman"/>
              <a:ea typeface="Times New Roman"/>
              <a:cs typeface="Times New Roman"/>
            </a:endParaRPr>
          </a:p>
          <a:p>
            <a:pPr algn="l">
              <a:defRPr/>
            </a:pPr>
            <a:r>
              <a:rPr lang="en-US">
                <a:latin typeface="Times New Roman"/>
                <a:ea typeface="Times New Roman"/>
                <a:cs typeface="Times New Roman"/>
              </a:rPr>
              <a:t>2. Histograms</a:t>
            </a:r>
            <a:endParaRPr/>
          </a:p>
          <a:p>
            <a:pPr algn="l">
              <a:defRPr/>
            </a:pPr>
            <a:r>
              <a:rPr lang="en-US">
                <a:latin typeface="Times New Roman"/>
                <a:ea typeface="Times New Roman"/>
                <a:cs typeface="Times New Roman"/>
              </a:rPr>
              <a:t>3. Measures of the Location of the Data</a:t>
            </a:r>
            <a:endParaRPr>
              <a:latin typeface="Times New Roman"/>
              <a:ea typeface="Times New Roman"/>
              <a:cs typeface="Times New Roman"/>
            </a:endParaRPr>
          </a:p>
          <a:p>
            <a:pPr algn="l">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7661847" name="Title 1"/>
          <p:cNvSpPr>
            <a:spLocks noGrp="1"/>
          </p:cNvSpPr>
          <p:nvPr>
            <p:ph type="title"/>
          </p:nvPr>
        </p:nvSpPr>
        <p:spPr bwMode="auto"/>
        <p:txBody>
          <a:bodyPr/>
          <a:lstStyle/>
          <a:p>
            <a:pPr>
              <a:defRPr/>
            </a:pPr>
            <a:br>
              <a:rPr lang="en-US" b="1">
                <a:solidFill>
                  <a:srgbClr val="FF0000"/>
                </a:solidFill>
              </a:rPr>
            </a:br>
            <a:r>
              <a:rPr lang="en-US" sz="3600" b="1">
                <a:solidFill>
                  <a:srgbClr val="FF0000"/>
                </a:solidFill>
                <a:latin typeface="Times New Roman"/>
                <a:cs typeface="Times New Roman"/>
              </a:rPr>
              <a:t>Stem and Leaf Diagram</a:t>
            </a:r>
            <a:endParaRPr sz="3600" b="1">
              <a:solidFill>
                <a:srgbClr val="FF0000"/>
              </a:solidFill>
              <a:latin typeface="Times New Roman"/>
              <a:cs typeface="Times New Roman"/>
            </a:endParaRPr>
          </a:p>
        </p:txBody>
      </p:sp>
      <p:sp>
        <p:nvSpPr>
          <p:cNvPr id="1790992715" name="Content Placeholder 2"/>
          <p:cNvSpPr>
            <a:spLocks noGrp="1"/>
          </p:cNvSpPr>
          <p:nvPr>
            <p:ph idx="1"/>
          </p:nvPr>
        </p:nvSpPr>
        <p:spPr bwMode="auto"/>
        <p:txBody>
          <a:bodyPr/>
          <a:lstStyle/>
          <a:p>
            <a:pPr marL="0" indent="0" algn="just">
              <a:buNone/>
              <a:defRPr/>
            </a:pPr>
            <a:r>
              <a:rPr lang="en-US" sz="2400" b="0" i="0" u="none" strike="noStrike">
                <a:solidFill>
                  <a:srgbClr val="000000"/>
                </a:solidFill>
                <a:latin typeface="Times New Roman"/>
                <a:cs typeface="Times New Roman"/>
              </a:rPr>
              <a:t>This is a technique used for simultaneously sorting and displaying the data sets, where each number in the data set is divided into two parts, a </a:t>
            </a:r>
            <a:r>
              <a:rPr lang="en-US" sz="2400" b="0" i="1" u="none" strike="noStrike">
                <a:solidFill>
                  <a:srgbClr val="000000"/>
                </a:solidFill>
                <a:latin typeface="Times New Roman"/>
                <a:cs typeface="Times New Roman"/>
              </a:rPr>
              <a:t>Stem </a:t>
            </a:r>
            <a:r>
              <a:rPr lang="en-US" sz="2400" b="0" i="0" u="none" strike="noStrike">
                <a:solidFill>
                  <a:srgbClr val="000000"/>
                </a:solidFill>
                <a:latin typeface="Times New Roman"/>
                <a:cs typeface="Times New Roman"/>
              </a:rPr>
              <a:t>and a </a:t>
            </a:r>
            <a:r>
              <a:rPr lang="en-US" sz="2400" b="0" i="1" u="none" strike="noStrike">
                <a:solidFill>
                  <a:srgbClr val="000000"/>
                </a:solidFill>
                <a:latin typeface="Times New Roman"/>
                <a:cs typeface="Times New Roman"/>
              </a:rPr>
              <a:t>Leaf</a:t>
            </a:r>
            <a:r>
              <a:rPr lang="en-US" sz="2400" b="0" i="0" u="none" strike="noStrike">
                <a:solidFill>
                  <a:srgbClr val="000000"/>
                </a:solidFill>
                <a:latin typeface="Times New Roman"/>
                <a:cs typeface="Times New Roman"/>
              </a:rPr>
              <a:t>. A Stem is a leading digit(s) of each number and used in sorting, while Leaf is the rest of the number or trailing digit(s). A vertical line separates the leaf from stem. </a:t>
            </a:r>
            <a:r>
              <a:rPr lang="en-US" b="1">
                <a:solidFill>
                  <a:srgbClr val="FF0000"/>
                </a:solidFill>
                <a:latin typeface="Times New Roman"/>
                <a:cs typeface="Times New Roman"/>
              </a:rPr>
              <a:t>Example 01: Analyzing Response Times in a Web Server</a:t>
            </a:r>
            <a:endParaRPr/>
          </a:p>
          <a:p>
            <a:pPr marL="0" indent="0" algn="just">
              <a:buNone/>
              <a:defRPr/>
            </a:pPr>
            <a:r>
              <a:rPr lang="en-US" sz="2400">
                <a:latin typeface="Times New Roman"/>
                <a:cs typeface="Times New Roman"/>
              </a:rPr>
              <a:t>A web server records response times (in milliseconds) for 15 requests:</a:t>
            </a:r>
            <a:endParaRPr/>
          </a:p>
          <a:p>
            <a:pPr marL="0" indent="0" algn="just">
              <a:buNone/>
              <a:defRPr/>
            </a:pPr>
            <a:r>
              <a:rPr sz="2400">
                <a:latin typeface="Times New Roman"/>
                <a:cs typeface="Times New Roman"/>
              </a:rPr>
              <a:t>125, 132, 128, 141, 149, 156, 161, 175, 182, 190, 193, 198, 201, 209, 212</a:t>
            </a:r>
            <a:endParaRPr lang="en-US" sz="2400">
              <a:latin typeface="Times New Roman"/>
              <a:cs typeface="Times New Roman"/>
            </a:endParaRPr>
          </a:p>
          <a:p>
            <a:pPr marL="0" indent="0" algn="just">
              <a:buNone/>
              <a:defRPr/>
            </a:pPr>
            <a:r>
              <a:rPr lang="en-US" sz="2400">
                <a:latin typeface="Times New Roman"/>
                <a:cs typeface="Times New Roman"/>
              </a:rPr>
              <a:t>A </a:t>
            </a:r>
            <a:r>
              <a:rPr lang="en-US" sz="2400" b="1">
                <a:latin typeface="Times New Roman"/>
                <a:cs typeface="Times New Roman"/>
              </a:rPr>
              <a:t>stem-and-leaf plot</a:t>
            </a:r>
            <a:r>
              <a:rPr lang="en-US" sz="2400">
                <a:latin typeface="Times New Roman"/>
                <a:cs typeface="Times New Roman"/>
              </a:rPr>
              <a:t> helps in quick visualization:</a:t>
            </a:r>
            <a:endParaRPr sz="2400">
              <a:latin typeface="Times New Roman"/>
              <a:cs typeface="Times New Roman"/>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57105924" name="Title 1"/>
          <p:cNvSpPr>
            <a:spLocks noGrp="1"/>
          </p:cNvSpPr>
          <p:nvPr>
            <p:ph type="title"/>
          </p:nvPr>
        </p:nvSpPr>
        <p:spPr bwMode="auto"/>
        <p:txBody>
          <a:bodyPr>
            <a:normAutofit/>
          </a:bodyPr>
          <a:lstStyle/>
          <a:p>
            <a:pPr>
              <a:defRPr/>
            </a:pPr>
            <a:r>
              <a:rPr lang="en-US" sz="2400" b="1">
                <a:solidFill>
                  <a:srgbClr val="FF0000"/>
                </a:solidFill>
                <a:latin typeface="Times New Roman"/>
                <a:cs typeface="Times New Roman"/>
              </a:rPr>
              <a:t>Continue…</a:t>
            </a:r>
            <a:endParaRPr sz="2400" b="1">
              <a:solidFill>
                <a:srgbClr val="FF0000"/>
              </a:solidFill>
              <a:latin typeface="Times New Roman"/>
              <a:cs typeface="Times New Roman"/>
            </a:endParaRPr>
          </a:p>
        </p:txBody>
      </p:sp>
      <p:sp>
        <p:nvSpPr>
          <p:cNvPr id="629823627" name="Content Placeholder 2"/>
          <p:cNvSpPr>
            <a:spLocks noGrp="1"/>
          </p:cNvSpPr>
          <p:nvPr>
            <p:ph idx="1"/>
          </p:nvPr>
        </p:nvSpPr>
        <p:spPr bwMode="auto"/>
        <p:txBody>
          <a:bodyPr>
            <a:normAutofit fontScale="92500" lnSpcReduction="20000"/>
          </a:bodyPr>
          <a:lstStyle/>
          <a:p>
            <a:pPr marL="0" indent="0">
              <a:buNone/>
              <a:defRPr/>
            </a:pPr>
            <a:r>
              <a:rPr/>
              <a:t>12 | 5 8</a:t>
            </a:r>
            <a:endParaRPr/>
          </a:p>
          <a:p>
            <a:pPr marL="0" indent="0">
              <a:buNone/>
              <a:defRPr/>
            </a:pPr>
            <a:r>
              <a:rPr/>
              <a:t>13 | 2</a:t>
            </a:r>
            <a:endParaRPr/>
          </a:p>
          <a:p>
            <a:pPr marL="0" indent="0">
              <a:buNone/>
              <a:defRPr/>
            </a:pPr>
            <a:r>
              <a:rPr/>
              <a:t>14 | 1 9</a:t>
            </a:r>
            <a:endParaRPr/>
          </a:p>
          <a:p>
            <a:pPr marL="0" indent="0">
              <a:buNone/>
              <a:defRPr/>
            </a:pPr>
            <a:r>
              <a:rPr/>
              <a:t>15 | 6</a:t>
            </a:r>
            <a:endParaRPr/>
          </a:p>
          <a:p>
            <a:pPr marL="0" indent="0">
              <a:buNone/>
              <a:defRPr/>
            </a:pPr>
            <a:r>
              <a:rPr/>
              <a:t>16 | 1</a:t>
            </a:r>
            <a:endParaRPr/>
          </a:p>
          <a:p>
            <a:pPr marL="0" indent="0">
              <a:buNone/>
              <a:defRPr/>
            </a:pPr>
            <a:r>
              <a:rPr/>
              <a:t>17 | 5</a:t>
            </a:r>
            <a:endParaRPr/>
          </a:p>
          <a:p>
            <a:pPr marL="0" indent="0">
              <a:buNone/>
              <a:defRPr/>
            </a:pPr>
            <a:r>
              <a:rPr/>
              <a:t>18 | 2</a:t>
            </a:r>
            <a:endParaRPr/>
          </a:p>
          <a:p>
            <a:pPr marL="0" indent="0">
              <a:buNone/>
              <a:defRPr/>
            </a:pPr>
            <a:r>
              <a:rPr/>
              <a:t>19 | 0 3 8</a:t>
            </a:r>
            <a:endParaRPr/>
          </a:p>
          <a:p>
            <a:pPr marL="0" indent="0">
              <a:buNone/>
              <a:defRPr/>
            </a:pPr>
            <a:r>
              <a:rPr/>
              <a:t>20 | 1 9</a:t>
            </a:r>
            <a:endParaRPr/>
          </a:p>
          <a:p>
            <a:pPr marL="0" indent="0">
              <a:buNone/>
              <a:defRPr/>
            </a:pPr>
            <a:r>
              <a:rPr/>
              <a:t>21 | 2</a:t>
            </a:r>
            <a:endParaRPr/>
          </a:p>
          <a:p>
            <a:pPr marL="0" indent="0">
              <a:buNone/>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31872376" name="Title 1"/>
          <p:cNvSpPr>
            <a:spLocks noGrp="1"/>
          </p:cNvSpPr>
          <p:nvPr>
            <p:ph type="title"/>
          </p:nvPr>
        </p:nvSpPr>
        <p:spPr bwMode="auto"/>
        <p:txBody>
          <a:bodyPr>
            <a:normAutofit fontScale="90000"/>
          </a:bodyPr>
          <a:lstStyle/>
          <a:p>
            <a:pPr>
              <a:defRPr/>
            </a:pPr>
            <a:br>
              <a:rPr lang="en-US" b="1"/>
            </a:br>
            <a:r>
              <a:rPr lang="en-US" sz="4000" b="1">
                <a:solidFill>
                  <a:srgbClr val="FF0000"/>
                </a:solidFill>
                <a:latin typeface="Times New Roman"/>
                <a:cs typeface="Times New Roman"/>
              </a:rPr>
              <a:t>Useful</a:t>
            </a:r>
            <a:r>
              <a:rPr lang="en-US" sz="4000" b="1">
                <a:latin typeface="Times New Roman"/>
                <a:cs typeface="Times New Roman"/>
              </a:rPr>
              <a:t> </a:t>
            </a:r>
            <a:r>
              <a:rPr lang="en-US" sz="4000" b="1">
                <a:solidFill>
                  <a:srgbClr val="FF0000"/>
                </a:solidFill>
                <a:latin typeface="Times New Roman"/>
                <a:cs typeface="Times New Roman"/>
              </a:rPr>
              <a:t>Insights</a:t>
            </a:r>
            <a:br>
              <a:rPr lang="en-US" b="1"/>
            </a:br>
            <a:endParaRPr/>
          </a:p>
        </p:txBody>
      </p:sp>
      <p:sp>
        <p:nvSpPr>
          <p:cNvPr id="585969295" name="Content Placeholder 2"/>
          <p:cNvSpPr>
            <a:spLocks noGrp="1"/>
          </p:cNvSpPr>
          <p:nvPr>
            <p:ph idx="1"/>
          </p:nvPr>
        </p:nvSpPr>
        <p:spPr bwMode="auto"/>
        <p:txBody>
          <a:bodyPr/>
          <a:lstStyle/>
          <a:p>
            <a:pPr>
              <a:buFont typeface="Arial"/>
              <a:buChar char="•"/>
              <a:defRPr/>
            </a:pPr>
            <a:r>
              <a:rPr lang="en-US" sz="2400">
                <a:latin typeface="Times New Roman"/>
                <a:cs typeface="Times New Roman"/>
              </a:rPr>
              <a:t>The response times mostly range between </a:t>
            </a:r>
            <a:r>
              <a:rPr lang="en-US" sz="2400" b="1">
                <a:latin typeface="Times New Roman"/>
                <a:cs typeface="Times New Roman"/>
              </a:rPr>
              <a:t>125 </a:t>
            </a:r>
            <a:r>
              <a:rPr lang="en-US" sz="2400" b="1">
                <a:latin typeface="Times New Roman"/>
                <a:cs typeface="Times New Roman"/>
              </a:rPr>
              <a:t>ms</a:t>
            </a:r>
            <a:r>
              <a:rPr lang="en-US" sz="2400" b="1">
                <a:latin typeface="Times New Roman"/>
                <a:cs typeface="Times New Roman"/>
              </a:rPr>
              <a:t> and 212 </a:t>
            </a:r>
            <a:r>
              <a:rPr lang="en-US" sz="2400" b="1">
                <a:latin typeface="Times New Roman"/>
                <a:cs typeface="Times New Roman"/>
              </a:rPr>
              <a:t>ms</a:t>
            </a:r>
            <a:r>
              <a:rPr lang="en-US" sz="2400">
                <a:latin typeface="Times New Roman"/>
                <a:cs typeface="Times New Roman"/>
              </a:rPr>
              <a:t>.</a:t>
            </a:r>
            <a:endParaRPr lang="en-US" sz="2400">
              <a:latin typeface="Times New Roman"/>
              <a:cs typeface="Times New Roman"/>
            </a:endParaRPr>
          </a:p>
          <a:p>
            <a:pPr>
              <a:buFont typeface="Arial"/>
              <a:buChar char="•"/>
              <a:defRPr/>
            </a:pPr>
            <a:r>
              <a:rPr lang="en-US" sz="2400">
                <a:latin typeface="Times New Roman"/>
                <a:cs typeface="Times New Roman"/>
              </a:rPr>
              <a:t>The distribution is slightly </a:t>
            </a:r>
            <a:r>
              <a:rPr lang="en-US" sz="2400" b="1">
                <a:latin typeface="Times New Roman"/>
                <a:cs typeface="Times New Roman"/>
              </a:rPr>
              <a:t>right-skewed</a:t>
            </a:r>
            <a:r>
              <a:rPr lang="en-US" sz="2400">
                <a:latin typeface="Times New Roman"/>
                <a:cs typeface="Times New Roman"/>
              </a:rPr>
              <a:t>, meaning some requests take significantly longer.</a:t>
            </a:r>
            <a:endParaRPr/>
          </a:p>
          <a:p>
            <a:pPr marL="0" indent="0">
              <a:buNone/>
              <a:defRPr/>
            </a:pPr>
            <a:r>
              <a:rPr lang="en-US" sz="2400" b="1">
                <a:solidFill>
                  <a:srgbClr val="FF0000"/>
                </a:solidFill>
                <a:latin typeface="Times New Roman"/>
                <a:cs typeface="Times New Roman"/>
              </a:rPr>
              <a:t>Example no 02:</a:t>
            </a:r>
            <a:endParaRPr/>
          </a:p>
          <a:p>
            <a:pPr>
              <a:buNone/>
              <a:defRPr/>
            </a:pPr>
            <a:r>
              <a:rPr lang="en-US" sz="2400">
                <a:latin typeface="Times New Roman"/>
                <a:cs typeface="Times New Roman"/>
              </a:rPr>
              <a:t>A programmer records the execution time (in milliseconds) of an algorithm:</a:t>
            </a:r>
            <a:endParaRPr/>
          </a:p>
          <a:p>
            <a:pPr>
              <a:buNone/>
              <a:defRPr/>
            </a:pPr>
            <a:r>
              <a:rPr lang="en-US" sz="2400">
                <a:latin typeface="Times New Roman"/>
                <a:cs typeface="Times New Roman"/>
              </a:rPr>
              <a:t>10, 12, 15, 18, 20, 22, 25, 30, 32, 35, 50, 55, 100</a:t>
            </a:r>
            <a:endParaRPr/>
          </a:p>
          <a:p>
            <a:pPr>
              <a:buNone/>
              <a:defRPr/>
            </a:pPr>
            <a:endParaRPr lang="en-US" sz="2400">
              <a:latin typeface="Times New Roman"/>
              <a:cs typeface="Times New Roman"/>
            </a:endParaRPr>
          </a:p>
          <a:p>
            <a:pPr marL="0" indent="0">
              <a:buNone/>
              <a:defRPr/>
            </a:pPr>
            <a:endParaRPr lang="en-US"/>
          </a:p>
          <a:p>
            <a:pPr marL="0" indent="0">
              <a:buNone/>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70866591" name="Title 1"/>
          <p:cNvSpPr>
            <a:spLocks noGrp="1"/>
          </p:cNvSpPr>
          <p:nvPr>
            <p:ph type="title"/>
          </p:nvPr>
        </p:nvSpPr>
        <p:spPr bwMode="auto"/>
        <p:txBody>
          <a:bodyPr>
            <a:normAutofit/>
          </a:bodyPr>
          <a:lstStyle/>
          <a:p>
            <a:pPr>
              <a:defRPr/>
            </a:pPr>
            <a:r>
              <a:rPr lang="en-US" sz="3600" b="1">
                <a:solidFill>
                  <a:srgbClr val="FF0000"/>
                </a:solidFill>
                <a:latin typeface="Times New Roman"/>
                <a:cs typeface="Times New Roman"/>
              </a:rPr>
              <a:t>Continue…</a:t>
            </a:r>
            <a:endParaRPr sz="3600" b="1">
              <a:solidFill>
                <a:srgbClr val="FF0000"/>
              </a:solidFill>
              <a:latin typeface="Times New Roman"/>
              <a:cs typeface="Times New Roman"/>
            </a:endParaRPr>
          </a:p>
        </p:txBody>
      </p:sp>
      <p:sp>
        <p:nvSpPr>
          <p:cNvPr id="492520312" name="Content Placeholder 2"/>
          <p:cNvSpPr>
            <a:spLocks noGrp="1"/>
          </p:cNvSpPr>
          <p:nvPr>
            <p:ph idx="1"/>
          </p:nvPr>
        </p:nvSpPr>
        <p:spPr bwMode="auto"/>
        <p:txBody>
          <a:bodyPr/>
          <a:lstStyle/>
          <a:p>
            <a:pPr marL="0" indent="0">
              <a:buNone/>
              <a:defRPr/>
            </a:pPr>
            <a:r>
              <a:rPr/>
              <a:t>1 | 0 2 5 8</a:t>
            </a:r>
            <a:endParaRPr/>
          </a:p>
          <a:p>
            <a:pPr marL="0" indent="0">
              <a:buNone/>
              <a:defRPr/>
            </a:pPr>
            <a:r>
              <a:rPr/>
              <a:t>2 | 0 2 5</a:t>
            </a:r>
            <a:endParaRPr/>
          </a:p>
          <a:p>
            <a:pPr marL="0" indent="0">
              <a:buNone/>
              <a:defRPr/>
            </a:pPr>
            <a:r>
              <a:rPr/>
              <a:t>3 | 0 2 5</a:t>
            </a:r>
            <a:endParaRPr/>
          </a:p>
          <a:p>
            <a:pPr marL="0" indent="0">
              <a:buNone/>
              <a:defRPr/>
            </a:pPr>
            <a:r>
              <a:rPr/>
              <a:t>5 | 0 5</a:t>
            </a:r>
            <a:endParaRPr/>
          </a:p>
          <a:p>
            <a:pPr marL="0" indent="0">
              <a:buNone/>
              <a:defRPr/>
            </a:pPr>
            <a:r>
              <a:rPr/>
              <a:t>10 | 0</a:t>
            </a:r>
            <a:endParaRPr/>
          </a:p>
          <a:p>
            <a:pPr algn="just">
              <a:buNone/>
              <a:defRPr/>
            </a:pPr>
            <a:r>
              <a:rPr lang="en-US" sz="2400" b="1">
                <a:solidFill>
                  <a:srgbClr val="FF0000"/>
                </a:solidFill>
                <a:latin typeface="Times New Roman"/>
                <a:cs typeface="Times New Roman"/>
              </a:rPr>
              <a:t>Useful Insights</a:t>
            </a:r>
            <a:endParaRPr/>
          </a:p>
          <a:p>
            <a:pPr algn="just">
              <a:buFont typeface="Arial"/>
              <a:buChar char="•"/>
              <a:defRPr/>
            </a:pPr>
            <a:r>
              <a:rPr lang="en-US" sz="2400">
                <a:latin typeface="Times New Roman"/>
                <a:cs typeface="Times New Roman"/>
              </a:rPr>
              <a:t>Most executions are between 10-35 </a:t>
            </a:r>
            <a:r>
              <a:rPr lang="en-US" sz="2400">
                <a:latin typeface="Times New Roman"/>
                <a:cs typeface="Times New Roman"/>
              </a:rPr>
              <a:t>ms.</a:t>
            </a:r>
            <a:endParaRPr lang="en-US" sz="2400">
              <a:latin typeface="Times New Roman"/>
              <a:cs typeface="Times New Roman"/>
            </a:endParaRPr>
          </a:p>
          <a:p>
            <a:pPr algn="just">
              <a:buFont typeface="Arial"/>
              <a:buChar char="•"/>
              <a:defRPr/>
            </a:pPr>
            <a:r>
              <a:rPr lang="en-US" sz="2400">
                <a:latin typeface="Times New Roman"/>
                <a:cs typeface="Times New Roman"/>
              </a:rPr>
              <a:t>Some runs took 100 </a:t>
            </a:r>
            <a:r>
              <a:rPr lang="en-US" sz="2400">
                <a:latin typeface="Times New Roman"/>
                <a:cs typeface="Times New Roman"/>
              </a:rPr>
              <a:t>ms</a:t>
            </a:r>
            <a:r>
              <a:rPr lang="en-US" sz="2400">
                <a:latin typeface="Times New Roman"/>
                <a:cs typeface="Times New Roman"/>
              </a:rPr>
              <a:t>, indicating possible inefficiency</a:t>
            </a:r>
            <a:r>
              <a:rPr lang="en-US"/>
              <a:t>.</a:t>
            </a:r>
            <a:endParaRPr/>
          </a:p>
          <a:p>
            <a:pPr marL="0" indent="0">
              <a:buNone/>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39458904" name="Title 1"/>
          <p:cNvSpPr>
            <a:spLocks noGrp="1"/>
          </p:cNvSpPr>
          <p:nvPr>
            <p:ph type="title"/>
          </p:nvPr>
        </p:nvSpPr>
        <p:spPr bwMode="auto"/>
        <p:txBody>
          <a:bodyPr>
            <a:normAutofit fontScale="90000"/>
          </a:bodyPr>
          <a:lstStyle/>
          <a:p>
            <a:pPr>
              <a:defRPr/>
            </a:pPr>
            <a:br>
              <a:rPr lang="en-US" b="1"/>
            </a:br>
            <a:br>
              <a:rPr lang="en-US" b="1"/>
            </a:br>
            <a:r>
              <a:rPr lang="en-US" sz="3100" b="1">
                <a:solidFill>
                  <a:srgbClr val="FF0000"/>
                </a:solidFill>
                <a:latin typeface="Times New Roman"/>
                <a:cs typeface="Times New Roman"/>
              </a:rPr>
              <a:t>Conclusion</a:t>
            </a:r>
            <a:br>
              <a:rPr lang="en-US" b="1"/>
            </a:br>
            <a:endParaRPr/>
          </a:p>
        </p:txBody>
      </p:sp>
      <p:sp>
        <p:nvSpPr>
          <p:cNvPr id="498349766" name="Content Placeholder 2"/>
          <p:cNvSpPr>
            <a:spLocks noGrp="1"/>
          </p:cNvSpPr>
          <p:nvPr>
            <p:ph idx="1"/>
          </p:nvPr>
        </p:nvSpPr>
        <p:spPr bwMode="auto"/>
        <p:txBody>
          <a:bodyPr/>
          <a:lstStyle/>
          <a:p>
            <a:pPr>
              <a:defRPr/>
            </a:pPr>
            <a:r>
              <a:rPr lang="en-US"/>
              <a:t>Stem-and-leaf plots are powerful tools in computer science for:</a:t>
            </a:r>
            <a:endParaRPr/>
          </a:p>
          <a:p>
            <a:pPr marL="0" indent="0">
              <a:buNone/>
              <a:defRPr/>
            </a:pPr>
            <a:r>
              <a:rPr/>
              <a:t>✅ </a:t>
            </a:r>
            <a:r>
              <a:rPr lang="en-US"/>
              <a:t>Quick </a:t>
            </a:r>
            <a:r>
              <a:rPr lang="en-US" b="1"/>
              <a:t>data visualization</a:t>
            </a:r>
            <a:br>
              <a:rPr lang="en-US"/>
            </a:br>
            <a:r>
              <a:rPr/>
              <a:t>✅ </a:t>
            </a:r>
            <a:r>
              <a:rPr lang="en-US" b="1"/>
              <a:t>Sorting and indexing</a:t>
            </a:r>
            <a:r>
              <a:rPr lang="en-US"/>
              <a:t> improvements</a:t>
            </a:r>
            <a:br>
              <a:rPr lang="en-US"/>
            </a:br>
            <a:r>
              <a:rPr/>
              <a:t>✅ </a:t>
            </a:r>
            <a:r>
              <a:rPr lang="en-US" b="1"/>
              <a:t>Performance monitoring</a:t>
            </a:r>
            <a:endParaRPr lang="en-US"/>
          </a:p>
          <a:p>
            <a:pPr>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62819557" name="Title 1"/>
          <p:cNvSpPr>
            <a:spLocks noGrp="1"/>
          </p:cNvSpPr>
          <p:nvPr>
            <p:ph type="title"/>
          </p:nvPr>
        </p:nvSpPr>
        <p:spPr bwMode="auto"/>
        <p:txBody>
          <a:bodyPr>
            <a:normAutofit/>
          </a:bodyPr>
          <a:lstStyle/>
          <a:p>
            <a:pPr>
              <a:defRPr/>
            </a:pPr>
            <a:r>
              <a:rPr lang="en-US" sz="2800" b="1">
                <a:solidFill>
                  <a:srgbClr val="FF0000"/>
                </a:solidFill>
                <a:latin typeface="Times New Roman"/>
                <a:cs typeface="Times New Roman"/>
              </a:rPr>
              <a:t>Histograms</a:t>
            </a:r>
            <a:endParaRPr sz="2800" b="1">
              <a:solidFill>
                <a:srgbClr val="FF0000"/>
              </a:solidFill>
              <a:latin typeface="Times New Roman"/>
              <a:cs typeface="Times New Roman"/>
            </a:endParaRPr>
          </a:p>
        </p:txBody>
      </p:sp>
      <p:sp>
        <p:nvSpPr>
          <p:cNvPr id="97847679" name="Content Placeholder 2"/>
          <p:cNvSpPr>
            <a:spLocks noGrp="1"/>
          </p:cNvSpPr>
          <p:nvPr>
            <p:ph idx="1"/>
          </p:nvPr>
        </p:nvSpPr>
        <p:spPr bwMode="auto">
          <a:xfrm flipH="0" flipV="0">
            <a:off x="763392" y="1392701"/>
            <a:ext cx="10590406" cy="4784260"/>
          </a:xfrm>
        </p:spPr>
        <p:txBody>
          <a:bodyPr vertOverflow="overflow" horzOverflow="overflow" vert="horz" wrap="square" lIns="91440" tIns="45720" rIns="91440" bIns="45720" numCol="1" spcCol="0" rtlCol="0" fromWordArt="0" anchor="t" anchorCtr="0" forceAA="0" upright="0" compatLnSpc="0">
            <a:normAutofit fontScale="95000" lnSpcReduction="1000"/>
          </a:bodyPr>
          <a:lstStyle/>
          <a:p>
            <a:pPr marL="0" indent="0" algn="just">
              <a:buNone/>
              <a:defRPr/>
            </a:pPr>
            <a:r>
              <a:rPr lang="en-US" sz="2400" b="0" i="0" u="none" strike="noStrike">
                <a:solidFill>
                  <a:srgbClr val="000000"/>
                </a:solidFill>
                <a:latin typeface="Times New Roman"/>
              </a:rPr>
              <a:t>A histogram consists of contiguous (adjoining) boxes. It has both a horizontal axis and a vertical axis. The horizontal axis is labelled with what the data represents (for instance, distance from your home to school). The vertical axis is labelled either frequency or relative frequency (or percent frequency or probability). The histogram can give you the shape of the data, the center, and the spread of the data. </a:t>
            </a:r>
            <a:endParaRPr/>
          </a:p>
          <a:p>
            <a:pPr algn="just">
              <a:defRPr/>
            </a:pPr>
            <a:r>
              <a:rPr lang="en-US" sz="2400" b="1" i="0" u="none" strike="noStrike">
                <a:solidFill>
                  <a:srgbClr val="672C93"/>
                </a:solidFill>
                <a:latin typeface="Times New Roman"/>
              </a:rPr>
              <a:t>STEPS TO CONSTRUCT THE HISTOGRAM: </a:t>
            </a:r>
            <a:endParaRPr lang="en-US" sz="2400" b="0" i="0" u="none" strike="noStrike">
              <a:solidFill>
                <a:srgbClr val="000000"/>
              </a:solidFill>
              <a:latin typeface="Times New Roman"/>
            </a:endParaRPr>
          </a:p>
          <a:p>
            <a:pPr algn="just">
              <a:defRPr/>
            </a:pPr>
            <a:r>
              <a:rPr lang="en-US" sz="2400" b="0" i="0" u="none" strike="noStrike">
                <a:solidFill>
                  <a:srgbClr val="000000"/>
                </a:solidFill>
                <a:latin typeface="Times New Roman"/>
              </a:rPr>
              <a:t>1. First check how many bars or intervals, also called classes, representing the data. Generally, many histograms consist of five to 15 bars or classes. </a:t>
            </a:r>
            <a:endParaRPr/>
          </a:p>
          <a:p>
            <a:pPr algn="just">
              <a:defRPr/>
            </a:pPr>
            <a:r>
              <a:rPr lang="en-US" sz="2400" b="0" i="0" u="none" strike="noStrike">
                <a:solidFill>
                  <a:srgbClr val="000000"/>
                </a:solidFill>
                <a:latin typeface="Times New Roman"/>
              </a:rPr>
              <a:t>2. A convenient starting point. </a:t>
            </a:r>
            <a:endParaRPr/>
          </a:p>
          <a:p>
            <a:pPr algn="just">
              <a:defRPr/>
            </a:pPr>
            <a:r>
              <a:rPr lang="en-US" sz="2400" b="0" i="0" u="none" strike="noStrike">
                <a:solidFill>
                  <a:srgbClr val="000000"/>
                </a:solidFill>
                <a:latin typeface="Times New Roman"/>
              </a:rPr>
              <a:t>3. The height of the bars depends on the frequency of that class or the relative frequency. </a:t>
            </a:r>
            <a:endParaRPr/>
          </a:p>
          <a:p>
            <a:pPr algn="just">
              <a:defRPr/>
            </a:pPr>
            <a:r>
              <a:rPr lang="en-US" sz="2400" b="0" i="0" u="none" strike="noStrike">
                <a:solidFill>
                  <a:srgbClr val="000000"/>
                </a:solidFill>
                <a:latin typeface="Times New Roman"/>
              </a:rPr>
              <a:t>4. There will be no gap between the classes’ bars. </a:t>
            </a:r>
            <a:endParaRPr/>
          </a:p>
          <a:p>
            <a:pPr marL="0" indent="0">
              <a:buNone/>
              <a:defRPr/>
            </a:pPr>
            <a:endParaRPr sz="1800" b="0" i="0" u="none" strike="noStrike">
              <a:solidFill>
                <a:srgbClr val="000000"/>
              </a:solidFill>
              <a:latin typeface="Times New Roman"/>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24126250" name="Title 1"/>
          <p:cNvSpPr>
            <a:spLocks noGrp="1"/>
          </p:cNvSpPr>
          <p:nvPr>
            <p:ph type="title"/>
          </p:nvPr>
        </p:nvSpPr>
        <p:spPr bwMode="auto"/>
        <p:txBody>
          <a:bodyPr>
            <a:normAutofit fontScale="90000"/>
          </a:bodyPr>
          <a:lstStyle/>
          <a:p>
            <a:pPr>
              <a:defRPr/>
            </a:pPr>
            <a:br>
              <a:rPr lang="en-US" b="1"/>
            </a:br>
            <a:r>
              <a:rPr lang="en-US" sz="3100" b="1">
                <a:solidFill>
                  <a:srgbClr val="FF0000"/>
                </a:solidFill>
                <a:latin typeface="Times New Roman"/>
                <a:cs typeface="Times New Roman"/>
              </a:rPr>
              <a:t>Website Load Time Analysis</a:t>
            </a:r>
            <a:br>
              <a:rPr lang="en-US" b="1"/>
            </a:br>
            <a:endParaRPr/>
          </a:p>
        </p:txBody>
      </p:sp>
      <p:sp>
        <p:nvSpPr>
          <p:cNvPr id="10804188" name="Content Placeholder 2"/>
          <p:cNvSpPr>
            <a:spLocks noGrp="1"/>
          </p:cNvSpPr>
          <p:nvPr>
            <p:ph idx="1"/>
          </p:nvPr>
        </p:nvSpPr>
        <p:spPr bwMode="auto"/>
        <p:txBody>
          <a:bodyPr>
            <a:normAutofit/>
          </a:bodyPr>
          <a:lstStyle/>
          <a:p>
            <a:pPr>
              <a:defRPr/>
            </a:pPr>
            <a:r>
              <a:rPr lang="en-US" sz="2600">
                <a:latin typeface="Times New Roman"/>
                <a:cs typeface="Times New Roman"/>
              </a:rPr>
              <a:t>A company tracks the website load times (in seconds) for 50 users:</a:t>
            </a:r>
            <a:endParaRPr/>
          </a:p>
          <a:p>
            <a:pPr marL="0" indent="0">
              <a:buNone/>
              <a:defRPr/>
            </a:pPr>
            <a:r>
              <a:rPr lang="en-US" sz="2600">
                <a:latin typeface="Times New Roman"/>
                <a:cs typeface="Times New Roman"/>
              </a:rPr>
              <a:t>1.2, 1.5, 1.8, 2.0, 2.1, 2.5, 2.8, 3.0, 3.2, 3.5, 3.8, 4.0, 4.2, 4.5, 5.0, </a:t>
            </a:r>
            <a:endParaRPr/>
          </a:p>
          <a:p>
            <a:pPr marL="0" indent="0">
              <a:buNone/>
              <a:defRPr/>
            </a:pPr>
            <a:r>
              <a:rPr lang="en-US" sz="2600">
                <a:latin typeface="Times New Roman"/>
                <a:cs typeface="Times New Roman"/>
              </a:rPr>
              <a:t>5.5, 6.0, 6.5, 7.0, 7.5, 8.0, 8.5, 9.0, 9.5, 10.0, 10.5, 11.0, 12.0, 12.5, 13.0</a:t>
            </a:r>
            <a:endParaRPr/>
          </a:p>
          <a:p>
            <a:pPr>
              <a:buNone/>
              <a:defRPr/>
            </a:pPr>
            <a:r>
              <a:rPr lang="en-US" sz="2600" b="1">
                <a:solidFill>
                  <a:srgbClr val="FF0000"/>
                </a:solidFill>
                <a:latin typeface="Times New Roman"/>
                <a:cs typeface="Times New Roman"/>
              </a:rPr>
              <a:t>Question:</a:t>
            </a:r>
            <a:endParaRPr/>
          </a:p>
          <a:p>
            <a:pPr>
              <a:buFont typeface="+mj-lt"/>
              <a:buAutoNum type="arabicPeriod"/>
              <a:defRPr/>
            </a:pPr>
            <a:r>
              <a:rPr lang="en-US" sz="2600">
                <a:latin typeface="Times New Roman"/>
                <a:cs typeface="Times New Roman"/>
              </a:rPr>
              <a:t>Construct a histogram for the given load times using bins of 2 seconds.</a:t>
            </a:r>
            <a:endParaRPr/>
          </a:p>
          <a:p>
            <a:pPr>
              <a:buFont typeface="+mj-lt"/>
              <a:buAutoNum type="arabicPeriod"/>
              <a:defRPr/>
            </a:pPr>
            <a:r>
              <a:rPr lang="en-US" sz="2600">
                <a:latin typeface="Times New Roman"/>
                <a:cs typeface="Times New Roman"/>
              </a:rPr>
              <a:t>What is the most common load time range?</a:t>
            </a:r>
            <a:endParaRPr/>
          </a:p>
          <a:p>
            <a:pPr>
              <a:buFont typeface="+mj-lt"/>
              <a:buAutoNum type="arabicPeriod"/>
              <a:defRPr/>
            </a:pPr>
            <a:r>
              <a:rPr lang="en-US" sz="2600">
                <a:latin typeface="Times New Roman"/>
                <a:cs typeface="Times New Roman"/>
              </a:rPr>
              <a:t>Identify the slowest loading time.</a:t>
            </a:r>
            <a:endParaRPr/>
          </a:p>
          <a:p>
            <a:pPr>
              <a:buFont typeface="+mj-lt"/>
              <a:buAutoNum type="arabicPeriod"/>
              <a:defRPr/>
            </a:pPr>
            <a:r>
              <a:rPr lang="en-US" sz="2600">
                <a:latin typeface="Times New Roman"/>
                <a:cs typeface="Times New Roman"/>
              </a:rPr>
              <a:t>What percentage of users experience a load time greater than 6 seconds?</a:t>
            </a:r>
            <a:endParaRPr/>
          </a:p>
          <a:p>
            <a:pPr marL="0" indent="0">
              <a:buNone/>
              <a:defRPr/>
            </a:pPr>
            <a:endParaRPr lang="en-US"/>
          </a:p>
          <a:p>
            <a:pPr marL="0" indent="0">
              <a:buNone/>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18780277" name="Title 1"/>
          <p:cNvSpPr>
            <a:spLocks noGrp="1"/>
          </p:cNvSpPr>
          <p:nvPr>
            <p:ph type="title"/>
          </p:nvPr>
        </p:nvSpPr>
        <p:spPr bwMode="auto"/>
        <p:txBody>
          <a:bodyPr>
            <a:normAutofit/>
          </a:bodyPr>
          <a:lstStyle/>
          <a:p>
            <a:pPr>
              <a:defRPr/>
            </a:pPr>
            <a:r>
              <a:rPr lang="en-US" sz="2800" b="1">
                <a:solidFill>
                  <a:srgbClr val="FF0000"/>
                </a:solidFill>
                <a:latin typeface="Times New Roman"/>
                <a:cs typeface="Times New Roman"/>
              </a:rPr>
              <a:t>Continue…</a:t>
            </a:r>
            <a:endParaRPr sz="2800" b="1">
              <a:solidFill>
                <a:srgbClr val="FF0000"/>
              </a:solidFill>
              <a:latin typeface="Times New Roman"/>
              <a:cs typeface="Times New Roman"/>
            </a:endParaRPr>
          </a:p>
        </p:txBody>
      </p:sp>
      <p:pic>
        <p:nvPicPr>
          <p:cNvPr id="1118405130" name="Picture 2" descr="Output image"/>
          <p:cNvPicPr>
            <a:picLocks noChangeAspect="1" noChangeArrowheads="1" noGrp="1"/>
          </p:cNvPicPr>
          <p:nvPr>
            <p:ph idx="1"/>
          </p:nvPr>
        </p:nvPicPr>
        <p:blipFill>
          <a:blip r:embed="rId3"/>
          <a:stretch/>
        </p:blipFill>
        <p:spPr bwMode="auto">
          <a:xfrm>
            <a:off x="3418406" y="1690688"/>
            <a:ext cx="5355188" cy="4351338"/>
          </a:xfrm>
          <a:prstGeom prst="rect">
            <a:avLst/>
          </a:prstGeom>
          <a:noFill/>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61801653" name="Title 1"/>
          <p:cNvSpPr>
            <a:spLocks noGrp="1"/>
          </p:cNvSpPr>
          <p:nvPr>
            <p:ph type="title"/>
          </p:nvPr>
        </p:nvSpPr>
        <p:spPr bwMode="auto"/>
        <p:txBody>
          <a:bodyPr>
            <a:noAutofit/>
          </a:bodyPr>
          <a:lstStyle/>
          <a:p>
            <a:pPr algn="just">
              <a:defRPr/>
            </a:pPr>
            <a:r>
              <a:rPr lang="en-US" sz="2400">
                <a:latin typeface="Times New Roman"/>
                <a:cs typeface="Times New Roman"/>
              </a:rPr>
              <a:t>The histogram above groups the data into six bins of 2 seconds each.</a:t>
            </a:r>
            <a:br>
              <a:rPr lang="en-US" sz="2400">
                <a:latin typeface="Times New Roman"/>
                <a:cs typeface="Times New Roman"/>
              </a:rPr>
            </a:br>
            <a:r>
              <a:rPr lang="en-US" sz="2400">
                <a:latin typeface="Times New Roman"/>
                <a:cs typeface="Times New Roman"/>
              </a:rPr>
              <a:t>Each bin represents a range of 2 seconds (e.g., 0-2s, 2-4s, 4-6s, etc.), and the height of each bar indicates the number of load times in that range.</a:t>
            </a:r>
            <a:br>
              <a:rPr lang="en-US" sz="2400">
                <a:latin typeface="Times New Roman"/>
                <a:cs typeface="Times New Roman"/>
              </a:rPr>
            </a:br>
            <a:endParaRPr sz="2400">
              <a:latin typeface="Times New Roman"/>
              <a:cs typeface="Times New Roman"/>
            </a:endParaRPr>
          </a:p>
        </p:txBody>
      </p:sp>
      <p:sp>
        <p:nvSpPr>
          <p:cNvPr id="1161411625" name="Content Placeholder 2"/>
          <p:cNvSpPr>
            <a:spLocks noGrp="1"/>
          </p:cNvSpPr>
          <p:nvPr>
            <p:ph idx="1"/>
          </p:nvPr>
        </p:nvSpPr>
        <p:spPr bwMode="auto"/>
        <p:txBody>
          <a:bodyPr/>
          <a:lstStyle/>
          <a:p>
            <a:pPr>
              <a:buNone/>
              <a:defRPr/>
            </a:pPr>
            <a:r>
              <a:rPr lang="en-US" sz="2400" b="1">
                <a:latin typeface="Times New Roman"/>
                <a:cs typeface="Times New Roman"/>
              </a:rPr>
              <a:t>What is the most common load time range?</a:t>
            </a:r>
            <a:endParaRPr/>
          </a:p>
          <a:p>
            <a:pPr marL="0" indent="0">
              <a:buNone/>
              <a:defRPr/>
            </a:pPr>
            <a:r>
              <a:rPr lang="en-US" sz="2400">
                <a:latin typeface="Times New Roman"/>
                <a:cs typeface="Times New Roman"/>
              </a:rPr>
              <a:t> The most frequent load time range is 2–4 seconds, as it has the highest bar in the histogram.</a:t>
            </a:r>
            <a:endParaRPr/>
          </a:p>
          <a:p>
            <a:pPr>
              <a:buNone/>
              <a:defRPr/>
            </a:pPr>
            <a:r>
              <a:rPr lang="en-US" sz="2400" b="1">
                <a:latin typeface="Times New Roman"/>
                <a:cs typeface="Times New Roman"/>
              </a:rPr>
              <a:t>Identify the slowest loading time</a:t>
            </a:r>
            <a:endParaRPr/>
          </a:p>
          <a:p>
            <a:pPr marL="0" indent="0">
              <a:buNone/>
              <a:defRPr/>
            </a:pPr>
            <a:r>
              <a:rPr lang="en-US" sz="2400">
                <a:latin typeface="Times New Roman"/>
                <a:cs typeface="Times New Roman"/>
              </a:rPr>
              <a:t>The slowest loading time in the dataset is 13.0 seconds.</a:t>
            </a:r>
            <a:endParaRPr/>
          </a:p>
          <a:p>
            <a:pPr>
              <a:buNone/>
              <a:defRPr/>
            </a:pPr>
            <a:r>
              <a:rPr lang="en-US" sz="2400" b="1">
                <a:latin typeface="Times New Roman"/>
                <a:cs typeface="Times New Roman"/>
              </a:rPr>
              <a:t>What percentage of users experience a load time greater than 6 seconds?</a:t>
            </a:r>
            <a:endParaRPr/>
          </a:p>
          <a:p>
            <a:pPr marL="0" indent="0">
              <a:buNone/>
              <a:defRPr/>
            </a:pPr>
            <a:r>
              <a:rPr lang="en-US" sz="2400" b="1">
                <a:latin typeface="Times New Roman"/>
                <a:cs typeface="Times New Roman"/>
              </a:rPr>
              <a:t>Step 1:</a:t>
            </a:r>
            <a:r>
              <a:rPr lang="en-US" sz="2400">
                <a:latin typeface="Times New Roman"/>
                <a:cs typeface="Times New Roman"/>
              </a:rPr>
              <a:t> Count the number of users with load times greater than 6 seconds:</a:t>
            </a:r>
            <a:endParaRPr/>
          </a:p>
          <a:p>
            <a:pPr marL="0" indent="0">
              <a:buNone/>
              <a:defRPr/>
            </a:pPr>
            <a:endParaRPr lang="en-US"/>
          </a:p>
          <a:p>
            <a:pPr marL="0" indent="0">
              <a:buNone/>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78910197" name="Title 1"/>
          <p:cNvSpPr>
            <a:spLocks noGrp="1"/>
          </p:cNvSpPr>
          <p:nvPr>
            <p:ph type="title"/>
          </p:nvPr>
        </p:nvSpPr>
        <p:spPr bwMode="auto"/>
        <p:txBody>
          <a:bodyPr>
            <a:normAutofit/>
          </a:bodyPr>
          <a:lstStyle/>
          <a:p>
            <a:pPr>
              <a:defRPr/>
            </a:pPr>
            <a:r>
              <a:rPr lang="en-US" sz="2800" b="1">
                <a:solidFill>
                  <a:srgbClr val="FF0000"/>
                </a:solidFill>
                <a:latin typeface="Times New Roman"/>
                <a:cs typeface="Times New Roman"/>
              </a:rPr>
              <a:t>Continue…</a:t>
            </a:r>
            <a:endParaRPr sz="2800" b="1">
              <a:solidFill>
                <a:srgbClr val="FF0000"/>
              </a:solidFill>
              <a:latin typeface="Times New Roman"/>
              <a:cs typeface="Times New Roman"/>
            </a:endParaRPr>
          </a:p>
        </p:txBody>
      </p:sp>
      <p:sp>
        <p:nvSpPr>
          <p:cNvPr id="1234546605" name="Content Placeholder 2"/>
          <p:cNvSpPr>
            <a:spLocks noGrp="1"/>
          </p:cNvSpPr>
          <p:nvPr>
            <p:ph idx="1"/>
          </p:nvPr>
        </p:nvSpPr>
        <p:spPr bwMode="auto"/>
        <p:txBody>
          <a:bodyPr>
            <a:normAutofit/>
          </a:bodyPr>
          <a:lstStyle/>
          <a:p>
            <a:pPr marL="0" indent="0">
              <a:buNone/>
              <a:defRPr/>
            </a:pPr>
            <a:r>
              <a:rPr sz="2400">
                <a:latin typeface="Times New Roman"/>
                <a:cs typeface="Times New Roman"/>
              </a:rPr>
              <a:t>6.5, 7.0, 7.5, 8.0, 8.5, 9.0, 9.5, 10.0, 10.5, 11.0, 12.0, 12.5, 13.0</a:t>
            </a:r>
            <a:endParaRPr/>
          </a:p>
          <a:p>
            <a:pPr>
              <a:buNone/>
              <a:defRPr/>
            </a:pPr>
            <a:r>
              <a:rPr lang="en-US" sz="2400">
                <a:latin typeface="Times New Roman"/>
                <a:cs typeface="Times New Roman"/>
              </a:rPr>
              <a:t>Total users in this range: 13</a:t>
            </a:r>
            <a:endParaRPr/>
          </a:p>
          <a:p>
            <a:pPr>
              <a:buNone/>
              <a:defRPr/>
            </a:pPr>
            <a:r>
              <a:rPr lang="en-US" sz="2400" b="1">
                <a:latin typeface="Times New Roman"/>
                <a:cs typeface="Times New Roman"/>
              </a:rPr>
              <a:t>Step 2:</a:t>
            </a:r>
            <a:r>
              <a:rPr lang="en-US" sz="2400">
                <a:latin typeface="Times New Roman"/>
                <a:cs typeface="Times New Roman"/>
              </a:rPr>
              <a:t> Calculate the percentage:</a:t>
            </a:r>
            <a:endParaRPr/>
          </a:p>
          <a:p>
            <a:pPr>
              <a:buNone/>
              <a:defRPr/>
            </a:pPr>
            <a:r>
              <a:rPr lang="en-US" sz="2400">
                <a:latin typeface="Times New Roman"/>
                <a:cs typeface="Times New Roman"/>
              </a:rPr>
              <a:t>                      (13/30) * 100 = 43. 33%</a:t>
            </a:r>
            <a:endParaRPr/>
          </a:p>
          <a:p>
            <a:pPr>
              <a:buNone/>
              <a:defRPr/>
            </a:pPr>
            <a:r>
              <a:rPr lang="en-US" sz="2400" b="1">
                <a:latin typeface="Times New Roman"/>
                <a:cs typeface="Times New Roman"/>
              </a:rPr>
              <a:t>Answer:</a:t>
            </a:r>
            <a:r>
              <a:rPr lang="en-US" sz="2400">
                <a:latin typeface="Times New Roman"/>
                <a:cs typeface="Times New Roman"/>
              </a:rPr>
              <a:t> 43.33% of users experience load times greater than 6 seconds.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66916806" name="Title 1"/>
          <p:cNvSpPr>
            <a:spLocks noGrp="1"/>
          </p:cNvSpPr>
          <p:nvPr>
            <p:ph type="title"/>
          </p:nvPr>
        </p:nvSpPr>
        <p:spPr bwMode="auto"/>
        <p:txBody>
          <a:bodyPr>
            <a:normAutofit/>
          </a:bodyPr>
          <a:lstStyle/>
          <a:p>
            <a:pPr>
              <a:defRPr/>
            </a:pPr>
            <a:r>
              <a:rPr lang="en-US" sz="2800" b="1">
                <a:solidFill>
                  <a:srgbClr val="FF0000"/>
                </a:solidFill>
                <a:latin typeface="Times New Roman"/>
                <a:cs typeface="Times New Roman"/>
              </a:rPr>
              <a:t>Measures of the Location of the Data</a:t>
            </a:r>
            <a:endParaRPr sz="2800" b="1">
              <a:solidFill>
                <a:srgbClr val="FF0000"/>
              </a:solidFill>
              <a:latin typeface="Times New Roman"/>
              <a:cs typeface="Times New Roman"/>
            </a:endParaRPr>
          </a:p>
        </p:txBody>
      </p:sp>
      <p:sp>
        <p:nvSpPr>
          <p:cNvPr id="1386845535" name="Content Placeholder 2"/>
          <p:cNvSpPr>
            <a:spLocks noGrp="1"/>
          </p:cNvSpPr>
          <p:nvPr>
            <p:ph idx="1"/>
          </p:nvPr>
        </p:nvSpPr>
        <p:spPr bwMode="auto"/>
        <p:txBody>
          <a:bodyPr>
            <a:normAutofit/>
          </a:bodyPr>
          <a:lstStyle/>
          <a:p>
            <a:pPr algn="just">
              <a:buNone/>
              <a:defRPr/>
            </a:pPr>
            <a:r>
              <a:rPr lang="en-US" sz="2400">
                <a:latin typeface="Times New Roman"/>
                <a:cs typeface="Times New Roman"/>
              </a:rPr>
              <a:t>Measures of location (also called measures of central tendency) help identify a representative value in a dataset. These values tell us where most of the data points "center" around or how they are distributed.</a:t>
            </a:r>
            <a:endParaRPr/>
          </a:p>
          <a:p>
            <a:pPr algn="just">
              <a:buNone/>
              <a:defRPr/>
            </a:pPr>
            <a:r>
              <a:rPr lang="en-US" sz="2400">
                <a:latin typeface="Times New Roman"/>
                <a:cs typeface="Times New Roman"/>
              </a:rPr>
              <a:t>Commonly used measures include:</a:t>
            </a:r>
            <a:endParaRPr/>
          </a:p>
          <a:p>
            <a:pPr algn="just">
              <a:buFont typeface="+mj-lt"/>
              <a:buAutoNum type="arabicPeriod"/>
              <a:defRPr/>
            </a:pPr>
            <a:r>
              <a:rPr lang="en-US" sz="2400" b="1">
                <a:latin typeface="Times New Roman"/>
                <a:cs typeface="Times New Roman"/>
              </a:rPr>
              <a:t>Mean (Arithmetic Average)</a:t>
            </a:r>
            <a:r>
              <a:rPr lang="en-US" sz="2400">
                <a:latin typeface="Times New Roman"/>
                <a:cs typeface="Times New Roman"/>
              </a:rPr>
              <a:t> – The sum of all values divided by the total number of values.</a:t>
            </a:r>
            <a:endParaRPr/>
          </a:p>
          <a:p>
            <a:pPr algn="just">
              <a:buFont typeface="+mj-lt"/>
              <a:buAutoNum type="arabicPeriod"/>
              <a:defRPr/>
            </a:pPr>
            <a:r>
              <a:rPr lang="en-US" sz="2400" b="1">
                <a:latin typeface="Times New Roman"/>
                <a:cs typeface="Times New Roman"/>
              </a:rPr>
              <a:t>Median (Middle Value)</a:t>
            </a:r>
            <a:r>
              <a:rPr lang="en-US" sz="2400">
                <a:latin typeface="Times New Roman"/>
                <a:cs typeface="Times New Roman"/>
              </a:rPr>
              <a:t> – The middle value when data is arranged in ascending order.</a:t>
            </a:r>
            <a:endParaRPr/>
          </a:p>
          <a:p>
            <a:pPr algn="just">
              <a:buFont typeface="+mj-lt"/>
              <a:buAutoNum type="arabicPeriod"/>
              <a:defRPr/>
            </a:pPr>
            <a:r>
              <a:rPr lang="en-US" sz="2400" b="1">
                <a:latin typeface="Times New Roman"/>
                <a:cs typeface="Times New Roman"/>
              </a:rPr>
              <a:t>Mode (Most Frequent Value)</a:t>
            </a:r>
            <a:r>
              <a:rPr lang="en-US" sz="2400">
                <a:latin typeface="Times New Roman"/>
                <a:cs typeface="Times New Roman"/>
              </a:rPr>
              <a:t> – The value that appears most frequently.</a:t>
            </a:r>
            <a:endParaRPr/>
          </a:p>
          <a:p>
            <a:pPr algn="just">
              <a:buFont typeface="+mj-lt"/>
              <a:buAutoNum type="arabicPeriod"/>
              <a:defRPr/>
            </a:pPr>
            <a:r>
              <a:rPr lang="en-US" sz="2400" b="1">
                <a:latin typeface="Times New Roman"/>
                <a:cs typeface="Times New Roman"/>
              </a:rPr>
              <a:t>Percentiles &amp; Quartiles</a:t>
            </a:r>
            <a:r>
              <a:rPr lang="en-US" sz="2400">
                <a:latin typeface="Times New Roman"/>
                <a:cs typeface="Times New Roman"/>
              </a:rPr>
              <a:t> – Values that divide data into equal parts, often used in </a:t>
            </a:r>
            <a:r>
              <a:rPr lang="en-US" sz="2400" b="1">
                <a:latin typeface="Times New Roman"/>
                <a:cs typeface="Times New Roman"/>
              </a:rPr>
              <a:t>performance analysis</a:t>
            </a:r>
            <a:r>
              <a:rPr lang="en-US" sz="2400">
                <a:latin typeface="Times New Roman"/>
                <a:cs typeface="Times New Roman"/>
              </a:rPr>
              <a:t>.</a:t>
            </a:r>
            <a:endParaRPr/>
          </a:p>
          <a:p>
            <a:pPr>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37648525" name="Title 1"/>
          <p:cNvSpPr>
            <a:spLocks noGrp="1"/>
          </p:cNvSpPr>
          <p:nvPr>
            <p:ph type="title"/>
          </p:nvPr>
        </p:nvSpPr>
        <p:spPr bwMode="auto"/>
        <p:txBody>
          <a:bodyPr>
            <a:normAutofit/>
          </a:bodyPr>
          <a:lstStyle/>
          <a:p>
            <a:pPr>
              <a:defRPr/>
            </a:pPr>
            <a:r>
              <a:rPr lang="en-US" sz="2800" b="1">
                <a:solidFill>
                  <a:srgbClr val="FF0000"/>
                </a:solidFill>
                <a:latin typeface="Times New Roman"/>
                <a:cs typeface="Times New Roman"/>
              </a:rPr>
              <a:t>Quartiles and Deciles:</a:t>
            </a:r>
            <a:endParaRPr sz="2800" b="1">
              <a:solidFill>
                <a:srgbClr val="FF0000"/>
              </a:solidFill>
              <a:latin typeface="Times New Roman"/>
              <a:cs typeface="Times New Roman"/>
            </a:endParaRPr>
          </a:p>
        </p:txBody>
      </p:sp>
      <p:pic>
        <p:nvPicPr>
          <p:cNvPr id="1051590431" name="Content Placeholder 4"/>
          <p:cNvPicPr>
            <a:picLocks noChangeAspect="1" noGrp="1"/>
          </p:cNvPicPr>
          <p:nvPr>
            <p:ph idx="1"/>
          </p:nvPr>
        </p:nvPicPr>
        <p:blipFill>
          <a:blip r:embed="rId3"/>
          <a:stretch/>
        </p:blipFill>
        <p:spPr bwMode="auto">
          <a:xfrm>
            <a:off x="2082018" y="1690688"/>
            <a:ext cx="8018585" cy="3908255"/>
          </a:xfr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25073525" name="Title 1"/>
          <p:cNvSpPr>
            <a:spLocks noGrp="1"/>
          </p:cNvSpPr>
          <p:nvPr>
            <p:ph type="title"/>
          </p:nvPr>
        </p:nvSpPr>
        <p:spPr bwMode="auto"/>
        <p:txBody>
          <a:bodyPr>
            <a:normAutofit/>
          </a:bodyPr>
          <a:lstStyle/>
          <a:p>
            <a:pPr>
              <a:defRPr/>
            </a:pPr>
            <a:r>
              <a:rPr lang="en-US" sz="2800" b="1">
                <a:solidFill>
                  <a:srgbClr val="FF0000"/>
                </a:solidFill>
                <a:latin typeface="Times New Roman"/>
                <a:cs typeface="Times New Roman"/>
              </a:rPr>
              <a:t>Procedure Table</a:t>
            </a:r>
            <a:endParaRPr sz="2800" b="1">
              <a:solidFill>
                <a:srgbClr val="FF0000"/>
              </a:solidFill>
              <a:latin typeface="Times New Roman"/>
              <a:cs typeface="Times New Roman"/>
            </a:endParaRPr>
          </a:p>
        </p:txBody>
      </p:sp>
      <p:pic>
        <p:nvPicPr>
          <p:cNvPr id="2096111814" name="Content Placeholder 4"/>
          <p:cNvPicPr>
            <a:picLocks noChangeAspect="1" noGrp="1"/>
          </p:cNvPicPr>
          <p:nvPr>
            <p:ph idx="1"/>
          </p:nvPr>
        </p:nvPicPr>
        <p:blipFill>
          <a:blip r:embed="rId3"/>
          <a:stretch/>
        </p:blipFill>
        <p:spPr bwMode="auto">
          <a:xfrm>
            <a:off x="2110155" y="2110155"/>
            <a:ext cx="7258928" cy="3671668"/>
          </a:xfr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76278721" name="Title 1"/>
          <p:cNvSpPr>
            <a:spLocks noGrp="1"/>
          </p:cNvSpPr>
          <p:nvPr>
            <p:ph type="title"/>
          </p:nvPr>
        </p:nvSpPr>
        <p:spPr bwMode="auto"/>
        <p:txBody>
          <a:bodyPr/>
          <a:lstStyle/>
          <a:p>
            <a:pPr>
              <a:defRPr/>
            </a:pPr>
            <a:endParaRPr/>
          </a:p>
        </p:txBody>
      </p:sp>
      <p:pic>
        <p:nvPicPr>
          <p:cNvPr id="1593773516" name="Content Placeholder 4"/>
          <p:cNvPicPr>
            <a:picLocks noChangeAspect="1" noGrp="1"/>
          </p:cNvPicPr>
          <p:nvPr>
            <p:ph idx="1"/>
          </p:nvPr>
        </p:nvPicPr>
        <p:blipFill>
          <a:blip r:embed="rId3"/>
          <a:stretch/>
        </p:blipFill>
        <p:spPr bwMode="auto">
          <a:xfrm>
            <a:off x="2390775" y="1834356"/>
            <a:ext cx="7410450" cy="4333875"/>
          </a:xfr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48801201" name="Title 1"/>
          <p:cNvSpPr>
            <a:spLocks noGrp="1"/>
          </p:cNvSpPr>
          <p:nvPr>
            <p:ph type="title"/>
          </p:nvPr>
        </p:nvSpPr>
        <p:spPr bwMode="auto"/>
        <p:txBody>
          <a:bodyPr/>
          <a:lstStyle/>
          <a:p>
            <a:pPr>
              <a:defRPr/>
            </a:pPr>
            <a:endParaRPr/>
          </a:p>
        </p:txBody>
      </p:sp>
      <p:pic>
        <p:nvPicPr>
          <p:cNvPr id="1979646713" name="Content Placeholder 4"/>
          <p:cNvPicPr>
            <a:picLocks noChangeAspect="1" noGrp="1"/>
          </p:cNvPicPr>
          <p:nvPr>
            <p:ph idx="1"/>
          </p:nvPr>
        </p:nvPicPr>
        <p:blipFill>
          <a:blip r:embed="rId3"/>
          <a:stretch/>
        </p:blipFill>
        <p:spPr bwMode="auto">
          <a:xfrm>
            <a:off x="2419642" y="2560319"/>
            <a:ext cx="7005711" cy="3334043"/>
          </a:xfr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62993535" name="Title 1"/>
          <p:cNvSpPr>
            <a:spLocks noGrp="1"/>
          </p:cNvSpPr>
          <p:nvPr>
            <p:ph type="title"/>
          </p:nvPr>
        </p:nvSpPr>
        <p:spPr bwMode="auto"/>
        <p:txBody>
          <a:bodyPr>
            <a:normAutofit/>
          </a:bodyPr>
          <a:lstStyle/>
          <a:p>
            <a:pPr>
              <a:defRPr/>
            </a:pPr>
            <a:r>
              <a:rPr lang="en-US" sz="2800" b="1">
                <a:solidFill>
                  <a:srgbClr val="FF0000"/>
                </a:solidFill>
                <a:latin typeface="Times New Roman"/>
                <a:cs typeface="Times New Roman"/>
              </a:rPr>
              <a:t>Deciles</a:t>
            </a:r>
            <a:endParaRPr sz="2800" b="1">
              <a:solidFill>
                <a:srgbClr val="FF0000"/>
              </a:solidFill>
              <a:latin typeface="Times New Roman"/>
              <a:cs typeface="Times New Roman"/>
            </a:endParaRPr>
          </a:p>
        </p:txBody>
      </p:sp>
      <p:pic>
        <p:nvPicPr>
          <p:cNvPr id="36913434" name="Content Placeholder 4"/>
          <p:cNvPicPr>
            <a:picLocks noChangeAspect="1" noGrp="1"/>
          </p:cNvPicPr>
          <p:nvPr>
            <p:ph idx="1"/>
          </p:nvPr>
        </p:nvPicPr>
        <p:blipFill>
          <a:blip r:embed="rId3"/>
          <a:stretch/>
        </p:blipFill>
        <p:spPr bwMode="auto">
          <a:xfrm>
            <a:off x="1441937" y="1490797"/>
            <a:ext cx="7237827" cy="1447800"/>
          </a:xfrm>
        </p:spPr>
      </p:pic>
      <p:pic>
        <p:nvPicPr>
          <p:cNvPr id="184063263" name="Picture 6"/>
          <p:cNvPicPr>
            <a:picLocks noChangeAspect="1"/>
          </p:cNvPicPr>
          <p:nvPr/>
        </p:nvPicPr>
        <p:blipFill>
          <a:blip r:embed="rId4"/>
          <a:stretch/>
        </p:blipFill>
        <p:spPr bwMode="auto">
          <a:xfrm>
            <a:off x="1441937" y="3429000"/>
            <a:ext cx="7941213" cy="188595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380446448" name="Content Placeholder 4"/>
          <p:cNvPicPr>
            <a:picLocks noChangeAspect="1"/>
          </p:cNvPicPr>
          <p:nvPr/>
        </p:nvPicPr>
        <p:blipFill>
          <a:blip r:embed="rId3"/>
          <a:stretch/>
        </p:blipFill>
        <p:spPr bwMode="auto">
          <a:xfrm>
            <a:off x="2301972" y="438149"/>
            <a:ext cx="6153149" cy="2990850"/>
          </a:xfrm>
          <a:prstGeom prst="rect">
            <a:avLst/>
          </a:prstGeom>
        </p:spPr>
      </p:pic>
      <p:pic>
        <p:nvPicPr>
          <p:cNvPr id="731344586" name="Picture 2"/>
          <p:cNvPicPr>
            <a:picLocks noChangeAspect="1"/>
          </p:cNvPicPr>
          <p:nvPr/>
        </p:nvPicPr>
        <p:blipFill>
          <a:blip r:embed="rId4"/>
          <a:stretch/>
        </p:blipFill>
        <p:spPr bwMode="auto">
          <a:xfrm>
            <a:off x="838200" y="4025045"/>
            <a:ext cx="10515599" cy="176212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795013665" name="Picture 2"/>
          <p:cNvPicPr>
            <a:picLocks noChangeAspect="1"/>
          </p:cNvPicPr>
          <p:nvPr/>
        </p:nvPicPr>
        <p:blipFill>
          <a:blip r:embed="rId3"/>
          <a:stretch/>
        </p:blipFill>
        <p:spPr bwMode="auto">
          <a:xfrm>
            <a:off x="1814731" y="1308295"/>
            <a:ext cx="8187397" cy="4121833"/>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24334161" name="Title 1"/>
          <p:cNvSpPr>
            <a:spLocks noGrp="1"/>
          </p:cNvSpPr>
          <p:nvPr>
            <p:ph type="title"/>
          </p:nvPr>
        </p:nvSpPr>
        <p:spPr bwMode="auto"/>
        <p:txBody>
          <a:bodyPr>
            <a:normAutofit/>
          </a:bodyPr>
          <a:lstStyle/>
          <a:p>
            <a:pPr>
              <a:defRPr/>
            </a:pPr>
            <a:r>
              <a:rPr lang="en-US" sz="2800" b="1">
                <a:solidFill>
                  <a:srgbClr val="FF0000"/>
                </a:solidFill>
                <a:latin typeface="Times New Roman"/>
                <a:cs typeface="Times New Roman"/>
              </a:rPr>
              <a:t>A Formula for Finding the Kth Percentile</a:t>
            </a:r>
            <a:endParaRPr sz="2800" b="1">
              <a:solidFill>
                <a:srgbClr val="FF0000"/>
              </a:solidFill>
              <a:latin typeface="Times New Roman"/>
              <a:cs typeface="Times New Roman"/>
            </a:endParaRPr>
          </a:p>
        </p:txBody>
      </p:sp>
      <p:pic>
        <p:nvPicPr>
          <p:cNvPr id="1952206805" name="Content Placeholder 8"/>
          <p:cNvPicPr>
            <a:picLocks noChangeAspect="1" noGrp="1"/>
          </p:cNvPicPr>
          <p:nvPr>
            <p:ph idx="1"/>
          </p:nvPr>
        </p:nvPicPr>
        <p:blipFill>
          <a:blip r:embed="rId3"/>
          <a:stretch/>
        </p:blipFill>
        <p:spPr bwMode="auto">
          <a:xfrm>
            <a:off x="1314450" y="2020094"/>
            <a:ext cx="9563100" cy="3962400"/>
          </a:xfr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57371155" name="Title 1"/>
          <p:cNvSpPr>
            <a:spLocks noGrp="1"/>
          </p:cNvSpPr>
          <p:nvPr>
            <p:ph type="title"/>
          </p:nvPr>
        </p:nvSpPr>
        <p:spPr bwMode="auto"/>
        <p:txBody>
          <a:bodyPr>
            <a:normAutofit/>
          </a:bodyPr>
          <a:lstStyle/>
          <a:p>
            <a:pPr>
              <a:defRPr/>
            </a:pPr>
            <a:r>
              <a:rPr lang="en-US" sz="2800" b="1">
                <a:solidFill>
                  <a:srgbClr val="FF0000"/>
                </a:solidFill>
                <a:latin typeface="Times New Roman"/>
                <a:cs typeface="Times New Roman"/>
              </a:rPr>
              <a:t>Question:</a:t>
            </a:r>
            <a:endParaRPr sz="2800" b="1">
              <a:solidFill>
                <a:srgbClr val="FF0000"/>
              </a:solidFill>
              <a:latin typeface="Times New Roman"/>
              <a:cs typeface="Times New Roman"/>
            </a:endParaRPr>
          </a:p>
        </p:txBody>
      </p:sp>
      <p:sp>
        <p:nvSpPr>
          <p:cNvPr id="1168811324" name="Content Placeholder 2"/>
          <p:cNvSpPr>
            <a:spLocks noGrp="1"/>
          </p:cNvSpPr>
          <p:nvPr>
            <p:ph idx="1"/>
          </p:nvPr>
        </p:nvSpPr>
        <p:spPr bwMode="auto"/>
        <p:txBody>
          <a:bodyPr/>
          <a:lstStyle/>
          <a:p>
            <a:pPr>
              <a:buNone/>
              <a:defRPr/>
            </a:pPr>
            <a:r>
              <a:rPr lang="en-US" sz="2400">
                <a:latin typeface="Times New Roman"/>
                <a:cs typeface="Times New Roman"/>
              </a:rPr>
              <a:t>A network administrator collects latency (response time in milliseconds) data for a web server. The recorded response times (in ascending order) are:</a:t>
            </a:r>
            <a:endParaRPr/>
          </a:p>
          <a:p>
            <a:pPr>
              <a:buNone/>
              <a:defRPr/>
            </a:pPr>
            <a:r>
              <a:rPr lang="en-US" sz="2400">
                <a:latin typeface="Times New Roman"/>
                <a:cs typeface="Times New Roman"/>
              </a:rPr>
              <a:t>12,18,20,25,30,35,40,42,50,55,60,65,70,75,80 </a:t>
            </a:r>
            <a:endParaRPr/>
          </a:p>
          <a:p>
            <a:pPr>
              <a:buNone/>
              <a:defRPr/>
            </a:pPr>
            <a:r>
              <a:rPr lang="en-US" sz="2400">
                <a:latin typeface="Times New Roman"/>
                <a:cs typeface="Times New Roman"/>
              </a:rPr>
              <a:t>Find:</a:t>
            </a:r>
            <a:endParaRPr/>
          </a:p>
          <a:p>
            <a:pPr>
              <a:buFont typeface="+mj-lt"/>
              <a:buAutoNum type="arabicPeriod"/>
              <a:defRPr/>
            </a:pPr>
            <a:r>
              <a:rPr lang="en-US" sz="2400">
                <a:latin typeface="Times New Roman"/>
                <a:cs typeface="Times New Roman"/>
              </a:rPr>
              <a:t>The </a:t>
            </a:r>
            <a:r>
              <a:rPr lang="en-US" sz="2400" b="1">
                <a:latin typeface="Times New Roman"/>
                <a:cs typeface="Times New Roman"/>
              </a:rPr>
              <a:t>25th percentile (P₂₅)</a:t>
            </a:r>
            <a:endParaRPr lang="en-US" sz="2400">
              <a:latin typeface="Times New Roman"/>
              <a:cs typeface="Times New Roman"/>
            </a:endParaRPr>
          </a:p>
          <a:p>
            <a:pPr>
              <a:buFont typeface="+mj-lt"/>
              <a:buAutoNum type="arabicPeriod"/>
              <a:defRPr/>
            </a:pPr>
            <a:r>
              <a:rPr lang="en-US" sz="2400">
                <a:latin typeface="Times New Roman"/>
                <a:cs typeface="Times New Roman"/>
              </a:rPr>
              <a:t>The </a:t>
            </a:r>
            <a:r>
              <a:rPr lang="en-US" sz="2400" b="1">
                <a:latin typeface="Times New Roman"/>
                <a:cs typeface="Times New Roman"/>
              </a:rPr>
              <a:t>90th percentile (P₉₀)</a:t>
            </a:r>
            <a:endParaRPr lang="en-US" sz="2400">
              <a:latin typeface="Times New Roman"/>
              <a:cs typeface="Times New Roman"/>
            </a:endParaRPr>
          </a:p>
          <a:p>
            <a:pPr marL="0" indent="0">
              <a:buNone/>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27149576" name="Title 1"/>
          <p:cNvSpPr>
            <a:spLocks noGrp="1"/>
          </p:cNvSpPr>
          <p:nvPr>
            <p:ph type="title"/>
          </p:nvPr>
        </p:nvSpPr>
        <p:spPr bwMode="auto"/>
        <p:txBody>
          <a:bodyPr>
            <a:normAutofit/>
          </a:bodyPr>
          <a:lstStyle/>
          <a:p>
            <a:pPr>
              <a:defRPr/>
            </a:pPr>
            <a:r>
              <a:rPr lang="en-US" sz="2800" b="1">
                <a:solidFill>
                  <a:srgbClr val="FF0000"/>
                </a:solidFill>
                <a:latin typeface="Times New Roman"/>
                <a:cs typeface="Times New Roman"/>
              </a:rPr>
              <a:t>Continue…</a:t>
            </a:r>
            <a:endParaRPr sz="2800" b="1">
              <a:solidFill>
                <a:srgbClr val="FF0000"/>
              </a:solidFill>
              <a:latin typeface="Times New Roman"/>
              <a:cs typeface="Times New Roman"/>
            </a:endParaRPr>
          </a:p>
        </p:txBody>
      </p:sp>
      <p:pic>
        <p:nvPicPr>
          <p:cNvPr id="702499683" name="Content Placeholder 4"/>
          <p:cNvPicPr>
            <a:picLocks noChangeAspect="1" noGrp="1"/>
          </p:cNvPicPr>
          <p:nvPr>
            <p:ph idx="1"/>
          </p:nvPr>
        </p:nvPicPr>
        <p:blipFill>
          <a:blip r:embed="rId3"/>
          <a:stretch/>
        </p:blipFill>
        <p:spPr bwMode="auto">
          <a:xfrm>
            <a:off x="1702191" y="2124222"/>
            <a:ext cx="8328074" cy="3840480"/>
          </a:xfr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88057579" name="Title 1"/>
          <p:cNvSpPr>
            <a:spLocks noGrp="1"/>
          </p:cNvSpPr>
          <p:nvPr>
            <p:ph type="title"/>
          </p:nvPr>
        </p:nvSpPr>
        <p:spPr bwMode="auto"/>
        <p:txBody>
          <a:bodyPr>
            <a:normAutofit/>
          </a:bodyPr>
          <a:lstStyle/>
          <a:p>
            <a:pPr>
              <a:defRPr/>
            </a:pPr>
            <a:r>
              <a:rPr lang="en-US" sz="2800" b="1">
                <a:solidFill>
                  <a:srgbClr val="FF0000"/>
                </a:solidFill>
                <a:latin typeface="Times New Roman"/>
                <a:cs typeface="Times New Roman"/>
              </a:rPr>
              <a:t>Continue…</a:t>
            </a:r>
            <a:endParaRPr sz="2800" b="1">
              <a:solidFill>
                <a:srgbClr val="FF0000"/>
              </a:solidFill>
              <a:latin typeface="Times New Roman"/>
              <a:cs typeface="Times New Roman"/>
            </a:endParaRPr>
          </a:p>
        </p:txBody>
      </p:sp>
      <p:pic>
        <p:nvPicPr>
          <p:cNvPr id="992719974" name="Content Placeholder 6"/>
          <p:cNvPicPr>
            <a:picLocks noChangeAspect="1" noGrp="1"/>
          </p:cNvPicPr>
          <p:nvPr>
            <p:ph idx="1"/>
          </p:nvPr>
        </p:nvPicPr>
        <p:blipFill>
          <a:blip r:embed="rId3"/>
          <a:stretch/>
        </p:blipFill>
        <p:spPr bwMode="auto">
          <a:xfrm>
            <a:off x="1444356" y="1690688"/>
            <a:ext cx="8825059" cy="3837915"/>
          </a:xfr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94424312" name="Title 1"/>
          <p:cNvSpPr>
            <a:spLocks noGrp="1"/>
          </p:cNvSpPr>
          <p:nvPr>
            <p:ph type="title"/>
          </p:nvPr>
        </p:nvSpPr>
        <p:spPr bwMode="auto"/>
        <p:txBody>
          <a:bodyPr>
            <a:normAutofit/>
          </a:bodyPr>
          <a:lstStyle/>
          <a:p>
            <a:pPr>
              <a:defRPr/>
            </a:pPr>
            <a:r>
              <a:rPr lang="en-US" sz="2800" b="1">
                <a:solidFill>
                  <a:srgbClr val="FF0000"/>
                </a:solidFill>
                <a:latin typeface="Times New Roman"/>
                <a:cs typeface="Times New Roman"/>
              </a:rPr>
              <a:t>Question 2:</a:t>
            </a:r>
            <a:endParaRPr sz="2800" b="1">
              <a:solidFill>
                <a:srgbClr val="FF0000"/>
              </a:solidFill>
              <a:latin typeface="Times New Roman"/>
              <a:cs typeface="Times New Roman"/>
            </a:endParaRPr>
          </a:p>
        </p:txBody>
      </p:sp>
      <p:sp>
        <p:nvSpPr>
          <p:cNvPr id="1356371733" name="Content Placeholder 2"/>
          <p:cNvSpPr>
            <a:spLocks noGrp="1"/>
          </p:cNvSpPr>
          <p:nvPr>
            <p:ph idx="1"/>
          </p:nvPr>
        </p:nvSpPr>
        <p:spPr bwMode="auto"/>
        <p:txBody>
          <a:bodyPr/>
          <a:lstStyle/>
          <a:p>
            <a:pPr algn="just">
              <a:buNone/>
              <a:defRPr/>
            </a:pPr>
            <a:r>
              <a:rPr lang="en-US" sz="2400">
                <a:latin typeface="Times New Roman"/>
                <a:cs typeface="Times New Roman"/>
              </a:rPr>
              <a:t>A programmer measures the execution time (in milliseconds) of a sorting algorithm on different input sizes. The recorded times (sorted) are:</a:t>
            </a:r>
            <a:endParaRPr/>
          </a:p>
          <a:p>
            <a:pPr>
              <a:buNone/>
              <a:defRPr/>
            </a:pPr>
            <a:r>
              <a:rPr lang="en-US" sz="2400">
                <a:latin typeface="Times New Roman"/>
                <a:cs typeface="Times New Roman"/>
              </a:rPr>
              <a:t>5,7,9,10,12,15,18,20,25,30,35,40,45,50,55,60,70,80. Find:</a:t>
            </a:r>
            <a:endParaRPr/>
          </a:p>
          <a:p>
            <a:pPr>
              <a:buFont typeface="+mj-lt"/>
              <a:buAutoNum type="arabicPeriod"/>
              <a:defRPr/>
            </a:pPr>
            <a:r>
              <a:rPr lang="en-US" sz="2400" b="1">
                <a:latin typeface="Times New Roman"/>
                <a:cs typeface="Times New Roman"/>
              </a:rPr>
              <a:t> </a:t>
            </a:r>
            <a:r>
              <a:rPr lang="en-US" sz="2400">
                <a:latin typeface="Times New Roman"/>
                <a:cs typeface="Times New Roman"/>
              </a:rPr>
              <a:t>50th percentile (P₅₀)</a:t>
            </a:r>
            <a:endParaRPr/>
          </a:p>
          <a:p>
            <a:pPr algn="just">
              <a:buFont typeface="+mj-lt"/>
              <a:buAutoNum type="arabicPeriod"/>
              <a:defRPr/>
            </a:pPr>
            <a:r>
              <a:rPr lang="en-US" sz="2400">
                <a:latin typeface="Times New Roman"/>
                <a:cs typeface="Times New Roman"/>
              </a:rPr>
              <a:t> 75th percentile (P₇₅</a:t>
            </a:r>
            <a:r>
              <a:rPr lang="en-US" sz="2400" b="1">
                <a:latin typeface="Times New Roman"/>
                <a:cs typeface="Times New Roman"/>
              </a:rPr>
              <a:t>)</a:t>
            </a:r>
            <a:endParaRPr lang="en-US" sz="2400">
              <a:latin typeface="Times New Roman"/>
              <a:cs typeface="Times New Roman"/>
            </a:endParaRPr>
          </a:p>
          <a:p>
            <a:pPr marL="0" indent="0">
              <a:buNone/>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924185322" name="Picture 2"/>
          <p:cNvPicPr>
            <a:picLocks noChangeAspect="1"/>
          </p:cNvPicPr>
          <p:nvPr/>
        </p:nvPicPr>
        <p:blipFill>
          <a:blip r:embed="rId3"/>
          <a:stretch/>
        </p:blipFill>
        <p:spPr bwMode="auto">
          <a:xfrm>
            <a:off x="2203792" y="998585"/>
            <a:ext cx="6574448" cy="1400175"/>
          </a:xfrm>
          <a:prstGeom prst="rect">
            <a:avLst/>
          </a:prstGeom>
        </p:spPr>
      </p:pic>
      <p:pic>
        <p:nvPicPr>
          <p:cNvPr id="774925287" name="Picture 4"/>
          <p:cNvPicPr>
            <a:picLocks noChangeAspect="1"/>
          </p:cNvPicPr>
          <p:nvPr/>
        </p:nvPicPr>
        <p:blipFill>
          <a:blip r:embed="rId4"/>
          <a:stretch/>
        </p:blipFill>
        <p:spPr bwMode="auto">
          <a:xfrm>
            <a:off x="1986915" y="2398761"/>
            <a:ext cx="8127755" cy="309562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59001529" name="Picture 2"/>
          <p:cNvPicPr>
            <a:picLocks noChangeAspect="1"/>
          </p:cNvPicPr>
          <p:nvPr/>
        </p:nvPicPr>
        <p:blipFill>
          <a:blip r:embed="rId3"/>
          <a:stretch/>
        </p:blipFill>
        <p:spPr bwMode="auto">
          <a:xfrm>
            <a:off x="2011681" y="1519312"/>
            <a:ext cx="7537132" cy="427657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74069967" name="Title 1"/>
          <p:cNvSpPr>
            <a:spLocks noGrp="1"/>
          </p:cNvSpPr>
          <p:nvPr>
            <p:ph type="title"/>
          </p:nvPr>
        </p:nvSpPr>
        <p:spPr bwMode="auto"/>
        <p:txBody>
          <a:bodyPr>
            <a:normAutofit/>
          </a:bodyPr>
          <a:lstStyle/>
          <a:p>
            <a:pPr algn="just">
              <a:defRPr/>
            </a:pPr>
            <a:r>
              <a:rPr lang="en-US" sz="2800" b="1">
                <a:solidFill>
                  <a:srgbClr val="FF0000"/>
                </a:solidFill>
                <a:latin typeface="Times New Roman"/>
                <a:cs typeface="Times New Roman"/>
              </a:rPr>
              <a:t>A Formula for finding the Percentile of a Value</a:t>
            </a:r>
            <a:br>
              <a:rPr lang="en-US" sz="2800" b="1">
                <a:solidFill>
                  <a:srgbClr val="FF0000"/>
                </a:solidFill>
                <a:latin typeface="Times New Roman"/>
                <a:cs typeface="Times New Roman"/>
              </a:rPr>
            </a:br>
            <a:r>
              <a:rPr lang="en-US" sz="2800" b="1">
                <a:solidFill>
                  <a:srgbClr val="FF0000"/>
                </a:solidFill>
                <a:latin typeface="Times New Roman"/>
                <a:cs typeface="Times New Roman"/>
              </a:rPr>
              <a:t>in a Data Set</a:t>
            </a:r>
            <a:endParaRPr sz="2800" b="1">
              <a:solidFill>
                <a:srgbClr val="FF0000"/>
              </a:solidFill>
              <a:latin typeface="Times New Roman"/>
              <a:cs typeface="Times New Roman"/>
            </a:endParaRPr>
          </a:p>
        </p:txBody>
      </p:sp>
      <p:pic>
        <p:nvPicPr>
          <p:cNvPr id="1220030142" name="Content Placeholder 6"/>
          <p:cNvPicPr>
            <a:picLocks noChangeAspect="1" noGrp="1"/>
          </p:cNvPicPr>
          <p:nvPr>
            <p:ph idx="1"/>
          </p:nvPr>
        </p:nvPicPr>
        <p:blipFill>
          <a:blip r:embed="rId3"/>
          <a:stretch/>
        </p:blipFill>
        <p:spPr bwMode="auto">
          <a:xfrm>
            <a:off x="1285875" y="2039815"/>
            <a:ext cx="9620250" cy="3399754"/>
          </a:xfr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62071571" name="Title 1"/>
          <p:cNvSpPr>
            <a:spLocks noGrp="1"/>
          </p:cNvSpPr>
          <p:nvPr>
            <p:ph type="title"/>
          </p:nvPr>
        </p:nvSpPr>
        <p:spPr bwMode="auto"/>
        <p:txBody>
          <a:bodyPr>
            <a:normAutofit/>
          </a:bodyPr>
          <a:lstStyle/>
          <a:p>
            <a:pPr>
              <a:defRPr/>
            </a:pPr>
            <a:r>
              <a:rPr lang="en-US" sz="2800" b="1">
                <a:solidFill>
                  <a:srgbClr val="FF0000"/>
                </a:solidFill>
                <a:latin typeface="Times New Roman"/>
                <a:cs typeface="Times New Roman"/>
              </a:rPr>
              <a:t>Question:</a:t>
            </a:r>
            <a:endParaRPr sz="2800" b="1">
              <a:solidFill>
                <a:srgbClr val="FF0000"/>
              </a:solidFill>
              <a:latin typeface="Times New Roman"/>
              <a:cs typeface="Times New Roman"/>
            </a:endParaRPr>
          </a:p>
        </p:txBody>
      </p:sp>
      <p:sp>
        <p:nvSpPr>
          <p:cNvPr id="384015786" name="Content Placeholder 2"/>
          <p:cNvSpPr>
            <a:spLocks noGrp="1"/>
          </p:cNvSpPr>
          <p:nvPr>
            <p:ph idx="1"/>
          </p:nvPr>
        </p:nvSpPr>
        <p:spPr bwMode="auto"/>
        <p:txBody>
          <a:bodyPr/>
          <a:lstStyle/>
          <a:p>
            <a:pPr>
              <a:buNone/>
              <a:defRPr/>
            </a:pPr>
            <a:r>
              <a:rPr lang="en-US" sz="2400">
                <a:latin typeface="Times New Roman"/>
                <a:cs typeface="Times New Roman"/>
              </a:rPr>
              <a:t>A web application logs response times (in milliseconds) from different user requests:</a:t>
            </a:r>
            <a:endParaRPr/>
          </a:p>
          <a:p>
            <a:pPr marL="0" indent="0">
              <a:buNone/>
              <a:defRPr/>
            </a:pPr>
            <a:r>
              <a:rPr lang="en-US" sz="2400">
                <a:latin typeface="Times New Roman"/>
                <a:cs typeface="Times New Roman"/>
              </a:rPr>
              <a:t>50,60,65,70,75,80,85,90,95,100,110,120,130,140,150,160,170,180,190,200. Find the percentile rank of 120 </a:t>
            </a:r>
            <a:r>
              <a:rPr lang="en-US" sz="2400">
                <a:latin typeface="Times New Roman"/>
                <a:cs typeface="Times New Roman"/>
              </a:rPr>
              <a:t>ms.</a:t>
            </a:r>
            <a:endParaRPr lang="en-US" sz="2400">
              <a:latin typeface="Times New Roman"/>
              <a:cs typeface="Times New Roman"/>
            </a:endParaRPr>
          </a:p>
          <a:p>
            <a:pPr marL="0" indent="0">
              <a:buNone/>
              <a:defRPr/>
            </a:pPr>
            <a:endParaRPr lang="en-US"/>
          </a:p>
        </p:txBody>
      </p:sp>
      <p:pic>
        <p:nvPicPr>
          <p:cNvPr id="294629169" name="Picture 5"/>
          <p:cNvPicPr>
            <a:picLocks noChangeAspect="1"/>
          </p:cNvPicPr>
          <p:nvPr/>
        </p:nvPicPr>
        <p:blipFill>
          <a:blip r:embed="rId3"/>
          <a:stretch/>
        </p:blipFill>
        <p:spPr bwMode="auto">
          <a:xfrm>
            <a:off x="1814732" y="3635399"/>
            <a:ext cx="7399606" cy="242887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57141339" name="Title 1"/>
          <p:cNvSpPr>
            <a:spLocks noGrp="1"/>
          </p:cNvSpPr>
          <p:nvPr>
            <p:ph type="title"/>
          </p:nvPr>
        </p:nvSpPr>
        <p:spPr bwMode="auto"/>
        <p:txBody>
          <a:bodyPr>
            <a:normAutofit/>
          </a:bodyPr>
          <a:lstStyle/>
          <a:p>
            <a:pPr>
              <a:defRPr/>
            </a:pPr>
            <a:r>
              <a:rPr lang="en-US" sz="2800" b="1">
                <a:solidFill>
                  <a:srgbClr val="FF0000"/>
                </a:solidFill>
                <a:latin typeface="Times New Roman"/>
                <a:cs typeface="Times New Roman"/>
              </a:rPr>
              <a:t>Continue…</a:t>
            </a:r>
            <a:endParaRPr sz="2800" b="1">
              <a:solidFill>
                <a:srgbClr val="FF0000"/>
              </a:solidFill>
              <a:latin typeface="Times New Roman"/>
              <a:cs typeface="Times New Roman"/>
            </a:endParaRPr>
          </a:p>
        </p:txBody>
      </p:sp>
      <p:pic>
        <p:nvPicPr>
          <p:cNvPr id="1510560991" name="Content Placeholder 4"/>
          <p:cNvPicPr>
            <a:picLocks noChangeAspect="1" noGrp="1"/>
          </p:cNvPicPr>
          <p:nvPr>
            <p:ph idx="1"/>
          </p:nvPr>
        </p:nvPicPr>
        <p:blipFill>
          <a:blip r:embed="rId3"/>
          <a:stretch/>
        </p:blipFill>
        <p:spPr bwMode="auto">
          <a:xfrm>
            <a:off x="1842868" y="2307101"/>
            <a:ext cx="8018584" cy="3460653"/>
          </a:xfr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04406282" name="Title 1"/>
          <p:cNvSpPr>
            <a:spLocks noGrp="1"/>
          </p:cNvSpPr>
          <p:nvPr>
            <p:ph type="title"/>
          </p:nvPr>
        </p:nvSpPr>
        <p:spPr bwMode="auto"/>
        <p:txBody>
          <a:bodyPr>
            <a:normAutofit/>
          </a:bodyPr>
          <a:lstStyle/>
          <a:p>
            <a:pPr>
              <a:defRPr/>
            </a:pPr>
            <a:r>
              <a:rPr lang="en-US" sz="2800" b="1">
                <a:solidFill>
                  <a:srgbClr val="FF0000"/>
                </a:solidFill>
                <a:latin typeface="Times New Roman"/>
                <a:cs typeface="Times New Roman"/>
              </a:rPr>
              <a:t>Useful Insights</a:t>
            </a:r>
            <a:endParaRPr sz="2800" b="1">
              <a:solidFill>
                <a:srgbClr val="FF0000"/>
              </a:solidFill>
              <a:latin typeface="Times New Roman"/>
              <a:cs typeface="Times New Roman"/>
            </a:endParaRPr>
          </a:p>
        </p:txBody>
      </p:sp>
      <p:sp>
        <p:nvSpPr>
          <p:cNvPr id="2007412453" name="Content Placeholder 2"/>
          <p:cNvSpPr>
            <a:spLocks noGrp="1"/>
          </p:cNvSpPr>
          <p:nvPr>
            <p:ph idx="1"/>
          </p:nvPr>
        </p:nvSpPr>
        <p:spPr bwMode="auto"/>
        <p:txBody>
          <a:bodyPr/>
          <a:lstStyle/>
          <a:p>
            <a:pPr algn="just">
              <a:buNone/>
              <a:defRPr/>
            </a:pPr>
            <a:r>
              <a:rPr lang="en-US" sz="2400" b="1">
                <a:latin typeface="Times New Roman"/>
                <a:cs typeface="Times New Roman"/>
              </a:rPr>
              <a:t>Application in Web Performance Analysis:</a:t>
            </a:r>
            <a:endParaRPr/>
          </a:p>
          <a:p>
            <a:pPr algn="just">
              <a:buFont typeface="Arial"/>
              <a:buChar char="•"/>
              <a:defRPr/>
            </a:pPr>
            <a:r>
              <a:rPr lang="en-US" sz="2400">
                <a:latin typeface="Times New Roman"/>
                <a:cs typeface="Times New Roman"/>
              </a:rPr>
              <a:t>Helps in analyzing user experience—if 120 </a:t>
            </a:r>
            <a:r>
              <a:rPr lang="en-US" sz="2400">
                <a:latin typeface="Times New Roman"/>
                <a:cs typeface="Times New Roman"/>
              </a:rPr>
              <a:t>ms</a:t>
            </a:r>
            <a:r>
              <a:rPr lang="en-US" sz="2400">
                <a:latin typeface="Times New Roman"/>
                <a:cs typeface="Times New Roman"/>
              </a:rPr>
              <a:t> is the 57.5th percentile, it means 57.5% of requests are faster and 42.5% are slower.</a:t>
            </a:r>
            <a:endParaRPr/>
          </a:p>
          <a:p>
            <a:pPr algn="just">
              <a:buFont typeface="Arial"/>
              <a:buChar char="•"/>
              <a:defRPr/>
            </a:pPr>
            <a:r>
              <a:rPr lang="en-US" sz="2400">
                <a:latin typeface="Times New Roman"/>
                <a:cs typeface="Times New Roman"/>
              </a:rPr>
              <a:t>Can be used to optimize server response time and detect bottlenecks.</a:t>
            </a:r>
            <a:endParaRPr/>
          </a:p>
          <a:p>
            <a:pPr marL="0" indent="0">
              <a:buNone/>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7300291" name="Title 1"/>
          <p:cNvSpPr>
            <a:spLocks noGrp="1"/>
          </p:cNvSpPr>
          <p:nvPr>
            <p:ph type="title"/>
          </p:nvPr>
        </p:nvSpPr>
        <p:spPr bwMode="auto"/>
        <p:txBody>
          <a:bodyPr>
            <a:normAutofit/>
          </a:bodyPr>
          <a:lstStyle/>
          <a:p>
            <a:pPr>
              <a:defRPr/>
            </a:pPr>
            <a:r>
              <a:rPr lang="en-US" sz="2800" b="1">
                <a:solidFill>
                  <a:srgbClr val="FF0000"/>
                </a:solidFill>
                <a:latin typeface="Times New Roman"/>
                <a:cs typeface="Times New Roman"/>
              </a:rPr>
              <a:t>Outliers</a:t>
            </a:r>
            <a:endParaRPr sz="2800" b="1">
              <a:solidFill>
                <a:srgbClr val="FF0000"/>
              </a:solidFill>
              <a:latin typeface="Times New Roman"/>
              <a:cs typeface="Times New Roman"/>
            </a:endParaRPr>
          </a:p>
        </p:txBody>
      </p:sp>
      <p:pic>
        <p:nvPicPr>
          <p:cNvPr id="1412367508" name="Content Placeholder 4"/>
          <p:cNvPicPr>
            <a:picLocks noChangeAspect="1" noGrp="1"/>
          </p:cNvPicPr>
          <p:nvPr>
            <p:ph idx="1"/>
          </p:nvPr>
        </p:nvPicPr>
        <p:blipFill>
          <a:blip r:embed="rId3"/>
          <a:stretch/>
        </p:blipFill>
        <p:spPr bwMode="auto">
          <a:xfrm>
            <a:off x="1682408" y="1505244"/>
            <a:ext cx="7363117" cy="690270"/>
          </a:xfrm>
        </p:spPr>
      </p:pic>
      <p:pic>
        <p:nvPicPr>
          <p:cNvPr id="1468899055" name="Picture 6"/>
          <p:cNvPicPr>
            <a:picLocks noChangeAspect="1"/>
          </p:cNvPicPr>
          <p:nvPr/>
        </p:nvPicPr>
        <p:blipFill>
          <a:blip r:embed="rId4"/>
          <a:stretch/>
        </p:blipFill>
        <p:spPr bwMode="auto">
          <a:xfrm>
            <a:off x="1682409" y="2698505"/>
            <a:ext cx="7363116" cy="281602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43749107" name="Title 1"/>
          <p:cNvSpPr>
            <a:spLocks noGrp="1"/>
          </p:cNvSpPr>
          <p:nvPr>
            <p:ph type="title"/>
          </p:nvPr>
        </p:nvSpPr>
        <p:spPr bwMode="auto"/>
        <p:txBody>
          <a:bodyPr>
            <a:normAutofit/>
          </a:bodyPr>
          <a:lstStyle/>
          <a:p>
            <a:pPr>
              <a:defRPr/>
            </a:pPr>
            <a:r>
              <a:rPr lang="en-US" sz="2800" b="1">
                <a:solidFill>
                  <a:srgbClr val="FF0000"/>
                </a:solidFill>
                <a:latin typeface="Times New Roman"/>
                <a:cs typeface="Times New Roman"/>
              </a:rPr>
              <a:t>Example</a:t>
            </a:r>
            <a:endParaRPr sz="2800" b="1">
              <a:solidFill>
                <a:srgbClr val="FF0000"/>
              </a:solidFill>
              <a:latin typeface="Times New Roman"/>
              <a:cs typeface="Times New Roman"/>
            </a:endParaRPr>
          </a:p>
        </p:txBody>
      </p:sp>
      <p:pic>
        <p:nvPicPr>
          <p:cNvPr id="1204081335" name="Content Placeholder 4"/>
          <p:cNvPicPr>
            <a:picLocks noChangeAspect="1" noGrp="1"/>
          </p:cNvPicPr>
          <p:nvPr>
            <p:ph idx="1"/>
          </p:nvPr>
        </p:nvPicPr>
        <p:blipFill>
          <a:blip r:embed="rId3"/>
          <a:stretch/>
        </p:blipFill>
        <p:spPr bwMode="auto">
          <a:xfrm>
            <a:off x="1983545" y="1872456"/>
            <a:ext cx="8102989" cy="4257675"/>
          </a:xfr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ONLYOFFICE/9.0.4.50</Application>
  <PresentationFormat>On-screen Show (4:3)</PresentationFormat>
  <Paragraphs>0</Paragraphs>
  <Slides>32</Slides>
  <Notes>32</Notes>
  <HiddenSlides>0</HiddenSlides>
  <MMClips>2</MMClips>
  <ScaleCrop>0</ScaleCrop>
  <HeadingPairs>
    <vt:vector size="4" baseType="variant">
      <vt:variant>
        <vt:lpstr>Theme</vt:lpstr>
      </vt:variant>
      <vt:variant>
        <vt:i4>1</vt:i4>
      </vt:variant>
      <vt:variant>
        <vt:lpstr>Slide Titles</vt:lpstr>
      </vt:variant>
      <vt:variant>
        <vt:i4>32</vt:i4>
      </vt:variant>
    </vt:vector>
  </HeadingPairs>
  <TitlesOfParts>
    <vt:vector size="33"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Dell</dc:creator>
  <cp:lastModifiedBy/>
  <cp:revision>3</cp:revision>
  <dcterms:created xsi:type="dcterms:W3CDTF">2025-03-12T15:53:31Z</dcterms:created>
  <dcterms:modified xsi:type="dcterms:W3CDTF">2025-10-13T06:02:45Z</dcterms:modified>
</cp:coreProperties>
</file>