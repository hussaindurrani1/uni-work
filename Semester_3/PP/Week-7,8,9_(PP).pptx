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54.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3.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45.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26.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slides/slide23.xml" ContentType="application/vnd.openxmlformats-officedocument.presentationml.slide+xml"/>
  <Override PartName="/ppt/notesSlides/notesSlide30.xml" ContentType="application/vnd.openxmlformats-officedocument.presentationml.notesSlide+xml"/>
  <Override PartName="/ppt/slides/slide22.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slide2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notesSlides/notesSlide28.xml" ContentType="application/vnd.openxmlformats-officedocument.presentationml.notesSlide+xml"/>
  <Override PartName="/ppt/slideLayouts/slideLayout7.xml" ContentType="application/vnd.openxmlformats-officedocument.presentationml.slideLayout+xml"/>
  <Override PartName="/ppt/slides/slide29.xml" ContentType="application/vnd.openxmlformats-officedocument.presentationml.slide+xml"/>
  <Override PartName="/ppt/slides/slide38.xml" ContentType="application/vnd.openxmlformats-officedocument.presentationml.slide+xml"/>
  <Override PartName="/ppt/slides/slide28.xml" ContentType="application/vnd.openxmlformats-officedocument.presentationml.slide+xml"/>
  <Override PartName="/ppt/notesSlides/notesSlide13.xml" ContentType="application/vnd.openxmlformats-officedocument.presentationml.notesSlide+xml"/>
  <Override PartName="/ppt/slides/slide43.xml" ContentType="application/vnd.openxmlformats-officedocument.presentationml.slide+xml"/>
  <Override PartName="/ppt/notesSlides/notesSlide46.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slides/slide2.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s/slide10.xml" ContentType="application/vnd.openxmlformats-officedocument.presentationml.slide+xml"/>
  <Override PartName="/ppt/notesSlides/notesSlide55.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ppt/slideLayouts/slideLayout8.xml" ContentType="application/vnd.openxmlformats-officedocument.presentationml.slideLayout+xml"/>
  <Override PartName="/ppt/notesSlides/notesSlide49.xml" ContentType="application/vnd.openxmlformats-officedocument.presentationml.notesSlide+xml"/>
  <Override PartName="/ppt/slides/slide20.xml" ContentType="application/vnd.openxmlformats-officedocument.presentationml.slide+xml"/>
  <Override PartName="/ppt/slides/slide47.xml" ContentType="application/vnd.openxmlformats-officedocument.presentationml.slide+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s/slide32.xml" ContentType="application/vnd.openxmlformats-officedocument.presentationml.slide+xml"/>
  <Override PartName="/ppt/slides/slide5.xml" ContentType="application/vnd.openxmlformats-officedocument.presentationml.slide+xml"/>
  <Override PartName="/ppt/notesSlides/notesSlide3.xml" ContentType="application/vnd.openxmlformats-officedocument.presentationml.notesSlide+xml"/>
  <Override PartName="/ppt/notesSlides/notesSlide37.xml" ContentType="application/vnd.openxmlformats-officedocument.presentationml.notesSlide+xml"/>
  <Override PartName="/ppt/notesSlides/notesSlide7.xml" ContentType="application/vnd.openxmlformats-officedocument.presentationml.notesSlide+xml"/>
  <Override PartName="/ppt/viewProps.xml" ContentType="application/vnd.openxmlformats-officedocument.presentationml.viewProps+xml"/>
  <Override PartName="/ppt/slides/slide17.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notesSlides/notesSlide4.xml" ContentType="application/vnd.openxmlformats-officedocument.presentationml.notesSlide+xml"/>
  <Override PartName="/ppt/slides/slide7.xml" ContentType="application/vnd.openxmlformats-officedocument.presentationml.slide+xml"/>
  <Override PartName="/ppt/slides/slide41.xml" ContentType="application/vnd.openxmlformats-officedocument.presentationml.slide+xml"/>
  <Override PartName="/ppt/slideLayouts/slideLayout5.xml" ContentType="application/vnd.openxmlformats-officedocument.presentationml.slideLayout+xml"/>
  <Override PartName="/ppt/slides/slide12.xml" ContentType="application/vnd.openxmlformats-officedocument.presentationml.slide+xml"/>
  <Override PartName="/ppt/slideLayouts/slideLayout1.xml" ContentType="application/vnd.openxmlformats-officedocument.presentationml.slideLayout+xml"/>
  <Override PartName="/ppt/notesSlides/notesSlide27.xml" ContentType="application/vnd.openxmlformats-officedocument.presentationml.notesSlide+xml"/>
  <Override PartName="/ppt/presProps.xml" ContentType="application/vnd.openxmlformats-officedocument.presentationml.presProps+xml"/>
  <Override PartName="/ppt/slides/slide21.xml" ContentType="application/vnd.openxmlformats-officedocument.presentationml.slide+xml"/>
  <Override PartName="/ppt/slideLayouts/slideLayout4.xml" ContentType="application/vnd.openxmlformats-officedocument.presentationml.slideLayout+xml"/>
  <Override PartName="/ppt/notesSlides/notesSlide53.xml" ContentType="application/vnd.openxmlformats-officedocument.presentationml.notesSlide+xml"/>
  <Override PartName="/ppt/slides/slide3.xml" ContentType="application/vnd.openxmlformats-officedocument.presentationml.slide+xml"/>
  <Override PartName="/ppt/theme/theme1.xml" ContentType="application/vnd.openxmlformats-officedocument.theme+xml"/>
  <Override PartName="/ppt/notesSlides/notesSlide15.xml" ContentType="application/vnd.openxmlformats-officedocument.presentationml.notesSlide+xml"/>
  <Override PartName="/ppt/slides/slide13.xml" ContentType="application/vnd.openxmlformats-officedocument.presentationml.slide+xml"/>
  <Override PartName="/ppt/slideLayouts/slideLayout9.xml" ContentType="application/vnd.openxmlformats-officedocument.presentationml.slideLayout+xml"/>
  <Override PartName="/ppt/slides/slide1.xml" ContentType="application/vnd.openxmlformats-officedocument.presentationml.slide+xml"/>
  <Override PartName="/ppt/slides/slide25.xml" ContentType="application/vnd.openxmlformats-officedocument.presentationml.slide+xml"/>
  <Override PartName="/ppt/notesSlides/notesSlide42.xml" ContentType="application/vnd.openxmlformats-officedocument.presentationml.notesSlide+xml"/>
  <Override PartName="/ppt/notesSlides/notesSlide14.xml" ContentType="application/vnd.openxmlformats-officedocument.presentationml.notesSlide+xml"/>
  <Override PartName="/ppt/slideLayouts/slideLayout3.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26.xml" ContentType="application/vnd.openxmlformats-officedocument.presentationml.slide+xml"/>
  <Override PartName="/ppt/theme/theme2.xml" ContentType="application/vnd.openxmlformats-officedocument.theme+xml"/>
  <Override PartName="/ppt/slides/slide30.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24.xml" ContentType="application/vnd.openxmlformats-officedocument.presentationml.slide+xml"/>
  <Override PartName="/ppt/slides/slide40.xml" ContentType="application/vnd.openxmlformats-officedocument.presentationml.slide+xml"/>
  <Override PartName="/ppt/notesSlides/notesSlide47.xml" ContentType="application/vnd.openxmlformats-officedocument.presentationml.notesSlide+xml"/>
  <Override PartName="/ppt/slides/slide34.xml" ContentType="application/vnd.openxmlformats-officedocument.presentationml.slide+xml"/>
  <Override PartName="/ppt/slides/slide35.xml" ContentType="application/vnd.openxmlformats-officedocument.presentationml.slide+xml"/>
  <Override PartName="/ppt/notesSlides/notesSlide10.xml" ContentType="application/vnd.openxmlformats-officedocument.presentationml.notesSlide+xml"/>
  <Override PartName="/ppt/slides/slide49.xml" ContentType="application/vnd.openxmlformats-officedocument.presentationml.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slides/slide36.xml" ContentType="application/vnd.openxmlformats-officedocument.presentationml.slide+xml"/>
  <Override PartName="/ppt/slides/slide37.xml" ContentType="application/vnd.openxmlformats-officedocument.presentationml.slide+xml"/>
  <Override PartName="/ppt/slides/slide39.xml" ContentType="application/vnd.openxmlformats-officedocument.presentationml.slide+xml"/>
  <Override PartName="/ppt/presentation.xml" ContentType="application/vnd.openxmlformats-officedocument.presentationml.presentation.main+xml"/>
  <Override PartName="/ppt/slides/slide42.xml" ContentType="application/vnd.openxmlformats-officedocument.presentationml.slide+xml"/>
  <Override PartName="/ppt/slides/slide44.xml" ContentType="application/vnd.openxmlformats-officedocument.presentationml.slide+xml"/>
  <Override PartName="/ppt/notesSlides/notesSlide48.xml" ContentType="application/vnd.openxmlformats-officedocument.presentationml.notesSlide+xml"/>
  <Override PartName="/ppt/slides/slide45.xml" ContentType="application/vnd.openxmlformats-officedocument.presentationml.slide+xml"/>
  <Override PartName="/ppt/slides/slide11.xml" ContentType="application/vnd.openxmlformats-officedocument.presentationml.slide+xml"/>
  <Override PartName="/ppt/slideLayouts/slideLayout12.xml" ContentType="application/vnd.openxmlformats-officedocument.presentationml.slideLayout+xml"/>
  <Override PartName="/ppt/notesSlides/notesSlide12.xml" ContentType="application/vnd.openxmlformats-officedocument.presentationml.notesSlide+xml"/>
  <Override PartName="/ppt/slides/slide53.xml" ContentType="application/vnd.openxmlformats-officedocument.presentationml.slide+xml"/>
  <Override PartName="/ppt/slides/slide46.xml" ContentType="application/vnd.openxmlformats-officedocument.presentationml.slide+xml"/>
  <Override PartName="/ppt/slides/slide48.xml" ContentType="application/vnd.openxmlformats-officedocument.presentationml.slide+xml"/>
  <Override PartName="/ppt/slides/slide8.xml" ContentType="application/vnd.openxmlformats-officedocument.presentationml.slide+xml"/>
  <Override PartName="/ppt/slides/slide51.xml" ContentType="application/vnd.openxmlformats-officedocument.presentationml.slide+xml"/>
  <Override PartName="/ppt/slides/slide54.xml" ContentType="application/vnd.openxmlformats-officedocument.presentationml.slide+xml"/>
  <Override PartName="/ppt/notesSlides/notesSlide19.xml" ContentType="application/vnd.openxmlformats-officedocument.presentationml.notesSlide+xml"/>
  <Override PartName="/ppt/notesMasters/notesMaster1.xml" ContentType="application/vnd.openxmlformats-officedocument.presentationml.notesMaster+xml"/>
  <Override PartName="/ppt/slides/slide52.xml" ContentType="application/vnd.openxmlformats-officedocument.presentationml.slide+xml"/>
  <Override PartName="/ppt/slides/slide55.xml" ContentType="application/vnd.openxmlformats-officedocument.presentationml.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44.xml" ContentType="application/vnd.openxmlformats-officedocument.presentationml.notesSlide+xml"/>
  <Override PartName="/ppt/slides/slide9.xml" ContentType="application/vnd.openxmlformats-officedocument.presentationml.slide+xml"/>
  <Override PartName="/ppt/notesSlides/notesSlide2.xml" ContentType="application/vnd.openxmlformats-officedocument.presentationml.notesSlide+xml"/>
  <Override PartName="/ppt/slides/slide50.xml" ContentType="application/vnd.openxmlformats-officedocument.presentationml.slide+xml"/>
  <Override PartName="/ppt/notesSlides/notesSlide9.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59"/>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Lst>
  <p:sldSz cx="9144000" cy="6858000" type="screen4x3"/>
  <p:notesSz cx="6858000" cy="9144000"/>
  <p:defaultTextStyle>
    <a:lvl1pPr marL="0" indent="0" algn="l" defTabSz="457200" rtl="0">
      <a:lnSpc>
        <a:spcPct val="100000"/>
      </a:lnSpc>
      <a:spcBef>
        <a:spcPts val="0"/>
      </a:spcBef>
      <a:spcAft>
        <a:spcPts val="0"/>
      </a:spcAft>
      <a:buNone/>
      <a:defRPr lang="en-US" sz="1800" b="0" i="0">
        <a:solidFill>
          <a:schemeClr val="dk1"/>
        </a:solidFill>
        <a:latin typeface="Calibri Light"/>
      </a:defRPr>
    </a:lvl1pPr>
    <a:lvl2pPr marL="457200" indent="457200" algn="l" defTabSz="457200" rtl="0">
      <a:lnSpc>
        <a:spcPct val="100000"/>
      </a:lnSpc>
      <a:spcBef>
        <a:spcPts val="0"/>
      </a:spcBef>
      <a:spcAft>
        <a:spcPts val="0"/>
      </a:spcAft>
      <a:buNone/>
      <a:defRPr lang="en-US" sz="1800" b="0" i="0">
        <a:solidFill>
          <a:schemeClr val="dk1"/>
        </a:solidFill>
        <a:latin typeface="Calibri Light"/>
      </a:defRPr>
    </a:lvl2pPr>
    <a:lvl3pPr marL="914400" indent="914400" algn="l" defTabSz="457200" rtl="0">
      <a:lnSpc>
        <a:spcPct val="100000"/>
      </a:lnSpc>
      <a:spcBef>
        <a:spcPts val="0"/>
      </a:spcBef>
      <a:spcAft>
        <a:spcPts val="0"/>
      </a:spcAft>
      <a:buNone/>
      <a:defRPr lang="en-US" sz="1800" b="0" i="0">
        <a:solidFill>
          <a:schemeClr val="dk1"/>
        </a:solidFill>
        <a:latin typeface="Calibri Light"/>
      </a:defRPr>
    </a:lvl3pPr>
    <a:lvl4pPr marL="1371600" indent="1371600" algn="l" defTabSz="457200" rtl="0">
      <a:lnSpc>
        <a:spcPct val="100000"/>
      </a:lnSpc>
      <a:spcBef>
        <a:spcPts val="0"/>
      </a:spcBef>
      <a:spcAft>
        <a:spcPts val="0"/>
      </a:spcAft>
      <a:buNone/>
      <a:defRPr lang="en-US" sz="1800" b="0" i="0">
        <a:solidFill>
          <a:schemeClr val="dk1"/>
        </a:solidFill>
        <a:latin typeface="Calibri Light"/>
      </a:defRPr>
    </a:lvl4pPr>
    <a:lvl5pPr marL="1828800" indent="1828800" algn="l" defTabSz="457200" rtl="0">
      <a:lnSpc>
        <a:spcPct val="100000"/>
      </a:lnSpc>
      <a:spcBef>
        <a:spcPts val="0"/>
      </a:spcBef>
      <a:spcAft>
        <a:spcPts val="0"/>
      </a:spcAft>
      <a:buNone/>
      <a:defRPr lang="en-US" sz="1800" b="0" i="0">
        <a:solidFill>
          <a:schemeClr val="dk1"/>
        </a:solidFill>
        <a:latin typeface="Calibri Light"/>
      </a:defRPr>
    </a:lvl5pPr>
    <a:lvl6pPr>
      <a:defRPr lang="en-US" sz="1800"/>
    </a:lvl6pPr>
    <a:lvl7pPr>
      <a:defRPr lang="en-US" sz="1800"/>
    </a:lvl7pPr>
    <a:lvl8pPr>
      <a:defRPr lang="en-US" sz="1800"/>
    </a:lvl8pPr>
    <a:lvl9pPr>
      <a:defRPr lang="en-US" sz="1800"/>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104" d="100"/>
          <a:sy n="104" d="100"/>
        </p:scale>
        <p:origin x="-1236" y="-90"/>
      </p:cViewPr>
      <p:guideLst>
        <p:guide pos="2160" orient="horz"/>
        <p:guide pos="2880"/>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notesMaster" Target="notesMasters/notesMaster1.xml"/><Relationship Id="rId60" Type="http://schemas.openxmlformats.org/officeDocument/2006/relationships/presProps" Target="presProps.xml" /><Relationship Id="rId61" Type="http://schemas.openxmlformats.org/officeDocument/2006/relationships/tableStyles" Target="tableStyles.xml" /><Relationship Id="rId62"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Pr shadeToTitle="0">
        <a:solidFill>
          <a:schemeClr val="lt1"/>
        </a:solidFill>
      </p:bgPr>
    </p:bg>
    <p:spTree>
      <p:nvGrpSpPr>
        <p:cNvPr id="1" name=""/>
        <p:cNvGrpSpPr/>
        <p:nvPr/>
      </p:nvGrpSpPr>
      <p:grpSpPr bwMode="auto">
        <a:xfrm>
          <a:off x="0" y="0"/>
          <a:ext cx="0" cy="0"/>
          <a:chOff x="0" y="0"/>
          <a:chExt cx="0" cy="0"/>
        </a:xfrm>
      </p:grpSpPr>
      <p:sp>
        <p:nvSpPr>
          <p:cNvPr id="108779785" name="Rectangle 2"/>
          <p:cNvSpPr>
            <a:spLocks noChangeShapeType="1" noGrp="1"/>
          </p:cNvSpPr>
          <p:nvPr>
            <p:ph type="hdr" idx="0"/>
          </p:nvPr>
        </p:nvSpPr>
        <p:spPr bwMode="auto">
          <a:xfrm>
            <a:off x="0" y="0"/>
            <a:ext cx="2971800" cy="457200"/>
          </a:xfrm>
          <a:prstGeom prst="rect">
            <a:avLst/>
          </a:prstGeom>
          <a:noFill/>
        </p:spPr>
        <p:txBody>
          <a:bodyPr lIns="91440" tIns="45720" rIns="91440" bIns="45720"/>
          <a:lstStyle/>
          <a:p>
            <a:pPr>
              <a:defRPr/>
            </a:pPr>
            <a:endParaRPr sz="1400"/>
          </a:p>
        </p:txBody>
      </p:sp>
      <p:sp>
        <p:nvSpPr>
          <p:cNvPr id="956153321" name="Rectangle 3"/>
          <p:cNvSpPr>
            <a:spLocks noChangeShapeType="1" noGrp="1"/>
          </p:cNvSpPr>
          <p:nvPr>
            <p:ph type="dt" idx="1"/>
          </p:nvPr>
        </p:nvSpPr>
        <p:spPr bwMode="auto">
          <a:xfrm>
            <a:off x="3884612" y="0"/>
            <a:ext cx="2971800" cy="457200"/>
          </a:xfrm>
          <a:prstGeom prst="rect">
            <a:avLst/>
          </a:prstGeom>
          <a:noFill/>
        </p:spPr>
        <p:txBody>
          <a:bodyPr lIns="91440" tIns="45720" rIns="91440" bIns="45720"/>
          <a:lstStyle/>
          <a:p>
            <a:pPr>
              <a:defRPr/>
            </a:pPr>
            <a:endParaRPr sz="1400"/>
          </a:p>
        </p:txBody>
      </p:sp>
      <p:sp>
        <p:nvSpPr>
          <p:cNvPr id="1303682988" name="Rectangle 4"/>
          <p:cNvSpPr>
            <a:spLocks noChangeShapeType="1" noGrp="1"/>
          </p:cNvSpPr>
          <p:nvPr>
            <p:ph type="sldImg" idx="2"/>
          </p:nvPr>
        </p:nvSpPr>
        <p:spPr bwMode="auto">
          <a:xfrm>
            <a:off x="1143000" y="685800"/>
            <a:ext cx="4572000" cy="3429000"/>
          </a:xfrm>
          <a:prstGeom prst="rect">
            <a:avLst/>
          </a:prstGeom>
          <a:noFill/>
          <a:ln w="9524">
            <a:solidFill>
              <a:srgbClr val="000000"/>
            </a:solidFill>
            <a:round/>
            <a:headEnd/>
            <a:tailEnd/>
          </a:ln>
        </p:spPr>
        <p:txBody>
          <a:bodyPr lIns="91440" tIns="45720" rIns="91440" bIns="45720" anchor="ctr" anchorCtr="0"/>
          <a:lstStyle/>
          <a:p>
            <a:pPr>
              <a:defRPr/>
            </a:pPr>
            <a:endParaRPr sz="1400"/>
          </a:p>
        </p:txBody>
      </p:sp>
      <p:sp>
        <p:nvSpPr>
          <p:cNvPr id="1693724914" name="Rectangle 5"/>
          <p:cNvSpPr>
            <a:spLocks noChangeShapeType="1" noGrp="1"/>
          </p:cNvSpPr>
          <p:nvPr>
            <p:ph type="body" idx="3"/>
          </p:nvPr>
        </p:nvSpPr>
        <p:spPr bwMode="auto">
          <a:xfrm>
            <a:off x="685800" y="4343400"/>
            <a:ext cx="5486400" cy="4114800"/>
          </a:xfrm>
          <a:prstGeom prst="rect">
            <a:avLst/>
          </a:prstGeom>
          <a:noFill/>
        </p:spPr>
        <p:txBody>
          <a:bodyPr lIns="91440" tIns="45720" rIns="91440" bIns="45720"/>
          <a:lstStyle>
            <a:lvl1pPr marL="0" indent="0" algn="l" defTabSz="914400" rtl="0">
              <a:lnSpc>
                <a:spcPct val="100000"/>
              </a:lnSpc>
              <a:spcBef>
                <a:spcPts val="0"/>
              </a:spcBef>
              <a:spcAft>
                <a:spcPts val="0"/>
              </a:spcAft>
              <a:buNone/>
              <a:defRPr sz="1200" b="0" i="0">
                <a:solidFill>
                  <a:schemeClr val="dk1"/>
                </a:solidFill>
                <a:latin typeface="Times New Roman"/>
              </a:defRPr>
            </a:lvl1pPr>
            <a:lvl2pPr marL="457200" indent="457200" algn="l" defTabSz="914400" rtl="0">
              <a:lnSpc>
                <a:spcPct val="100000"/>
              </a:lnSpc>
              <a:spcBef>
                <a:spcPts val="0"/>
              </a:spcBef>
              <a:spcAft>
                <a:spcPts val="0"/>
              </a:spcAft>
              <a:buNone/>
              <a:defRPr sz="1200" b="0" i="0">
                <a:solidFill>
                  <a:schemeClr val="dk1"/>
                </a:solidFill>
                <a:latin typeface="Times New Roman"/>
              </a:defRPr>
            </a:lvl2pPr>
            <a:lvl3pPr marL="914400" indent="914400" algn="l" defTabSz="914400" rtl="0">
              <a:lnSpc>
                <a:spcPct val="100000"/>
              </a:lnSpc>
              <a:spcBef>
                <a:spcPts val="0"/>
              </a:spcBef>
              <a:spcAft>
                <a:spcPts val="0"/>
              </a:spcAft>
              <a:buNone/>
              <a:defRPr sz="1200" b="0" i="0">
                <a:solidFill>
                  <a:schemeClr val="dk1"/>
                </a:solidFill>
                <a:latin typeface="Times New Roman"/>
              </a:defRPr>
            </a:lvl3pPr>
            <a:lvl4pPr marL="1371600" indent="1371600" algn="l" defTabSz="914400" rtl="0">
              <a:lnSpc>
                <a:spcPct val="100000"/>
              </a:lnSpc>
              <a:spcBef>
                <a:spcPts val="0"/>
              </a:spcBef>
              <a:spcAft>
                <a:spcPts val="0"/>
              </a:spcAft>
              <a:buNone/>
              <a:defRPr sz="1200" b="0" i="0">
                <a:solidFill>
                  <a:schemeClr val="dk1"/>
                </a:solidFill>
                <a:latin typeface="Times New Roman"/>
              </a:defRPr>
            </a:lvl4pPr>
            <a:lvl5pPr marL="1828800" indent="1828800" algn="l" defTabSz="914400" rtl="0">
              <a:lnSpc>
                <a:spcPct val="100000"/>
              </a:lnSpc>
              <a:spcBef>
                <a:spcPts val="0"/>
              </a:spcBef>
              <a:spcAft>
                <a:spcPts val="0"/>
              </a:spcAft>
              <a:buNone/>
              <a:defRPr sz="1200" b="0" i="0">
                <a:solidFill>
                  <a:schemeClr val="dk1"/>
                </a:solidFill>
                <a:latin typeface="Times New Roman"/>
              </a:defRPr>
            </a:lvl5pPr>
          </a:lstStyle>
          <a:p>
            <a:pPr marL="0" lvl="0" indent="0">
              <a:spcBef>
                <a:spcPts val="0"/>
              </a:spcBef>
              <a:buNone/>
              <a:defRPr/>
            </a:pPr>
            <a:r>
              <a:rPr/>
              <a:t>Click to edit Master text styles</a:t>
            </a:r>
            <a:endParaRPr/>
          </a:p>
          <a:p>
            <a:pPr marL="457200" lvl="1" indent="0">
              <a:spcBef>
                <a:spcPts val="0"/>
              </a:spcBef>
              <a:buNone/>
              <a:defRPr/>
            </a:pPr>
            <a:r>
              <a:rPr/>
              <a:t>Second level</a:t>
            </a:r>
            <a:endParaRPr/>
          </a:p>
          <a:p>
            <a:pPr marL="914400" lvl="2" indent="0">
              <a:spcBef>
                <a:spcPts val="0"/>
              </a:spcBef>
              <a:buNone/>
              <a:defRPr/>
            </a:pPr>
            <a:r>
              <a:rPr/>
              <a:t>Third level</a:t>
            </a:r>
            <a:endParaRPr/>
          </a:p>
          <a:p>
            <a:pPr marL="1371600" lvl="3" indent="0">
              <a:spcBef>
                <a:spcPts val="0"/>
              </a:spcBef>
              <a:buNone/>
              <a:defRPr/>
            </a:pPr>
            <a:r>
              <a:rPr/>
              <a:t>Fourth level</a:t>
            </a:r>
            <a:endParaRPr/>
          </a:p>
          <a:p>
            <a:pPr marL="1828800" lvl="4" indent="0">
              <a:spcBef>
                <a:spcPts val="0"/>
              </a:spcBef>
              <a:buNone/>
              <a:defRPr/>
            </a:pPr>
            <a:r>
              <a:rPr/>
              <a:t>Fifth level</a:t>
            </a:r>
            <a:endParaRPr/>
          </a:p>
        </p:txBody>
      </p:sp>
      <p:sp>
        <p:nvSpPr>
          <p:cNvPr id="1969044472" name="Rectangle 6"/>
          <p:cNvSpPr>
            <a:spLocks noChangeShapeType="1" noGrp="1"/>
          </p:cNvSpPr>
          <p:nvPr>
            <p:ph type="ftr" idx="4"/>
          </p:nvPr>
        </p:nvSpPr>
        <p:spPr bwMode="auto">
          <a:xfrm>
            <a:off x="0" y="8685212"/>
            <a:ext cx="2971800" cy="457200"/>
          </a:xfrm>
          <a:prstGeom prst="rect">
            <a:avLst/>
          </a:prstGeom>
          <a:noFill/>
        </p:spPr>
        <p:txBody>
          <a:bodyPr lIns="91440" tIns="45720" rIns="91440" bIns="45720" anchor="b"/>
          <a:lstStyle/>
          <a:p>
            <a:pPr>
              <a:defRPr/>
            </a:pPr>
            <a:endParaRPr sz="1400"/>
          </a:p>
        </p:txBody>
      </p:sp>
      <p:sp>
        <p:nvSpPr>
          <p:cNvPr id="848979697" name="Rectangle 7"/>
          <p:cNvSpPr>
            <a:spLocks noChangeShapeType="1" noGrp="1"/>
          </p:cNvSpPr>
          <p:nvPr>
            <p:ph type="sldNum" idx="5"/>
          </p:nvPr>
        </p:nvSpPr>
        <p:spPr bwMode="auto">
          <a:xfrm>
            <a:off x="3884612" y="8685212"/>
            <a:ext cx="2971800" cy="457200"/>
          </a:xfrm>
          <a:prstGeom prst="rect">
            <a:avLst/>
          </a:prstGeom>
          <a:noFill/>
        </p:spPr>
        <p:txBody>
          <a:bodyPr lIns="91440" tIns="45720" rIns="91440" bIns="45720" anchor="b"/>
          <a:lstStyle>
            <a:lvl1pPr marL="0" indent="0" algn="l" defTabSz="914400" rtl="0">
              <a:lnSpc>
                <a:spcPct val="100000"/>
              </a:lnSpc>
              <a:spcBef>
                <a:spcPts val="0"/>
              </a:spcBef>
              <a:spcAft>
                <a:spcPts val="0"/>
              </a:spcAft>
              <a:buNone/>
              <a:defRPr sz="1800" b="0" i="0">
                <a:solidFill>
                  <a:schemeClr val="dk1"/>
                </a:solidFill>
                <a:latin typeface="Calibri Light"/>
              </a:defRPr>
            </a:lvl1pPr>
            <a:lvl2pPr marL="457200" indent="457200" algn="l" defTabSz="914400" rtl="0">
              <a:lnSpc>
                <a:spcPct val="100000"/>
              </a:lnSpc>
              <a:spcBef>
                <a:spcPts val="0"/>
              </a:spcBef>
              <a:spcAft>
                <a:spcPts val="0"/>
              </a:spcAft>
              <a:buNone/>
              <a:defRPr sz="1800" b="0" i="0">
                <a:solidFill>
                  <a:schemeClr val="dk1"/>
                </a:solidFill>
                <a:latin typeface="Calibri Light"/>
              </a:defRPr>
            </a:lvl2pPr>
            <a:lvl3pPr marL="914400" indent="914400" algn="l" defTabSz="914400" rtl="0">
              <a:lnSpc>
                <a:spcPct val="100000"/>
              </a:lnSpc>
              <a:spcBef>
                <a:spcPts val="0"/>
              </a:spcBef>
              <a:spcAft>
                <a:spcPts val="0"/>
              </a:spcAft>
              <a:buNone/>
              <a:defRPr sz="1800" b="0" i="0">
                <a:solidFill>
                  <a:schemeClr val="dk1"/>
                </a:solidFill>
                <a:latin typeface="Calibri Light"/>
              </a:defRPr>
            </a:lvl3pPr>
            <a:lvl4pPr marL="1371600" indent="1371600" algn="l" defTabSz="914400" rtl="0">
              <a:lnSpc>
                <a:spcPct val="100000"/>
              </a:lnSpc>
              <a:spcBef>
                <a:spcPts val="0"/>
              </a:spcBef>
              <a:spcAft>
                <a:spcPts val="0"/>
              </a:spcAft>
              <a:buNone/>
              <a:defRPr sz="1800" b="0" i="0">
                <a:solidFill>
                  <a:schemeClr val="dk1"/>
                </a:solidFill>
                <a:latin typeface="Calibri Light"/>
              </a:defRPr>
            </a:lvl4pPr>
            <a:lvl5pPr marL="1828800" indent="1828800" algn="l" defTabSz="914400" rtl="0">
              <a:lnSpc>
                <a:spcPct val="100000"/>
              </a:lnSpc>
              <a:spcBef>
                <a:spcPts val="0"/>
              </a:spcBef>
              <a:spcAft>
                <a:spcPts val="0"/>
              </a:spcAft>
              <a:buNone/>
              <a:defRPr sz="1800" b="0" i="0">
                <a:solidFill>
                  <a:schemeClr val="dk1"/>
                </a:solidFill>
                <a:latin typeface="Calibri Light"/>
              </a:defRPr>
            </a:lvl5pPr>
          </a:lstStyle>
          <a:p>
            <a:pPr marL="0" lvl="0" indent="0" algn="r">
              <a:spcBef>
                <a:spcPts val="0"/>
              </a:spcBef>
              <a:buNone/>
              <a:defRPr/>
            </a:pPr>
            <a:fld id="{D038279B-FC19-497E-A7D1-5ADD9CAF016F}" type="slidenum">
              <a:rPr lang="en-US" sz="1200">
                <a:latin typeface="Calibri"/>
              </a:rPr>
              <a:t>*</a:t>
            </a:fld>
            <a:endParaRPr/>
          </a:p>
        </p:txBody>
      </p:sp>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219674"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993930121"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1035491111"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1042158"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66580927"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158572405"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9A8F15A-5BAE-473E-F054-C4183286F4D3}"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82D3D47-65F4-2253-3FD5-A4B033FC8492}"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0594758"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1774286977"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226947916"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60675116"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1068400989"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477020267"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85007753"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123154431"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448899331"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BF717EA-2688-18BE-5863-504D988D536D}"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9434719"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1563758109"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840639605"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35359358"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465641119"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800640609"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94990992"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2072309915"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1057910012"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9443222"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612256104"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1873861464"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B5C9467-CA50-1237-BA55-EFD29F0CC317}"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775E02A-9965-42F7-F9B7-72B52D641826}"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36075211"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2043613189"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1720526515"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329611"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592661143"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651761006"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1396481"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1992776835"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603930577"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9992335"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161891270"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592736579"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B5162AF-1D80-7E72-B623-FBB013435E01}"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03710304"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1913468911"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790491777"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86165294"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883612255"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26358632"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0247004"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496902310"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1638502724"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EE69D97-3B1E-3935-CF5B-4522461E1D6E}"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B9D166E-AAE9-5AF5-924A-7DA06DDFF2AB}"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42951415"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1879064727"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158767182"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A330F46-7679-EDC8-2F45-501F782B855A}"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73C9015-17EC-A3F9-15D9-A683E9304809}"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92659718"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1976002173"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378508917"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6746314"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1796818377"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1055428004"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578AD90-163C-3097-7AF6-C930603BDBC8}"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6FAC607-C9D9-548F-7DD0-C309591728C2}"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73021549"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43317303"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2142061115"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74296414"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1936751652"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1294056294"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1B10424-ED8C-8467-D410-C1B69EDF696B}"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0762169"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726096564"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962558597"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4397525"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1093441614"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1304846654"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35090567"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1704047094"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2066036129"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68171014"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1743430471"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2085239713"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81099611"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324043460"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965516832"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74328356"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1233300943"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1629582630"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1109658"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2123904023"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1342352658"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6057744"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1183403729"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57963393"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9624351"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497557797"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1280128188"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28219201"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1709218282"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1177953090"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825C89C-8C87-383C-62B0-3632295B58D1}" type="slidenum">
              <a:rPr/>
              <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51503962" name="Slide Image Placeholder 1"/>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1018310339" name="Notes Placeholder 2"/>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lvl="0">
              <a:defRPr/>
            </a:pPr>
            <a:r>
              <a:rPr lang="en-US"/>
              <a:t>A software developer could attempt to make a program open source simply by putting it into the public domain with no copyright. This would allow people to share the program</a:t>
            </a:r>
            <a:endParaRPr/>
          </a:p>
          <a:p>
            <a:pPr lvl="0">
              <a:defRPr/>
            </a:pPr>
            <a:r>
              <a:rPr lang="en-US"/>
              <a:t>and their improvements, but it would also allow others to revise the original code and then</a:t>
            </a:r>
            <a:endParaRPr/>
          </a:p>
          <a:p>
            <a:pPr lvl="0">
              <a:defRPr/>
            </a:pPr>
            <a:r>
              <a:rPr lang="en-US"/>
              <a:t>distribute the resulting software as their own proprietary product. Users who received the</a:t>
            </a:r>
            <a:endParaRPr/>
          </a:p>
          <a:p>
            <a:pPr lvl="0">
              <a:defRPr/>
            </a:pPr>
            <a:r>
              <a:rPr lang="en-US"/>
              <a:t>program in the modified form would no longer have the freedoms associated with the</a:t>
            </a:r>
            <a:endParaRPr/>
          </a:p>
          <a:p>
            <a:pPr lvl="0">
              <a:defRPr/>
            </a:pPr>
            <a:r>
              <a:rPr lang="en-US"/>
              <a:t>original software. Use of an open source license avoids this scenario</a:t>
            </a:r>
            <a:endParaRPr/>
          </a:p>
        </p:txBody>
      </p:sp>
      <p:sp>
        <p:nvSpPr>
          <p:cNvPr id="1047794187" name="Slide Number Placeholder 3"/>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a:defRPr/>
            </a:pPr>
            <a:fld id="{D038279B-FC19-497E-A7D1-5ADD9CAF016F}" type="slidenum">
              <a:rPr lang="en-US" sz="1200">
                <a:latin typeface="Calibri"/>
              </a:rPr>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68365873"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556243097"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751225331"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1536274"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1526396561"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856695791"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73272570"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29798578"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954174844"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08356D6-821E-8EC4-0A7D-8F2A8CB61B6F}" type="slidenum">
              <a:rPr/>
              <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31963579"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640691361"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58873179"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8003141"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1102947859"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105550409"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23464557"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152413643"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844177608"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77739873" name="Rectangle 7"/>
          <p:cNvSpPr txBox="1">
            <a:spLocks noChangeShapeType="1" noGrp="1"/>
          </p:cNvSpPr>
          <p:nvPr>
            <p:ph type="sldNum"/>
          </p:nvPr>
        </p:nvSpPr>
        <p:spPr bwMode="auto">
          <a:xfrm>
            <a:off x="3884612" y="8685212"/>
            <a:ext cx="2971800" cy="457200"/>
          </a:xfrm>
          <a:prstGeom prst="rect">
            <a:avLst/>
          </a:prstGeom>
          <a:noFill/>
        </p:spPr>
        <p:txBody>
          <a:bodyPr lIns="91440" tIns="45720" rIns="91440" bIns="45720" anchor="b"/>
          <a:lstStyle/>
          <a:p>
            <a:pPr lvl="0" algn="r" defTabSz="457200">
              <a:spcBef>
                <a:spcPts val="0"/>
              </a:spcBef>
              <a:defRPr/>
            </a:pPr>
            <a:fld id="{D038279B-FC19-497E-A7D1-5ADD9CAF016F}" type="slidenum">
              <a:rPr lang="en-US"/>
              <a:t>*</a:t>
            </a:fld>
            <a:endParaRPr/>
          </a:p>
        </p:txBody>
      </p:sp>
      <p:sp>
        <p:nvSpPr>
          <p:cNvPr id="473260267"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1886447588"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406359" name="Rectangle 7"/>
          <p:cNvSpPr txBox="1">
            <a:spLocks noChangeShapeType="1" noGrp="1"/>
          </p:cNvSpPr>
          <p:nvPr>
            <p:ph type="sldNum"/>
          </p:nvPr>
        </p:nvSpPr>
        <p:spPr bwMode="auto">
          <a:xfrm>
            <a:off x="3884611" y="8685211"/>
            <a:ext cx="2971800" cy="457200"/>
          </a:xfrm>
          <a:prstGeom prst="rect">
            <a:avLst/>
          </a:prstGeom>
          <a:noFill/>
        </p:spPr>
        <p:txBody>
          <a:bodyPr lIns="91440" tIns="45720" rIns="91440" bIns="45720" anchor="b"/>
          <a:lstStyle/>
          <a:p>
            <a:pPr lvl="0" algn="r" defTabSz="457200">
              <a:spcBef>
                <a:spcPts val="0"/>
              </a:spcBef>
              <a:defRPr/>
            </a:pPr>
            <a:fld id="{3AEBC849-960C-0837-6881-0327C8EA8585}" type="slidenum">
              <a:rPr lang="en-US"/>
              <a:t/>
            </a:fld>
            <a:endParaRPr/>
          </a:p>
        </p:txBody>
      </p:sp>
      <p:sp>
        <p:nvSpPr>
          <p:cNvPr id="909511484" name="Rectangle 2"/>
          <p:cNvSpPr>
            <a:spLocks noChangeShapeType="1" noGrp="1"/>
          </p:cNvSpPr>
          <p:nvPr>
            <p:ph type="sldImg" idx="0"/>
          </p:nvPr>
        </p:nvSpPr>
        <p:spPr bwMode="auto">
          <a:xfrm>
            <a:off x="1143000" y="685800"/>
            <a:ext cx="4572000" cy="3429000"/>
          </a:xfrm>
          <a:prstGeom prst="rect">
            <a:avLst/>
          </a:prstGeom>
        </p:spPr>
        <p:txBody>
          <a:bodyPr lIns="91440" tIns="45720" rIns="91440" bIns="45720" anchor="ctr" anchorCtr="0"/>
          <a:lstStyle/>
          <a:p>
            <a:pPr>
              <a:defRPr/>
            </a:pPr>
            <a:endParaRPr sz="1400"/>
          </a:p>
        </p:txBody>
      </p:sp>
      <p:sp>
        <p:nvSpPr>
          <p:cNvPr id="1157006188" name="Rectangle 3"/>
          <p:cNvSpPr>
            <a:spLocks noChangeShapeType="1" noGrp="1"/>
          </p:cNvSpPr>
          <p:nvPr>
            <p:ph type="body" idx="1"/>
          </p:nvPr>
        </p:nvSpPr>
        <p:spPr bwMode="auto">
          <a:xfrm>
            <a:off x="685800" y="4343400"/>
            <a:ext cx="5486400" cy="4114800"/>
          </a:xfrm>
          <a:prstGeom prst="rect">
            <a:avLst/>
          </a:prstGeom>
          <a:noFill/>
        </p:spPr>
        <p:txBody>
          <a:bodyPr lIns="91440" tIns="45720" rIns="91440" bIns="45720" anchor="t"/>
          <a:lstStyle/>
          <a:p>
            <a:pPr>
              <a:defRPr/>
            </a:pPr>
            <a:endParaRPr sz="1400"/>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and Object Slide">
    <p:spTree>
      <p:nvGrpSpPr>
        <p:cNvPr id="1" name=""/>
        <p:cNvGrpSpPr/>
        <p:nvPr/>
      </p:nvGrpSpPr>
      <p:grpSpPr bwMode="auto">
        <a:xfrm>
          <a:off x="0" y="0"/>
          <a:ext cx="0" cy="0"/>
          <a:chOff x="0" y="0"/>
          <a:chExt cx="0" cy="0"/>
        </a:xfrm>
      </p:grpSpPr>
      <p:sp>
        <p:nvSpPr>
          <p:cNvPr id="1166904468" name="Shape 1026"/>
          <p:cNvSpPr>
            <a:spLocks noChangeShapeType="1" noGrp="1"/>
          </p:cNvSpPr>
          <p:nvPr>
            <p:ph type="title" idx="0"/>
          </p:nvPr>
        </p:nvSpPr>
        <p:spPr bwMode="auto">
          <a:xfrm>
            <a:off x="493712" y="500062"/>
            <a:ext cx="8078787" cy="1657350"/>
          </a:xfrm>
          <a:prstGeom prst="rect">
            <a:avLst/>
          </a:prstGeom>
          <a:noFill/>
        </p:spPr>
        <p:txBody>
          <a:bodyPr lIns="91440" tIns="45720" rIns="91440" bIns="45720" anchor="ctr" anchorCtr="0"/>
          <a:lstStyle/>
          <a:p>
            <a:pPr marL="0" lvl="0" indent="0">
              <a:spcBef>
                <a:spcPts val="0"/>
              </a:spcBef>
              <a:buNone/>
              <a:defRPr/>
            </a:pPr>
            <a:r>
              <a:rPr/>
              <a:t>Click to edit Master title style</a:t>
            </a:r>
            <a:endParaRPr/>
          </a:p>
        </p:txBody>
      </p:sp>
      <p:sp>
        <p:nvSpPr>
          <p:cNvPr id="1048558412" name="Shape 1027"/>
          <p:cNvSpPr>
            <a:spLocks noChangeShapeType="1" noGrp="1"/>
          </p:cNvSpPr>
          <p:nvPr>
            <p:ph idx="1"/>
          </p:nvPr>
        </p:nvSpPr>
        <p:spPr bwMode="auto">
          <a:xfrm>
            <a:off x="506412" y="1993900"/>
            <a:ext cx="8066087" cy="3765550"/>
          </a:xfrm>
          <a:prstGeom prst="rect">
            <a:avLst/>
          </a:prstGeom>
          <a:noFill/>
        </p:spPr>
        <p:txBody>
          <a:bodyPr lIns="91440" tIns="45720" rIns="91440" bIns="45720"/>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Font typeface="Arial"/>
              <a:buChar char=" "/>
              <a:defRPr/>
            </a:pPr>
            <a:r>
              <a:rPr lang="en-US"/>
              <a:t>Edit Master text styles</a:t>
            </a:r>
            <a:endParaRPr/>
          </a:p>
          <a:p>
            <a:pPr marL="273050" lvl="1" indent="-342900">
              <a:spcBef>
                <a:spcPts val="600"/>
              </a:spcBef>
              <a:buFont typeface="Arial"/>
              <a:buChar char=" "/>
              <a:defRPr/>
            </a:pPr>
            <a:r>
              <a:rPr lang="en-US"/>
              <a:t>Second level</a:t>
            </a:r>
            <a:endParaRPr/>
          </a:p>
          <a:p>
            <a:pPr marL="547687" lvl="2" indent="-547687">
              <a:spcBef>
                <a:spcPts val="600"/>
              </a:spcBef>
              <a:buFont typeface="Arial"/>
              <a:buChar char=" "/>
              <a:defRPr/>
            </a:pPr>
            <a:r>
              <a:rPr lang="en-US"/>
              <a:t>Third level</a:t>
            </a:r>
            <a:endParaRPr/>
          </a:p>
          <a:p>
            <a:pPr marL="822325" lvl="3" indent="-822325">
              <a:spcBef>
                <a:spcPts val="600"/>
              </a:spcBef>
              <a:buFont typeface="Arial"/>
              <a:buChar char=" "/>
              <a:defRPr/>
            </a:pPr>
            <a:r>
              <a:rPr lang="en-US"/>
              <a:t>Fourth level</a:t>
            </a:r>
            <a:endParaRPr/>
          </a:p>
          <a:p>
            <a:pPr marL="1096962" lvl="4" indent="-1096962">
              <a:spcBef>
                <a:spcPts val="600"/>
              </a:spcBef>
              <a:buFont typeface="Arial"/>
              <a:buChar char=" "/>
              <a:defRPr/>
            </a:pPr>
            <a:r>
              <a:rPr lang="en-US"/>
              <a:t>Fifth level</a:t>
            </a:r>
            <a:endParaRPr/>
          </a:p>
        </p:txBody>
      </p:sp>
      <p:sp>
        <p:nvSpPr>
          <p:cNvPr id="1958300954" name="Shape 1028"/>
          <p:cNvSpPr>
            <a:spLocks noChangeShapeType="1" noGrp="1"/>
          </p:cNvSpPr>
          <p:nvPr>
            <p:ph type="dt" idx="2"/>
          </p:nvPr>
        </p:nvSpPr>
        <p:spPr bwMode="auto">
          <a:xfrm>
            <a:off x="514350" y="6411912"/>
            <a:ext cx="3086100" cy="228600"/>
          </a:xfrm>
          <a:prstGeom prst="rect">
            <a:avLst/>
          </a:prstGeom>
          <a:noFill/>
        </p:spPr>
        <p:txBody>
          <a:bodyPr lIns="91440" tIns="45720" rIns="91440" bIns="45720" anchor="ctr" anchorCtr="0"/>
          <a:lstStyle>
            <a:lvl1pPr marL="0" indent="0" algn="l" defTabSz="914400" rtl="0">
              <a:lnSpc>
                <a:spcPct val="100000"/>
              </a:lnSpc>
              <a:spcBef>
                <a:spcPts val="0"/>
              </a:spcBef>
              <a:spcAft>
                <a:spcPts val="0"/>
              </a:spcAft>
              <a:buNone/>
              <a:defRPr sz="1800" b="0" i="0">
                <a:solidFill>
                  <a:schemeClr val="dk1"/>
                </a:solidFill>
                <a:latin typeface="Calibri Light"/>
              </a:defRPr>
            </a:lvl1pPr>
            <a:lvl2pPr marL="457200" indent="457200" algn="l" defTabSz="914400" rtl="0">
              <a:lnSpc>
                <a:spcPct val="100000"/>
              </a:lnSpc>
              <a:spcBef>
                <a:spcPts val="0"/>
              </a:spcBef>
              <a:spcAft>
                <a:spcPts val="0"/>
              </a:spcAft>
              <a:buNone/>
              <a:defRPr sz="1800" b="0" i="0">
                <a:solidFill>
                  <a:schemeClr val="dk1"/>
                </a:solidFill>
                <a:latin typeface="Calibri Light"/>
              </a:defRPr>
            </a:lvl2pPr>
            <a:lvl3pPr marL="914400" indent="914400" algn="l" defTabSz="914400" rtl="0">
              <a:lnSpc>
                <a:spcPct val="100000"/>
              </a:lnSpc>
              <a:spcBef>
                <a:spcPts val="0"/>
              </a:spcBef>
              <a:spcAft>
                <a:spcPts val="0"/>
              </a:spcAft>
              <a:buNone/>
              <a:defRPr sz="1800" b="0" i="0">
                <a:solidFill>
                  <a:schemeClr val="dk1"/>
                </a:solidFill>
                <a:latin typeface="Calibri Light"/>
              </a:defRPr>
            </a:lvl3pPr>
            <a:lvl4pPr marL="1371600" indent="1371600" algn="l" defTabSz="914400" rtl="0">
              <a:lnSpc>
                <a:spcPct val="100000"/>
              </a:lnSpc>
              <a:spcBef>
                <a:spcPts val="0"/>
              </a:spcBef>
              <a:spcAft>
                <a:spcPts val="0"/>
              </a:spcAft>
              <a:buNone/>
              <a:defRPr sz="1800" b="0" i="0">
                <a:solidFill>
                  <a:schemeClr val="dk1"/>
                </a:solidFill>
                <a:latin typeface="Calibri Light"/>
              </a:defRPr>
            </a:lvl4pPr>
            <a:lvl5pPr marL="1828800" indent="1828800" algn="l" defTabSz="914400" rtl="0">
              <a:lnSpc>
                <a:spcPct val="100000"/>
              </a:lnSpc>
              <a:spcBef>
                <a:spcPts val="0"/>
              </a:spcBef>
              <a:spcAft>
                <a:spcPts val="0"/>
              </a:spcAft>
              <a:buNone/>
              <a:defRPr sz="1800" b="0" i="0">
                <a:solidFill>
                  <a:schemeClr val="dk1"/>
                </a:solidFill>
                <a:latin typeface="Calibri Light"/>
              </a:defRPr>
            </a:lvl5pPr>
          </a:lstStyle>
          <a:p>
            <a:pPr marL="0" lvl="0" indent="0">
              <a:spcBef>
                <a:spcPts val="0"/>
              </a:spcBef>
              <a:buNone/>
              <a:defRPr/>
            </a:pPr>
            <a:endParaRPr lang="en-US" sz="900"/>
          </a:p>
        </p:txBody>
      </p:sp>
      <p:sp>
        <p:nvSpPr>
          <p:cNvPr id="743139741" name="Shape 1029"/>
          <p:cNvSpPr>
            <a:spLocks noChangeShapeType="1" noGrp="1"/>
          </p:cNvSpPr>
          <p:nvPr>
            <p:ph type="ftr" idx="3"/>
          </p:nvPr>
        </p:nvSpPr>
        <p:spPr bwMode="auto">
          <a:xfrm>
            <a:off x="514350" y="6554787"/>
            <a:ext cx="3771900" cy="228600"/>
          </a:xfrm>
          <a:prstGeom prst="rect">
            <a:avLst/>
          </a:prstGeom>
          <a:noFill/>
        </p:spPr>
        <p:txBody>
          <a:bodyPr lIns="91440" tIns="45720" rIns="91440" bIns="45720" anchor="ctr" anchorCtr="0"/>
          <a:lstStyle>
            <a:lvl1pPr marL="0" indent="0" algn="l" defTabSz="914400" rtl="0">
              <a:lnSpc>
                <a:spcPct val="100000"/>
              </a:lnSpc>
              <a:spcBef>
                <a:spcPts val="0"/>
              </a:spcBef>
              <a:spcAft>
                <a:spcPts val="0"/>
              </a:spcAft>
              <a:buNone/>
              <a:defRPr sz="1800" b="0" i="0">
                <a:solidFill>
                  <a:schemeClr val="dk1"/>
                </a:solidFill>
                <a:latin typeface="Calibri Light"/>
              </a:defRPr>
            </a:lvl1pPr>
            <a:lvl2pPr marL="457200" indent="457200" algn="l" defTabSz="914400" rtl="0">
              <a:lnSpc>
                <a:spcPct val="100000"/>
              </a:lnSpc>
              <a:spcBef>
                <a:spcPts val="0"/>
              </a:spcBef>
              <a:spcAft>
                <a:spcPts val="0"/>
              </a:spcAft>
              <a:buNone/>
              <a:defRPr sz="1800" b="0" i="0">
                <a:solidFill>
                  <a:schemeClr val="dk1"/>
                </a:solidFill>
                <a:latin typeface="Calibri Light"/>
              </a:defRPr>
            </a:lvl2pPr>
            <a:lvl3pPr marL="914400" indent="914400" algn="l" defTabSz="914400" rtl="0">
              <a:lnSpc>
                <a:spcPct val="100000"/>
              </a:lnSpc>
              <a:spcBef>
                <a:spcPts val="0"/>
              </a:spcBef>
              <a:spcAft>
                <a:spcPts val="0"/>
              </a:spcAft>
              <a:buNone/>
              <a:defRPr sz="1800" b="0" i="0">
                <a:solidFill>
                  <a:schemeClr val="dk1"/>
                </a:solidFill>
                <a:latin typeface="Calibri Light"/>
              </a:defRPr>
            </a:lvl3pPr>
            <a:lvl4pPr marL="1371600" indent="1371600" algn="l" defTabSz="914400" rtl="0">
              <a:lnSpc>
                <a:spcPct val="100000"/>
              </a:lnSpc>
              <a:spcBef>
                <a:spcPts val="0"/>
              </a:spcBef>
              <a:spcAft>
                <a:spcPts val="0"/>
              </a:spcAft>
              <a:buNone/>
              <a:defRPr sz="1800" b="0" i="0">
                <a:solidFill>
                  <a:schemeClr val="dk1"/>
                </a:solidFill>
                <a:latin typeface="Calibri Light"/>
              </a:defRPr>
            </a:lvl4pPr>
            <a:lvl5pPr marL="1828800" indent="1828800" algn="l" defTabSz="914400" rtl="0">
              <a:lnSpc>
                <a:spcPct val="100000"/>
              </a:lnSpc>
              <a:spcBef>
                <a:spcPts val="0"/>
              </a:spcBef>
              <a:spcAft>
                <a:spcPts val="0"/>
              </a:spcAft>
              <a:buNone/>
              <a:defRPr sz="1800" b="0" i="0">
                <a:solidFill>
                  <a:schemeClr val="dk1"/>
                </a:solidFill>
                <a:latin typeface="Calibri Light"/>
              </a:defRPr>
            </a:lvl5pPr>
          </a:lstStyle>
          <a:p>
            <a:pPr marL="0" lvl="0" indent="0">
              <a:spcBef>
                <a:spcPts val="0"/>
              </a:spcBef>
              <a:buNone/>
              <a:defRPr/>
            </a:pPr>
            <a:r>
              <a:rPr sz="900">
                <a:solidFill>
                  <a:srgbClr val="000000"/>
                </a:solidFill>
              </a:rPr>
              <a:t>ETHICS IN INFORMATION TECHNOLOGY, FOURTH EDITION</a:t>
            </a:r>
            <a:endParaRPr/>
          </a:p>
        </p:txBody>
      </p:sp>
      <p:sp>
        <p:nvSpPr>
          <p:cNvPr id="1739662412" name="Shape 1030"/>
          <p:cNvSpPr>
            <a:spLocks noChangeShapeType="1" noGrp="1"/>
          </p:cNvSpPr>
          <p:nvPr>
            <p:ph type="sldNum" idx="4"/>
          </p:nvPr>
        </p:nvSpPr>
        <p:spPr bwMode="auto">
          <a:xfrm>
            <a:off x="6540500" y="5829300"/>
            <a:ext cx="2195512" cy="1397000"/>
          </a:xfrm>
          <a:prstGeom prst="rect">
            <a:avLst/>
          </a:prstGeom>
          <a:noFill/>
        </p:spPr>
        <p:txBody>
          <a:bodyPr lIns="91440" tIns="45720" rIns="91440" bIns="45720" anchor="b"/>
          <a:lstStyle>
            <a:lvl1pPr marL="0" indent="0" algn="l" defTabSz="914400" rtl="0">
              <a:lnSpc>
                <a:spcPct val="100000"/>
              </a:lnSpc>
              <a:spcBef>
                <a:spcPts val="0"/>
              </a:spcBef>
              <a:spcAft>
                <a:spcPts val="0"/>
              </a:spcAft>
              <a:buNone/>
              <a:defRPr sz="1800" b="0" i="0">
                <a:solidFill>
                  <a:schemeClr val="dk1"/>
                </a:solidFill>
                <a:latin typeface="Calibri Light"/>
              </a:defRPr>
            </a:lvl1pPr>
            <a:lvl2pPr marL="457200" indent="457200" algn="l" defTabSz="914400" rtl="0">
              <a:lnSpc>
                <a:spcPct val="100000"/>
              </a:lnSpc>
              <a:spcBef>
                <a:spcPts val="0"/>
              </a:spcBef>
              <a:spcAft>
                <a:spcPts val="0"/>
              </a:spcAft>
              <a:buNone/>
              <a:defRPr sz="1800" b="0" i="0">
                <a:solidFill>
                  <a:schemeClr val="dk1"/>
                </a:solidFill>
                <a:latin typeface="Calibri Light"/>
              </a:defRPr>
            </a:lvl2pPr>
            <a:lvl3pPr marL="914400" indent="914400" algn="l" defTabSz="914400" rtl="0">
              <a:lnSpc>
                <a:spcPct val="100000"/>
              </a:lnSpc>
              <a:spcBef>
                <a:spcPts val="0"/>
              </a:spcBef>
              <a:spcAft>
                <a:spcPts val="0"/>
              </a:spcAft>
              <a:buNone/>
              <a:defRPr sz="1800" b="0" i="0">
                <a:solidFill>
                  <a:schemeClr val="dk1"/>
                </a:solidFill>
                <a:latin typeface="Calibri Light"/>
              </a:defRPr>
            </a:lvl3pPr>
            <a:lvl4pPr marL="1371600" indent="1371600" algn="l" defTabSz="914400" rtl="0">
              <a:lnSpc>
                <a:spcPct val="100000"/>
              </a:lnSpc>
              <a:spcBef>
                <a:spcPts val="0"/>
              </a:spcBef>
              <a:spcAft>
                <a:spcPts val="0"/>
              </a:spcAft>
              <a:buNone/>
              <a:defRPr sz="1800" b="0" i="0">
                <a:solidFill>
                  <a:schemeClr val="dk1"/>
                </a:solidFill>
                <a:latin typeface="Calibri Light"/>
              </a:defRPr>
            </a:lvl4pPr>
            <a:lvl5pPr marL="1828800" indent="1828800" algn="l" defTabSz="914400" rtl="0">
              <a:lnSpc>
                <a:spcPct val="100000"/>
              </a:lnSpc>
              <a:spcBef>
                <a:spcPts val="0"/>
              </a:spcBef>
              <a:spcAft>
                <a:spcPts val="0"/>
              </a:spcAft>
              <a:buNone/>
              <a:defRPr sz="1800" b="0" i="0">
                <a:solidFill>
                  <a:schemeClr val="dk1"/>
                </a:solidFill>
                <a:latin typeface="Calibri Light"/>
              </a:defRPr>
            </a:lvl5pPr>
          </a:lstStyle>
          <a:p>
            <a:pPr marL="0" lvl="0" indent="0" algn="r">
              <a:spcBef>
                <a:spcPts val="0"/>
              </a:spcBef>
              <a:buNone/>
              <a:defRPr/>
            </a:pPr>
            <a:fld id="{D038279B-FC19-497E-A7D1-5ADD9CAF016F}" type="slidenum">
              <a:rPr lang="en-US" sz="9000">
                <a:solidFill>
                  <a:srgbClr val="50B4C8"/>
                </a:solidFill>
              </a:rPr>
              <a:t>&lt;#&gt;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1_Metropolitan">
    <p:bg>
      <p:bgPr shadeToTitle="0">
        <a:solidFill>
          <a:schemeClr val="accent1"/>
        </a:solidFill>
      </p:bgPr>
    </p:bg>
    <p:spTree>
      <p:nvGrpSpPr>
        <p:cNvPr id="1" name=""/>
        <p:cNvGrpSpPr/>
        <p:nvPr/>
      </p:nvGrpSpPr>
      <p:grpSpPr bwMode="auto">
        <a:xfrm>
          <a:off x="0" y="0"/>
          <a:ext cx="0" cy="0"/>
          <a:chOff x="0" y="0"/>
          <a:chExt cx="0" cy="0"/>
        </a:xfrm>
      </p:grpSpPr>
      <p:sp>
        <p:nvSpPr>
          <p:cNvPr id="1149751574" name="Rectangle 6"/>
          <p:cNvSpPr>
            <a:spLocks noChangeShapeType="1" noGrp="1"/>
          </p:cNvSpPr>
          <p:nvPr/>
        </p:nvSpPr>
        <p:spPr bwMode="auto">
          <a:xfrm>
            <a:off x="0" y="0"/>
            <a:ext cx="9144000" cy="6858000"/>
          </a:xfrm>
          <a:prstGeom prst="rect">
            <a:avLst/>
          </a:prstGeom>
          <a:solidFill>
            <a:schemeClr val="accent1"/>
          </a:solidFill>
        </p:spPr>
        <p:txBody>
          <a:bodyPr lIns="91440" tIns="45720" rIns="91440" bIns="45720"/>
          <a:lstStyle/>
          <a:p>
            <a:pPr>
              <a:defRPr/>
            </a:pPr>
            <a:endParaRPr sz="1400"/>
          </a:p>
        </p:txBody>
      </p:sp>
      <p:sp>
        <p:nvSpPr>
          <p:cNvPr id="393537356" name="Title Placeholder 1"/>
          <p:cNvSpPr>
            <a:spLocks noChangeShapeType="1" noGrp="1"/>
          </p:cNvSpPr>
          <p:nvPr>
            <p:ph type="title" idx="0"/>
          </p:nvPr>
        </p:nvSpPr>
        <p:spPr bwMode="auto">
          <a:xfrm>
            <a:off x="493712" y="500062"/>
            <a:ext cx="8078787" cy="1657350"/>
          </a:xfrm>
          <a:prstGeom prst="rect">
            <a:avLst/>
          </a:prstGeom>
          <a:noFill/>
        </p:spPr>
        <p:txBody>
          <a:bodyPr lIns="91440" tIns="45720" rIns="91440" bIns="45720" anchor="ctr" anchorCtr="0"/>
          <a:lstStyle/>
          <a:p>
            <a:pPr marL="0" lvl="0" indent="0">
              <a:spcBef>
                <a:spcPts val="0"/>
              </a:spcBef>
              <a:buNone/>
              <a:defRPr/>
            </a:pPr>
            <a:r>
              <a:rPr/>
              <a:t>Click to edit Master title style</a:t>
            </a:r>
            <a:endParaRPr/>
          </a:p>
        </p:txBody>
      </p:sp>
      <p:sp>
        <p:nvSpPr>
          <p:cNvPr id="1670895497" name="Text Placeholder 2"/>
          <p:cNvSpPr>
            <a:spLocks noChangeShapeType="1" noGrp="1"/>
          </p:cNvSpPr>
          <p:nvPr>
            <p:ph type="body" idx="1"/>
          </p:nvPr>
        </p:nvSpPr>
        <p:spPr bwMode="auto">
          <a:xfrm>
            <a:off x="506412" y="1993900"/>
            <a:ext cx="8066087" cy="3765550"/>
          </a:xfrm>
          <a:prstGeom prst="rect">
            <a:avLst/>
          </a:prstGeom>
          <a:noFill/>
        </p:spPr>
        <p:txBody>
          <a:bodyPr lIns="91440" tIns="45720" rIns="91440" bIns="45720"/>
          <a:lstStyle/>
          <a:p>
            <a:pPr marL="90487" lvl="0" indent="-90487">
              <a:spcBef>
                <a:spcPts val="1300"/>
              </a:spcBef>
              <a:buFont typeface="Arial"/>
              <a:buChar char=" "/>
              <a:defRPr/>
            </a:pPr>
            <a:r>
              <a:rPr lang="en-US"/>
              <a:t>Edit Master text styles</a:t>
            </a:r>
            <a:endParaRPr/>
          </a:p>
          <a:p>
            <a:pPr marL="273050" lvl="1" indent="-342900">
              <a:spcBef>
                <a:spcPts val="600"/>
              </a:spcBef>
              <a:buFont typeface="Arial"/>
              <a:buChar char=" "/>
              <a:defRPr/>
            </a:pPr>
            <a:r>
              <a:rPr lang="en-US"/>
              <a:t>Second level</a:t>
            </a:r>
            <a:endParaRPr/>
          </a:p>
          <a:p>
            <a:pPr marL="547687" lvl="2" indent="-547687">
              <a:spcBef>
                <a:spcPts val="600"/>
              </a:spcBef>
              <a:buFont typeface="Arial"/>
              <a:buChar char=" "/>
              <a:defRPr/>
            </a:pPr>
            <a:r>
              <a:rPr lang="en-US"/>
              <a:t>Third level</a:t>
            </a:r>
            <a:endParaRPr/>
          </a:p>
          <a:p>
            <a:pPr marL="822325" lvl="3" indent="-822325">
              <a:spcBef>
                <a:spcPts val="600"/>
              </a:spcBef>
              <a:buFont typeface="Arial"/>
              <a:buChar char=" "/>
              <a:defRPr/>
            </a:pPr>
            <a:r>
              <a:rPr lang="en-US"/>
              <a:t>Fourth level</a:t>
            </a:r>
            <a:endParaRPr/>
          </a:p>
          <a:p>
            <a:pPr marL="1096962" lvl="4" indent="-1096962">
              <a:spcBef>
                <a:spcPts val="600"/>
              </a:spcBef>
              <a:buFont typeface="Arial"/>
              <a:buChar char=" "/>
              <a:defRPr/>
            </a:pPr>
            <a:r>
              <a:rPr lang="en-US"/>
              <a:t>Fifth level</a:t>
            </a:r>
            <a:endParaRPr/>
          </a:p>
        </p:txBody>
      </p:sp>
      <p:sp>
        <p:nvSpPr>
          <p:cNvPr id="1187341182" name="Date Placeholder 6"/>
          <p:cNvSpPr>
            <a:spLocks noChangeShapeType="1" noGrp="1"/>
          </p:cNvSpPr>
          <p:nvPr>
            <p:ph type="dt" idx="2"/>
          </p:nvPr>
        </p:nvSpPr>
        <p:spPr bwMode="auto">
          <a:xfrm>
            <a:off x="514350" y="6411912"/>
            <a:ext cx="3086100" cy="228600"/>
          </a:xfrm>
          <a:prstGeom prst="rect">
            <a:avLst/>
          </a:prstGeom>
          <a:noFill/>
        </p:spPr>
        <p:txBody>
          <a:bodyPr lIns="91440" tIns="45720" rIns="91440" bIns="45720" anchor="ctr" anchorCtr="0"/>
          <a:lstStyle/>
          <a:p>
            <a:pPr>
              <a:defRPr/>
            </a:pPr>
            <a:endParaRPr sz="1400"/>
          </a:p>
        </p:txBody>
      </p:sp>
      <p:sp>
        <p:nvSpPr>
          <p:cNvPr id="1537555412" name="Footer Placeholder 7"/>
          <p:cNvSpPr>
            <a:spLocks noChangeShapeType="1" noGrp="1"/>
          </p:cNvSpPr>
          <p:nvPr>
            <p:ph type="ftr" idx="3"/>
          </p:nvPr>
        </p:nvSpPr>
        <p:spPr bwMode="auto">
          <a:xfrm>
            <a:off x="514350" y="6554787"/>
            <a:ext cx="3771900" cy="228600"/>
          </a:xfrm>
          <a:prstGeom prst="rect">
            <a:avLst/>
          </a:prstGeom>
          <a:noFill/>
        </p:spPr>
        <p:txBody>
          <a:bodyPr lIns="91440" tIns="45720" rIns="91440" bIns="45720" anchor="ctr" anchorCtr="0"/>
          <a:lstStyle/>
          <a:p>
            <a:pPr marL="0" lvl="0" indent="0">
              <a:spcBef>
                <a:spcPts val="0"/>
              </a:spcBef>
              <a:buNone/>
              <a:defRPr/>
            </a:pPr>
            <a:r>
              <a:rPr sz="900">
                <a:solidFill>
                  <a:srgbClr val="FFFFFF"/>
                </a:solidFill>
              </a:rPr>
              <a:t>ETHICS IN INFORMATION TECHNOLOGY, FOURTH EDITION</a:t>
            </a:r>
            <a:endParaRPr/>
          </a:p>
        </p:txBody>
      </p:sp>
      <p:sp>
        <p:nvSpPr>
          <p:cNvPr id="282015852" name="Slide Number Placeholder 8"/>
          <p:cNvSpPr>
            <a:spLocks noChangeShapeType="1" noGrp="1"/>
          </p:cNvSpPr>
          <p:nvPr>
            <p:ph type="sldNum" idx="4"/>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9000">
                <a:solidFill>
                  <a:srgbClr val="FFFFFF"/>
                </a:solidFill>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2_Metropolitan">
    <p:bg>
      <p:bgPr shadeToTitle="0">
        <a:solidFill>
          <a:schemeClr val="lt1"/>
        </a:solidFill>
      </p:bgPr>
    </p:bg>
    <p:spTree>
      <p:nvGrpSpPr>
        <p:cNvPr id="1" name=""/>
        <p:cNvGrpSpPr/>
        <p:nvPr/>
      </p:nvGrpSpPr>
      <p:grpSpPr bwMode="auto">
        <a:xfrm>
          <a:off x="0" y="0"/>
          <a:ext cx="0" cy="0"/>
          <a:chOff x="0" y="0"/>
          <a:chExt cx="0" cy="0"/>
        </a:xfrm>
      </p:grpSpPr>
      <p:sp>
        <p:nvSpPr>
          <p:cNvPr id="716183557" name="Title Placeholder 1"/>
          <p:cNvSpPr>
            <a:spLocks noChangeShapeType="1" noGrp="1"/>
          </p:cNvSpPr>
          <p:nvPr>
            <p:ph type="title" idx="0"/>
          </p:nvPr>
        </p:nvSpPr>
        <p:spPr bwMode="auto">
          <a:xfrm>
            <a:off x="493712" y="500062"/>
            <a:ext cx="8078787" cy="1657350"/>
          </a:xfrm>
          <a:prstGeom prst="rect">
            <a:avLst/>
          </a:prstGeom>
          <a:noFill/>
        </p:spPr>
        <p:txBody>
          <a:bodyPr lIns="91440" tIns="45720" rIns="91440" bIns="45720" anchor="ctr" anchorCtr="0"/>
          <a:lstStyle/>
          <a:p>
            <a:pPr marL="0" lvl="0" indent="0">
              <a:spcBef>
                <a:spcPts val="0"/>
              </a:spcBef>
              <a:buNone/>
              <a:defRPr/>
            </a:pPr>
            <a:r>
              <a:rPr/>
              <a:t>Click to edit Master title style</a:t>
            </a:r>
            <a:endParaRPr/>
          </a:p>
        </p:txBody>
      </p:sp>
      <p:sp>
        <p:nvSpPr>
          <p:cNvPr id="744105817" name="Text Placeholder 2"/>
          <p:cNvSpPr>
            <a:spLocks noChangeShapeType="1" noGrp="1"/>
          </p:cNvSpPr>
          <p:nvPr>
            <p:ph type="body" idx="1"/>
          </p:nvPr>
        </p:nvSpPr>
        <p:spPr bwMode="auto">
          <a:xfrm>
            <a:off x="506412" y="1993900"/>
            <a:ext cx="8066087" cy="3765550"/>
          </a:xfrm>
          <a:prstGeom prst="rect">
            <a:avLst/>
          </a:prstGeom>
          <a:noFill/>
        </p:spPr>
        <p:txBody>
          <a:bodyPr lIns="91440" tIns="45720" rIns="91440" bIns="45720"/>
          <a:lstStyle/>
          <a:p>
            <a:pPr marL="90487" lvl="0" indent="-90487">
              <a:spcBef>
                <a:spcPts val="1300"/>
              </a:spcBef>
              <a:buFont typeface="Arial"/>
              <a:buChar char=" "/>
              <a:defRPr/>
            </a:pPr>
            <a:r>
              <a:rPr lang="en-US"/>
              <a:t>Edit Master text styles</a:t>
            </a:r>
            <a:endParaRPr/>
          </a:p>
          <a:p>
            <a:pPr marL="273050" lvl="1" indent="-342900">
              <a:spcBef>
                <a:spcPts val="600"/>
              </a:spcBef>
              <a:buFont typeface="Arial"/>
              <a:buChar char=" "/>
              <a:defRPr/>
            </a:pPr>
            <a:r>
              <a:rPr lang="en-US"/>
              <a:t>Second level</a:t>
            </a:r>
            <a:endParaRPr/>
          </a:p>
          <a:p>
            <a:pPr marL="547687" lvl="2" indent="-547687">
              <a:spcBef>
                <a:spcPts val="600"/>
              </a:spcBef>
              <a:buFont typeface="Arial"/>
              <a:buChar char=" "/>
              <a:defRPr/>
            </a:pPr>
            <a:r>
              <a:rPr lang="en-US"/>
              <a:t>Third level</a:t>
            </a:r>
            <a:endParaRPr/>
          </a:p>
          <a:p>
            <a:pPr marL="822325" lvl="3" indent="-822325">
              <a:spcBef>
                <a:spcPts val="600"/>
              </a:spcBef>
              <a:buFont typeface="Arial"/>
              <a:buChar char=" "/>
              <a:defRPr/>
            </a:pPr>
            <a:r>
              <a:rPr lang="en-US"/>
              <a:t>Fourth level</a:t>
            </a:r>
            <a:endParaRPr/>
          </a:p>
          <a:p>
            <a:pPr marL="1096962" lvl="4" indent="-1096962">
              <a:spcBef>
                <a:spcPts val="600"/>
              </a:spcBef>
              <a:buFont typeface="Arial"/>
              <a:buChar char=" "/>
              <a:defRPr/>
            </a:pPr>
            <a:r>
              <a:rPr lang="en-US"/>
              <a:t>Fifth level</a:t>
            </a:r>
            <a:endParaRPr/>
          </a:p>
        </p:txBody>
      </p:sp>
      <p:sp>
        <p:nvSpPr>
          <p:cNvPr id="1806633547" name="Date Placeholder 3"/>
          <p:cNvSpPr>
            <a:spLocks noChangeShapeType="1" noGrp="1"/>
          </p:cNvSpPr>
          <p:nvPr>
            <p:ph type="dt" idx="2"/>
          </p:nvPr>
        </p:nvSpPr>
        <p:spPr bwMode="auto">
          <a:xfrm>
            <a:off x="514350" y="6411912"/>
            <a:ext cx="3086100" cy="228600"/>
          </a:xfrm>
          <a:prstGeom prst="rect">
            <a:avLst/>
          </a:prstGeom>
          <a:noFill/>
        </p:spPr>
        <p:txBody>
          <a:bodyPr lIns="91440" tIns="45720" rIns="91440" bIns="45720" anchor="ctr" anchorCtr="0"/>
          <a:lstStyle/>
          <a:p>
            <a:pPr marL="0" lvl="0" indent="0">
              <a:spcBef>
                <a:spcPts val="0"/>
              </a:spcBef>
              <a:buNone/>
              <a:defRPr/>
            </a:pPr>
            <a:r>
              <a:rPr sz="900">
                <a:solidFill>
                  <a:srgbClr val="000000"/>
                </a:solidFill>
              </a:rPr>
              <a:t>*</a:t>
            </a:r>
            <a:endParaRPr/>
          </a:p>
        </p:txBody>
      </p:sp>
      <p:sp>
        <p:nvSpPr>
          <p:cNvPr id="1345200637" name="Footer Placeholder 4"/>
          <p:cNvSpPr>
            <a:spLocks noChangeShapeType="1" noGrp="1"/>
          </p:cNvSpPr>
          <p:nvPr>
            <p:ph type="ftr" idx="3"/>
          </p:nvPr>
        </p:nvSpPr>
        <p:spPr bwMode="auto">
          <a:xfrm>
            <a:off x="514350" y="6554787"/>
            <a:ext cx="3771900" cy="228600"/>
          </a:xfrm>
          <a:prstGeom prst="rect">
            <a:avLst/>
          </a:prstGeom>
          <a:noFill/>
        </p:spPr>
        <p:txBody>
          <a:bodyPr lIns="91440" tIns="45720" rIns="91440" bIns="45720" anchor="ctr" anchorCtr="0"/>
          <a:lstStyle/>
          <a:p>
            <a:pPr marL="0" lvl="0" indent="0">
              <a:spcBef>
                <a:spcPts val="0"/>
              </a:spcBef>
              <a:buNone/>
              <a:defRPr/>
            </a:pPr>
            <a:r>
              <a:rPr sz="900">
                <a:solidFill>
                  <a:srgbClr val="000000"/>
                </a:solidFill>
              </a:rPr>
              <a:t>ETHICS IN INFORMATION TECHNOLOGY, FOURTH EDITION</a:t>
            </a:r>
            <a:endParaRPr/>
          </a:p>
        </p:txBody>
      </p:sp>
      <p:sp>
        <p:nvSpPr>
          <p:cNvPr id="1498226805" name="Slide Number Placeholder 5"/>
          <p:cNvSpPr>
            <a:spLocks noChangeShapeType="1" noGrp="1"/>
          </p:cNvSpPr>
          <p:nvPr>
            <p:ph type="sldNum" idx="4"/>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9000">
                <a:solidFill>
                  <a:srgbClr val="50B4C8"/>
                </a:solidFill>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3_Metropolitan">
    <p:bg>
      <p:bgPr shadeToTitle="0">
        <a:solidFill>
          <a:schemeClr val="lt1"/>
        </a:solidFill>
      </p:bgPr>
    </p:bg>
    <p:spTree>
      <p:nvGrpSpPr>
        <p:cNvPr id="1" name=""/>
        <p:cNvGrpSpPr/>
        <p:nvPr/>
      </p:nvGrpSpPr>
      <p:grpSpPr bwMode="auto">
        <a:xfrm>
          <a:off x="0" y="0"/>
          <a:ext cx="0" cy="0"/>
          <a:chOff x="0" y="0"/>
          <a:chExt cx="0" cy="0"/>
        </a:xfrm>
      </p:grpSpPr>
      <p:sp>
        <p:nvSpPr>
          <p:cNvPr id="1977229787" name="Title Placeholder 1"/>
          <p:cNvSpPr>
            <a:spLocks noChangeShapeType="1" noGrp="1"/>
          </p:cNvSpPr>
          <p:nvPr>
            <p:ph type="title" idx="0"/>
          </p:nvPr>
        </p:nvSpPr>
        <p:spPr bwMode="auto">
          <a:xfrm>
            <a:off x="493712" y="500062"/>
            <a:ext cx="8078787" cy="1657350"/>
          </a:xfrm>
          <a:prstGeom prst="rect">
            <a:avLst/>
          </a:prstGeom>
          <a:noFill/>
        </p:spPr>
        <p:txBody>
          <a:bodyPr lIns="91440" tIns="45720" rIns="91440" bIns="45720" anchor="ctr" anchorCtr="0"/>
          <a:lstStyle/>
          <a:p>
            <a:pPr marL="0" lvl="0" indent="0">
              <a:spcBef>
                <a:spcPts val="0"/>
              </a:spcBef>
              <a:buNone/>
              <a:defRPr/>
            </a:pPr>
            <a:r>
              <a:rPr/>
              <a:t>Click to edit Master title style</a:t>
            </a:r>
            <a:endParaRPr/>
          </a:p>
        </p:txBody>
      </p:sp>
      <p:sp>
        <p:nvSpPr>
          <p:cNvPr id="731545397" name="Text Placeholder 2"/>
          <p:cNvSpPr>
            <a:spLocks noChangeShapeType="1" noGrp="1"/>
          </p:cNvSpPr>
          <p:nvPr>
            <p:ph type="body" idx="1"/>
          </p:nvPr>
        </p:nvSpPr>
        <p:spPr bwMode="auto">
          <a:xfrm>
            <a:off x="506412" y="1993900"/>
            <a:ext cx="8066087" cy="3765550"/>
          </a:xfrm>
          <a:prstGeom prst="rect">
            <a:avLst/>
          </a:prstGeom>
          <a:noFill/>
        </p:spPr>
        <p:txBody>
          <a:bodyPr lIns="91440" tIns="45720" rIns="91440" bIns="45720"/>
          <a:lstStyle/>
          <a:p>
            <a:pPr marL="90487" lvl="0" indent="-90487">
              <a:spcBef>
                <a:spcPts val="1300"/>
              </a:spcBef>
              <a:buFont typeface="Arial"/>
              <a:buChar char=" "/>
              <a:defRPr/>
            </a:pPr>
            <a:r>
              <a:rPr lang="en-US"/>
              <a:t>Edit Master text styles</a:t>
            </a:r>
            <a:endParaRPr/>
          </a:p>
          <a:p>
            <a:pPr marL="273050" lvl="1" indent="-342900">
              <a:spcBef>
                <a:spcPts val="600"/>
              </a:spcBef>
              <a:buFont typeface="Arial"/>
              <a:buChar char=" "/>
              <a:defRPr/>
            </a:pPr>
            <a:r>
              <a:rPr lang="en-US"/>
              <a:t>Second level</a:t>
            </a:r>
            <a:endParaRPr/>
          </a:p>
          <a:p>
            <a:pPr marL="547687" lvl="2" indent="-547687">
              <a:spcBef>
                <a:spcPts val="600"/>
              </a:spcBef>
              <a:buFont typeface="Arial"/>
              <a:buChar char=" "/>
              <a:defRPr/>
            </a:pPr>
            <a:r>
              <a:rPr lang="en-US"/>
              <a:t>Third level</a:t>
            </a:r>
            <a:endParaRPr/>
          </a:p>
          <a:p>
            <a:pPr marL="822325" lvl="3" indent="-822325">
              <a:spcBef>
                <a:spcPts val="600"/>
              </a:spcBef>
              <a:buFont typeface="Arial"/>
              <a:buChar char=" "/>
              <a:defRPr/>
            </a:pPr>
            <a:r>
              <a:rPr lang="en-US"/>
              <a:t>Fourth level</a:t>
            </a:r>
            <a:endParaRPr/>
          </a:p>
          <a:p>
            <a:pPr marL="1096962" lvl="4" indent="-1096962">
              <a:spcBef>
                <a:spcPts val="600"/>
              </a:spcBef>
              <a:buFont typeface="Arial"/>
              <a:buChar char=" "/>
              <a:defRPr/>
            </a:pPr>
            <a:r>
              <a:rPr lang="en-US"/>
              <a:t>Fifth level</a:t>
            </a:r>
            <a:endParaRPr/>
          </a:p>
        </p:txBody>
      </p:sp>
      <p:sp>
        <p:nvSpPr>
          <p:cNvPr id="118131095" name="Date Placeholder 3"/>
          <p:cNvSpPr>
            <a:spLocks noChangeShapeType="1" noGrp="1"/>
          </p:cNvSpPr>
          <p:nvPr>
            <p:ph type="dt" idx="2"/>
          </p:nvPr>
        </p:nvSpPr>
        <p:spPr bwMode="auto">
          <a:xfrm>
            <a:off x="514350" y="6411912"/>
            <a:ext cx="3086100" cy="228600"/>
          </a:xfrm>
          <a:prstGeom prst="rect">
            <a:avLst/>
          </a:prstGeom>
          <a:noFill/>
        </p:spPr>
        <p:txBody>
          <a:bodyPr lIns="91440" tIns="45720" rIns="91440" bIns="45720" anchor="ctr" anchorCtr="0"/>
          <a:lstStyle/>
          <a:p>
            <a:pPr marL="0" lvl="0" indent="0">
              <a:spcBef>
                <a:spcPts val="0"/>
              </a:spcBef>
              <a:buNone/>
              <a:defRPr/>
            </a:pPr>
            <a:r>
              <a:rPr sz="900">
                <a:solidFill>
                  <a:srgbClr val="000000"/>
                </a:solidFill>
              </a:rPr>
              <a:t>*</a:t>
            </a:r>
            <a:endParaRPr/>
          </a:p>
        </p:txBody>
      </p:sp>
      <p:sp>
        <p:nvSpPr>
          <p:cNvPr id="1566340321" name="Footer Placeholder 4"/>
          <p:cNvSpPr>
            <a:spLocks noChangeShapeType="1" noGrp="1"/>
          </p:cNvSpPr>
          <p:nvPr>
            <p:ph type="ftr" idx="3"/>
          </p:nvPr>
        </p:nvSpPr>
        <p:spPr bwMode="auto">
          <a:xfrm>
            <a:off x="514350" y="6554787"/>
            <a:ext cx="3771900" cy="228600"/>
          </a:xfrm>
          <a:prstGeom prst="rect">
            <a:avLst/>
          </a:prstGeom>
          <a:noFill/>
        </p:spPr>
        <p:txBody>
          <a:bodyPr lIns="91440" tIns="45720" rIns="91440" bIns="45720" anchor="ctr" anchorCtr="0"/>
          <a:lstStyle/>
          <a:p>
            <a:pPr marL="0" lvl="0" indent="0">
              <a:spcBef>
                <a:spcPts val="0"/>
              </a:spcBef>
              <a:buNone/>
              <a:defRPr/>
            </a:pPr>
            <a:r>
              <a:rPr sz="900">
                <a:solidFill>
                  <a:srgbClr val="000000"/>
                </a:solidFill>
              </a:rPr>
              <a:t>ETHICS IN INFORMATION TECHNOLOGY, FOURTH EDITION</a:t>
            </a:r>
            <a:endParaRPr/>
          </a:p>
        </p:txBody>
      </p:sp>
      <p:sp>
        <p:nvSpPr>
          <p:cNvPr id="95781040" name="Slide Number Placeholder 5"/>
          <p:cNvSpPr>
            <a:spLocks noChangeShapeType="1" noGrp="1"/>
          </p:cNvSpPr>
          <p:nvPr>
            <p:ph type="sldNum" idx="4"/>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9000">
                <a:solidFill>
                  <a:srgbClr val="50B4C8"/>
                </a:solidFill>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4_Metropolitan">
    <p:bg>
      <p:bgPr shadeToTitle="0">
        <a:solidFill>
          <a:schemeClr val="lt1"/>
        </a:solidFill>
      </p:bgPr>
    </p:bg>
    <p:spTree>
      <p:nvGrpSpPr>
        <p:cNvPr id="1" name=""/>
        <p:cNvGrpSpPr/>
        <p:nvPr/>
      </p:nvGrpSpPr>
      <p:grpSpPr bwMode="auto">
        <a:xfrm>
          <a:off x="0" y="0"/>
          <a:ext cx="0" cy="0"/>
          <a:chOff x="0" y="0"/>
          <a:chExt cx="0" cy="0"/>
        </a:xfrm>
      </p:grpSpPr>
      <p:sp>
        <p:nvSpPr>
          <p:cNvPr id="1375995574" name="Title Placeholder 1"/>
          <p:cNvSpPr>
            <a:spLocks noChangeShapeType="1" noGrp="1"/>
          </p:cNvSpPr>
          <p:nvPr>
            <p:ph type="title" idx="0"/>
          </p:nvPr>
        </p:nvSpPr>
        <p:spPr bwMode="auto">
          <a:xfrm>
            <a:off x="493712" y="500062"/>
            <a:ext cx="8078787" cy="1657350"/>
          </a:xfrm>
          <a:prstGeom prst="rect">
            <a:avLst/>
          </a:prstGeom>
          <a:noFill/>
        </p:spPr>
        <p:txBody>
          <a:bodyPr lIns="91440" tIns="45720" rIns="91440" bIns="45720" anchor="ctr" anchorCtr="0"/>
          <a:lstStyle/>
          <a:p>
            <a:pPr marL="0" lvl="0" indent="0">
              <a:spcBef>
                <a:spcPts val="0"/>
              </a:spcBef>
              <a:buNone/>
              <a:defRPr/>
            </a:pPr>
            <a:r>
              <a:rPr/>
              <a:t>Click to edit Master title style</a:t>
            </a:r>
            <a:endParaRPr/>
          </a:p>
        </p:txBody>
      </p:sp>
      <p:sp>
        <p:nvSpPr>
          <p:cNvPr id="1122563098" name="Text Placeholder 2"/>
          <p:cNvSpPr>
            <a:spLocks noChangeShapeType="1" noGrp="1"/>
          </p:cNvSpPr>
          <p:nvPr>
            <p:ph type="body" idx="1"/>
          </p:nvPr>
        </p:nvSpPr>
        <p:spPr bwMode="auto">
          <a:xfrm>
            <a:off x="506412" y="1993900"/>
            <a:ext cx="8066087" cy="3765550"/>
          </a:xfrm>
          <a:prstGeom prst="rect">
            <a:avLst/>
          </a:prstGeom>
          <a:noFill/>
        </p:spPr>
        <p:txBody>
          <a:bodyPr lIns="91440" tIns="45720" rIns="91440" bIns="45720"/>
          <a:lstStyle/>
          <a:p>
            <a:pPr marL="90487" lvl="0" indent="-90487">
              <a:spcBef>
                <a:spcPts val="1300"/>
              </a:spcBef>
              <a:buFont typeface="Arial"/>
              <a:buChar char=" "/>
              <a:defRPr/>
            </a:pPr>
            <a:r>
              <a:rPr lang="en-US"/>
              <a:t>Edit Master text styles</a:t>
            </a:r>
            <a:endParaRPr/>
          </a:p>
          <a:p>
            <a:pPr marL="273050" lvl="1" indent="-342900">
              <a:spcBef>
                <a:spcPts val="600"/>
              </a:spcBef>
              <a:buFont typeface="Arial"/>
              <a:buChar char=" "/>
              <a:defRPr/>
            </a:pPr>
            <a:r>
              <a:rPr lang="en-US"/>
              <a:t>Second level</a:t>
            </a:r>
            <a:endParaRPr/>
          </a:p>
          <a:p>
            <a:pPr marL="547687" lvl="2" indent="-547687">
              <a:spcBef>
                <a:spcPts val="600"/>
              </a:spcBef>
              <a:buFont typeface="Arial"/>
              <a:buChar char=" "/>
              <a:defRPr/>
            </a:pPr>
            <a:r>
              <a:rPr lang="en-US"/>
              <a:t>Third level</a:t>
            </a:r>
            <a:endParaRPr/>
          </a:p>
          <a:p>
            <a:pPr marL="822325" lvl="3" indent="-822325">
              <a:spcBef>
                <a:spcPts val="600"/>
              </a:spcBef>
              <a:buFont typeface="Arial"/>
              <a:buChar char=" "/>
              <a:defRPr/>
            </a:pPr>
            <a:r>
              <a:rPr lang="en-US"/>
              <a:t>Fourth level</a:t>
            </a:r>
            <a:endParaRPr/>
          </a:p>
          <a:p>
            <a:pPr marL="1096962" lvl="4" indent="-1096962">
              <a:spcBef>
                <a:spcPts val="600"/>
              </a:spcBef>
              <a:buFont typeface="Arial"/>
              <a:buChar char=" "/>
              <a:defRPr/>
            </a:pPr>
            <a:r>
              <a:rPr lang="en-US"/>
              <a:t>Fifth level</a:t>
            </a:r>
            <a:endParaRPr/>
          </a:p>
        </p:txBody>
      </p:sp>
      <p:sp>
        <p:nvSpPr>
          <p:cNvPr id="1337479498" name="Date Placeholder 4"/>
          <p:cNvSpPr>
            <a:spLocks noChangeShapeType="1" noGrp="1"/>
          </p:cNvSpPr>
          <p:nvPr>
            <p:ph type="dt" idx="2"/>
          </p:nvPr>
        </p:nvSpPr>
        <p:spPr bwMode="auto">
          <a:xfrm>
            <a:off x="514350" y="6411912"/>
            <a:ext cx="3086100" cy="228600"/>
          </a:xfrm>
          <a:prstGeom prst="rect">
            <a:avLst/>
          </a:prstGeom>
          <a:noFill/>
        </p:spPr>
        <p:txBody>
          <a:bodyPr lIns="91440" tIns="45720" rIns="91440" bIns="45720" anchor="ctr" anchorCtr="0"/>
          <a:lstStyle/>
          <a:p>
            <a:pPr marL="0" lvl="0" indent="0">
              <a:spcBef>
                <a:spcPts val="0"/>
              </a:spcBef>
              <a:buNone/>
              <a:defRPr/>
            </a:pPr>
            <a:r>
              <a:rPr sz="900">
                <a:solidFill>
                  <a:srgbClr val="000000"/>
                </a:solidFill>
              </a:rPr>
              <a:t>*</a:t>
            </a:r>
            <a:endParaRPr/>
          </a:p>
        </p:txBody>
      </p:sp>
      <p:sp>
        <p:nvSpPr>
          <p:cNvPr id="1832840994" name="Footer Placeholder 5"/>
          <p:cNvSpPr>
            <a:spLocks noChangeShapeType="1" noGrp="1"/>
          </p:cNvSpPr>
          <p:nvPr>
            <p:ph type="ftr" idx="3"/>
          </p:nvPr>
        </p:nvSpPr>
        <p:spPr bwMode="auto">
          <a:xfrm>
            <a:off x="514350" y="6554787"/>
            <a:ext cx="3771900" cy="228600"/>
          </a:xfrm>
          <a:prstGeom prst="rect">
            <a:avLst/>
          </a:prstGeom>
          <a:noFill/>
        </p:spPr>
        <p:txBody>
          <a:bodyPr lIns="91440" tIns="45720" rIns="91440" bIns="45720" anchor="ctr" anchorCtr="0"/>
          <a:lstStyle/>
          <a:p>
            <a:pPr marL="0" lvl="0" indent="0">
              <a:spcBef>
                <a:spcPts val="0"/>
              </a:spcBef>
              <a:buNone/>
              <a:defRPr/>
            </a:pPr>
            <a:r>
              <a:rPr sz="900">
                <a:solidFill>
                  <a:srgbClr val="000000"/>
                </a:solidFill>
              </a:rPr>
              <a:t>ETHICS IN INFORMATION TECHNOLOGY, FOURTH EDITION</a:t>
            </a:r>
            <a:endParaRPr/>
          </a:p>
        </p:txBody>
      </p:sp>
      <p:sp>
        <p:nvSpPr>
          <p:cNvPr id="354298639" name="Slide Number Placeholder 6"/>
          <p:cNvSpPr>
            <a:spLocks noChangeShapeType="1" noGrp="1"/>
          </p:cNvSpPr>
          <p:nvPr>
            <p:ph type="sldNum" idx="4"/>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9000">
                <a:solidFill>
                  <a:srgbClr val="50B4C8"/>
                </a:solidFill>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5_Metropolitan">
    <p:bg>
      <p:bgPr shadeToTitle="0">
        <a:solidFill>
          <a:schemeClr val="lt1"/>
        </a:solidFill>
      </p:bgPr>
    </p:bg>
    <p:spTree>
      <p:nvGrpSpPr>
        <p:cNvPr id="1" name=""/>
        <p:cNvGrpSpPr/>
        <p:nvPr/>
      </p:nvGrpSpPr>
      <p:grpSpPr bwMode="auto">
        <a:xfrm>
          <a:off x="0" y="0"/>
          <a:ext cx="0" cy="0"/>
          <a:chOff x="0" y="0"/>
          <a:chExt cx="0" cy="0"/>
        </a:xfrm>
      </p:grpSpPr>
      <p:sp>
        <p:nvSpPr>
          <p:cNvPr id="666674057" name="Title Placeholder 1"/>
          <p:cNvSpPr>
            <a:spLocks noChangeShapeType="1" noGrp="1"/>
          </p:cNvSpPr>
          <p:nvPr>
            <p:ph type="title" idx="0"/>
          </p:nvPr>
        </p:nvSpPr>
        <p:spPr bwMode="auto">
          <a:xfrm>
            <a:off x="493712" y="500062"/>
            <a:ext cx="8078787" cy="1657350"/>
          </a:xfrm>
          <a:prstGeom prst="rect">
            <a:avLst/>
          </a:prstGeom>
          <a:noFill/>
        </p:spPr>
        <p:txBody>
          <a:bodyPr lIns="91440" tIns="45720" rIns="91440" bIns="45720" anchor="ctr" anchorCtr="0"/>
          <a:lstStyle/>
          <a:p>
            <a:pPr marL="0" lvl="0" indent="0">
              <a:spcBef>
                <a:spcPts val="0"/>
              </a:spcBef>
              <a:buNone/>
              <a:defRPr/>
            </a:pPr>
            <a:r>
              <a:rPr/>
              <a:t>Click to edit Master title style</a:t>
            </a:r>
            <a:endParaRPr/>
          </a:p>
        </p:txBody>
      </p:sp>
      <p:sp>
        <p:nvSpPr>
          <p:cNvPr id="1294080479" name="Text Placeholder 2"/>
          <p:cNvSpPr>
            <a:spLocks noChangeShapeType="1" noGrp="1"/>
          </p:cNvSpPr>
          <p:nvPr>
            <p:ph type="body" idx="1"/>
          </p:nvPr>
        </p:nvSpPr>
        <p:spPr bwMode="auto">
          <a:xfrm>
            <a:off x="506412" y="1993900"/>
            <a:ext cx="8066087" cy="3765550"/>
          </a:xfrm>
          <a:prstGeom prst="rect">
            <a:avLst/>
          </a:prstGeom>
          <a:noFill/>
        </p:spPr>
        <p:txBody>
          <a:bodyPr lIns="91440" tIns="45720" rIns="91440" bIns="45720"/>
          <a:lstStyle/>
          <a:p>
            <a:pPr marL="90487" lvl="0" indent="-90487">
              <a:spcBef>
                <a:spcPts val="1300"/>
              </a:spcBef>
              <a:buFont typeface="Arial"/>
              <a:buChar char=" "/>
              <a:defRPr/>
            </a:pPr>
            <a:r>
              <a:rPr lang="en-US"/>
              <a:t>Edit Master text styles</a:t>
            </a:r>
            <a:endParaRPr/>
          </a:p>
          <a:p>
            <a:pPr marL="273050" lvl="1" indent="-342900">
              <a:spcBef>
                <a:spcPts val="600"/>
              </a:spcBef>
              <a:buFont typeface="Arial"/>
              <a:buChar char=" "/>
              <a:defRPr/>
            </a:pPr>
            <a:r>
              <a:rPr lang="en-US"/>
              <a:t>Second level</a:t>
            </a:r>
            <a:endParaRPr/>
          </a:p>
          <a:p>
            <a:pPr marL="547687" lvl="2" indent="-547687">
              <a:spcBef>
                <a:spcPts val="600"/>
              </a:spcBef>
              <a:buFont typeface="Arial"/>
              <a:buChar char=" "/>
              <a:defRPr/>
            </a:pPr>
            <a:r>
              <a:rPr lang="en-US"/>
              <a:t>Third level</a:t>
            </a:r>
            <a:endParaRPr/>
          </a:p>
          <a:p>
            <a:pPr marL="822325" lvl="3" indent="-822325">
              <a:spcBef>
                <a:spcPts val="600"/>
              </a:spcBef>
              <a:buFont typeface="Arial"/>
              <a:buChar char=" "/>
              <a:defRPr/>
            </a:pPr>
            <a:r>
              <a:rPr lang="en-US"/>
              <a:t>Fourth level</a:t>
            </a:r>
            <a:endParaRPr/>
          </a:p>
          <a:p>
            <a:pPr marL="1096962" lvl="4" indent="-1096962">
              <a:spcBef>
                <a:spcPts val="600"/>
              </a:spcBef>
              <a:buFont typeface="Arial"/>
              <a:buChar char=" "/>
              <a:defRPr/>
            </a:pPr>
            <a:r>
              <a:rPr lang="en-US"/>
              <a:t>Fifth level</a:t>
            </a:r>
            <a:endParaRPr/>
          </a:p>
        </p:txBody>
      </p:sp>
      <p:sp>
        <p:nvSpPr>
          <p:cNvPr id="1265014619" name="Date Placeholder 6"/>
          <p:cNvSpPr>
            <a:spLocks noChangeShapeType="1" noGrp="1"/>
          </p:cNvSpPr>
          <p:nvPr>
            <p:ph type="dt" idx="2"/>
          </p:nvPr>
        </p:nvSpPr>
        <p:spPr bwMode="auto">
          <a:xfrm>
            <a:off x="514350" y="6411912"/>
            <a:ext cx="3086100" cy="228600"/>
          </a:xfrm>
          <a:prstGeom prst="rect">
            <a:avLst/>
          </a:prstGeom>
          <a:noFill/>
        </p:spPr>
        <p:txBody>
          <a:bodyPr lIns="91440" tIns="45720" rIns="91440" bIns="45720" anchor="ctr" anchorCtr="0"/>
          <a:lstStyle/>
          <a:p>
            <a:pPr marL="0" lvl="0" indent="0">
              <a:spcBef>
                <a:spcPts val="0"/>
              </a:spcBef>
              <a:buNone/>
              <a:defRPr/>
            </a:pPr>
            <a:r>
              <a:rPr sz="900">
                <a:solidFill>
                  <a:srgbClr val="000000"/>
                </a:solidFill>
              </a:rPr>
              <a:t>*</a:t>
            </a:r>
            <a:endParaRPr/>
          </a:p>
        </p:txBody>
      </p:sp>
      <p:sp>
        <p:nvSpPr>
          <p:cNvPr id="1681963031" name="Footer Placeholder 7"/>
          <p:cNvSpPr>
            <a:spLocks noChangeShapeType="1" noGrp="1"/>
          </p:cNvSpPr>
          <p:nvPr>
            <p:ph type="ftr" idx="3"/>
          </p:nvPr>
        </p:nvSpPr>
        <p:spPr bwMode="auto">
          <a:xfrm>
            <a:off x="514350" y="6554787"/>
            <a:ext cx="3771900" cy="228600"/>
          </a:xfrm>
          <a:prstGeom prst="rect">
            <a:avLst/>
          </a:prstGeom>
          <a:noFill/>
        </p:spPr>
        <p:txBody>
          <a:bodyPr lIns="91440" tIns="45720" rIns="91440" bIns="45720" anchor="ctr" anchorCtr="0"/>
          <a:lstStyle/>
          <a:p>
            <a:pPr marL="0" lvl="0" indent="0">
              <a:spcBef>
                <a:spcPts val="0"/>
              </a:spcBef>
              <a:buNone/>
              <a:defRPr/>
            </a:pPr>
            <a:r>
              <a:rPr sz="900">
                <a:solidFill>
                  <a:srgbClr val="000000"/>
                </a:solidFill>
              </a:rPr>
              <a:t>ETHICS IN INFORMATION TECHNOLOGY, FOURTH EDITION</a:t>
            </a:r>
            <a:endParaRPr/>
          </a:p>
        </p:txBody>
      </p:sp>
      <p:sp>
        <p:nvSpPr>
          <p:cNvPr id="1245001309" name="Slide Number Placeholder 8"/>
          <p:cNvSpPr>
            <a:spLocks noChangeShapeType="1" noGrp="1"/>
          </p:cNvSpPr>
          <p:nvPr>
            <p:ph type="sldNum" idx="4"/>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9000">
                <a:solidFill>
                  <a:srgbClr val="50B4C8"/>
                </a:solidFill>
              </a:r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6_Metropolitan">
    <p:bg>
      <p:bgPr shadeToTitle="0">
        <a:solidFill>
          <a:schemeClr val="lt1"/>
        </a:solidFill>
      </p:bgPr>
    </p:bg>
    <p:spTree>
      <p:nvGrpSpPr>
        <p:cNvPr id="1" name=""/>
        <p:cNvGrpSpPr/>
        <p:nvPr/>
      </p:nvGrpSpPr>
      <p:grpSpPr bwMode="auto">
        <a:xfrm>
          <a:off x="0" y="0"/>
          <a:ext cx="0" cy="0"/>
          <a:chOff x="0" y="0"/>
          <a:chExt cx="0" cy="0"/>
        </a:xfrm>
      </p:grpSpPr>
      <p:sp>
        <p:nvSpPr>
          <p:cNvPr id="28066627" name="Title Placeholder 1"/>
          <p:cNvSpPr>
            <a:spLocks noChangeShapeType="1" noGrp="1"/>
          </p:cNvSpPr>
          <p:nvPr>
            <p:ph type="title" idx="0"/>
          </p:nvPr>
        </p:nvSpPr>
        <p:spPr bwMode="auto">
          <a:xfrm>
            <a:off x="493712" y="500062"/>
            <a:ext cx="8078787" cy="1657350"/>
          </a:xfrm>
          <a:prstGeom prst="rect">
            <a:avLst/>
          </a:prstGeom>
          <a:noFill/>
        </p:spPr>
        <p:txBody>
          <a:bodyPr lIns="91440" tIns="45720" rIns="91440" bIns="45720" anchor="ctr" anchorCtr="0"/>
          <a:lstStyle/>
          <a:p>
            <a:pPr marL="0" lvl="0" indent="0">
              <a:spcBef>
                <a:spcPts val="0"/>
              </a:spcBef>
              <a:buNone/>
              <a:defRPr/>
            </a:pPr>
            <a:r>
              <a:rPr/>
              <a:t>Click to edit Master title style</a:t>
            </a:r>
            <a:endParaRPr/>
          </a:p>
        </p:txBody>
      </p:sp>
      <p:sp>
        <p:nvSpPr>
          <p:cNvPr id="1822573394" name="Text Placeholder 2"/>
          <p:cNvSpPr>
            <a:spLocks noChangeShapeType="1" noGrp="1"/>
          </p:cNvSpPr>
          <p:nvPr>
            <p:ph type="body" idx="1"/>
          </p:nvPr>
        </p:nvSpPr>
        <p:spPr bwMode="auto">
          <a:xfrm>
            <a:off x="506412" y="1993900"/>
            <a:ext cx="8066087" cy="3765550"/>
          </a:xfrm>
          <a:prstGeom prst="rect">
            <a:avLst/>
          </a:prstGeom>
          <a:noFill/>
        </p:spPr>
        <p:txBody>
          <a:bodyPr lIns="91440" tIns="45720" rIns="91440" bIns="45720"/>
          <a:lstStyle/>
          <a:p>
            <a:pPr marL="90487" lvl="0" indent="-90487">
              <a:spcBef>
                <a:spcPts val="1300"/>
              </a:spcBef>
              <a:buFont typeface="Arial"/>
              <a:buChar char=" "/>
              <a:defRPr/>
            </a:pPr>
            <a:r>
              <a:rPr lang="en-US"/>
              <a:t>Edit Master text styles</a:t>
            </a:r>
            <a:endParaRPr/>
          </a:p>
          <a:p>
            <a:pPr marL="273050" lvl="1" indent="-342900">
              <a:spcBef>
                <a:spcPts val="600"/>
              </a:spcBef>
              <a:buFont typeface="Arial"/>
              <a:buChar char=" "/>
              <a:defRPr/>
            </a:pPr>
            <a:r>
              <a:rPr lang="en-US"/>
              <a:t>Second level</a:t>
            </a:r>
            <a:endParaRPr/>
          </a:p>
          <a:p>
            <a:pPr marL="547687" lvl="2" indent="-547687">
              <a:spcBef>
                <a:spcPts val="600"/>
              </a:spcBef>
              <a:buFont typeface="Arial"/>
              <a:buChar char=" "/>
              <a:defRPr/>
            </a:pPr>
            <a:r>
              <a:rPr lang="en-US"/>
              <a:t>Third level</a:t>
            </a:r>
            <a:endParaRPr/>
          </a:p>
          <a:p>
            <a:pPr marL="822325" lvl="3" indent="-822325">
              <a:spcBef>
                <a:spcPts val="600"/>
              </a:spcBef>
              <a:buFont typeface="Arial"/>
              <a:buChar char=" "/>
              <a:defRPr/>
            </a:pPr>
            <a:r>
              <a:rPr lang="en-US"/>
              <a:t>Fourth level</a:t>
            </a:r>
            <a:endParaRPr/>
          </a:p>
          <a:p>
            <a:pPr marL="1096962" lvl="4" indent="-1096962">
              <a:spcBef>
                <a:spcPts val="600"/>
              </a:spcBef>
              <a:buFont typeface="Arial"/>
              <a:buChar char=" "/>
              <a:defRPr/>
            </a:pPr>
            <a:r>
              <a:rPr lang="en-US"/>
              <a:t>Fifth level</a:t>
            </a:r>
            <a:endParaRPr/>
          </a:p>
        </p:txBody>
      </p:sp>
      <p:sp>
        <p:nvSpPr>
          <p:cNvPr id="34449247" name="Date Placeholder 2"/>
          <p:cNvSpPr>
            <a:spLocks noChangeShapeType="1" noGrp="1"/>
          </p:cNvSpPr>
          <p:nvPr>
            <p:ph type="dt" idx="2"/>
          </p:nvPr>
        </p:nvSpPr>
        <p:spPr bwMode="auto">
          <a:xfrm>
            <a:off x="514350" y="6411912"/>
            <a:ext cx="3086100" cy="228600"/>
          </a:xfrm>
          <a:prstGeom prst="rect">
            <a:avLst/>
          </a:prstGeom>
          <a:noFill/>
        </p:spPr>
        <p:txBody>
          <a:bodyPr lIns="91440" tIns="45720" rIns="91440" bIns="45720" anchor="ctr" anchorCtr="0"/>
          <a:lstStyle/>
          <a:p>
            <a:pPr marL="0" lvl="0" indent="0">
              <a:spcBef>
                <a:spcPts val="0"/>
              </a:spcBef>
              <a:buNone/>
              <a:defRPr/>
            </a:pPr>
            <a:r>
              <a:rPr sz="900">
                <a:solidFill>
                  <a:srgbClr val="000000"/>
                </a:solidFill>
              </a:rPr>
              <a:t>*</a:t>
            </a:r>
            <a:endParaRPr/>
          </a:p>
        </p:txBody>
      </p:sp>
      <p:sp>
        <p:nvSpPr>
          <p:cNvPr id="715279318" name="Footer Placeholder 3"/>
          <p:cNvSpPr>
            <a:spLocks noChangeShapeType="1" noGrp="1"/>
          </p:cNvSpPr>
          <p:nvPr>
            <p:ph type="ftr" idx="3"/>
          </p:nvPr>
        </p:nvSpPr>
        <p:spPr bwMode="auto">
          <a:xfrm>
            <a:off x="514350" y="6554787"/>
            <a:ext cx="3771900" cy="228600"/>
          </a:xfrm>
          <a:prstGeom prst="rect">
            <a:avLst/>
          </a:prstGeom>
          <a:noFill/>
        </p:spPr>
        <p:txBody>
          <a:bodyPr lIns="91440" tIns="45720" rIns="91440" bIns="45720" anchor="ctr" anchorCtr="0"/>
          <a:lstStyle/>
          <a:p>
            <a:pPr marL="0" lvl="0" indent="0">
              <a:spcBef>
                <a:spcPts val="0"/>
              </a:spcBef>
              <a:buNone/>
              <a:defRPr/>
            </a:pPr>
            <a:r>
              <a:rPr sz="900">
                <a:solidFill>
                  <a:srgbClr val="000000"/>
                </a:solidFill>
              </a:rPr>
              <a:t>ETHICS IN INFORMATION TECHNOLOGY, FOURTH EDITION</a:t>
            </a:r>
            <a:endParaRPr/>
          </a:p>
        </p:txBody>
      </p:sp>
      <p:sp>
        <p:nvSpPr>
          <p:cNvPr id="800543860" name="Slide Number Placeholder 4"/>
          <p:cNvSpPr>
            <a:spLocks noChangeShapeType="1" noGrp="1"/>
          </p:cNvSpPr>
          <p:nvPr>
            <p:ph type="sldNum" idx="4"/>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9000">
                <a:solidFill>
                  <a:srgbClr val="50B4C8"/>
                </a:solidFill>
              </a:r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7_Metropolitan">
    <p:bg>
      <p:bgPr shadeToTitle="0">
        <a:solidFill>
          <a:schemeClr val="lt1"/>
        </a:solidFill>
      </p:bgPr>
    </p:bg>
    <p:spTree>
      <p:nvGrpSpPr>
        <p:cNvPr id="1" name=""/>
        <p:cNvGrpSpPr/>
        <p:nvPr/>
      </p:nvGrpSpPr>
      <p:grpSpPr bwMode="auto">
        <a:xfrm>
          <a:off x="0" y="0"/>
          <a:ext cx="0" cy="0"/>
          <a:chOff x="0" y="0"/>
          <a:chExt cx="0" cy="0"/>
        </a:xfrm>
      </p:grpSpPr>
      <p:sp>
        <p:nvSpPr>
          <p:cNvPr id="1826633041" name="Title Placeholder 1"/>
          <p:cNvSpPr>
            <a:spLocks noChangeShapeType="1" noGrp="1"/>
          </p:cNvSpPr>
          <p:nvPr>
            <p:ph type="title" idx="0"/>
          </p:nvPr>
        </p:nvSpPr>
        <p:spPr bwMode="auto">
          <a:xfrm>
            <a:off x="493712" y="500062"/>
            <a:ext cx="8078787" cy="1657350"/>
          </a:xfrm>
          <a:prstGeom prst="rect">
            <a:avLst/>
          </a:prstGeom>
          <a:noFill/>
        </p:spPr>
        <p:txBody>
          <a:bodyPr lIns="91440" tIns="45720" rIns="91440" bIns="45720" anchor="ctr" anchorCtr="0"/>
          <a:lstStyle/>
          <a:p>
            <a:pPr marL="0" lvl="0" indent="0">
              <a:spcBef>
                <a:spcPts val="0"/>
              </a:spcBef>
              <a:buNone/>
              <a:defRPr/>
            </a:pPr>
            <a:r>
              <a:rPr/>
              <a:t>Click to edit Master title style</a:t>
            </a:r>
            <a:endParaRPr/>
          </a:p>
        </p:txBody>
      </p:sp>
      <p:sp>
        <p:nvSpPr>
          <p:cNvPr id="421227544" name="Text Placeholder 2"/>
          <p:cNvSpPr>
            <a:spLocks noChangeShapeType="1" noGrp="1"/>
          </p:cNvSpPr>
          <p:nvPr>
            <p:ph type="body" idx="1"/>
          </p:nvPr>
        </p:nvSpPr>
        <p:spPr bwMode="auto">
          <a:xfrm>
            <a:off x="506412" y="1993900"/>
            <a:ext cx="8066087" cy="3765550"/>
          </a:xfrm>
          <a:prstGeom prst="rect">
            <a:avLst/>
          </a:prstGeom>
          <a:noFill/>
        </p:spPr>
        <p:txBody>
          <a:bodyPr lIns="91440" tIns="45720" rIns="91440" bIns="45720"/>
          <a:lstStyle/>
          <a:p>
            <a:pPr marL="90487" lvl="0" indent="-90487">
              <a:spcBef>
                <a:spcPts val="1300"/>
              </a:spcBef>
              <a:buFont typeface="Arial"/>
              <a:buChar char=" "/>
              <a:defRPr/>
            </a:pPr>
            <a:r>
              <a:rPr lang="en-US"/>
              <a:t>Edit Master text styles</a:t>
            </a:r>
            <a:endParaRPr/>
          </a:p>
          <a:p>
            <a:pPr marL="273050" lvl="1" indent="-342900">
              <a:spcBef>
                <a:spcPts val="600"/>
              </a:spcBef>
              <a:buFont typeface="Arial"/>
              <a:buChar char=" "/>
              <a:defRPr/>
            </a:pPr>
            <a:r>
              <a:rPr lang="en-US"/>
              <a:t>Second level</a:t>
            </a:r>
            <a:endParaRPr/>
          </a:p>
          <a:p>
            <a:pPr marL="547687" lvl="2" indent="-547687">
              <a:spcBef>
                <a:spcPts val="600"/>
              </a:spcBef>
              <a:buFont typeface="Arial"/>
              <a:buChar char=" "/>
              <a:defRPr/>
            </a:pPr>
            <a:r>
              <a:rPr lang="en-US"/>
              <a:t>Third level</a:t>
            </a:r>
            <a:endParaRPr/>
          </a:p>
          <a:p>
            <a:pPr marL="822325" lvl="3" indent="-822325">
              <a:spcBef>
                <a:spcPts val="600"/>
              </a:spcBef>
              <a:buFont typeface="Arial"/>
              <a:buChar char=" "/>
              <a:defRPr/>
            </a:pPr>
            <a:r>
              <a:rPr lang="en-US"/>
              <a:t>Fourth level</a:t>
            </a:r>
            <a:endParaRPr/>
          </a:p>
          <a:p>
            <a:pPr marL="1096962" lvl="4" indent="-1096962">
              <a:spcBef>
                <a:spcPts val="600"/>
              </a:spcBef>
              <a:buFont typeface="Arial"/>
              <a:buChar char=" "/>
              <a:defRPr/>
            </a:pPr>
            <a:r>
              <a:rPr lang="en-US"/>
              <a:t>Fifth level</a:t>
            </a:r>
            <a:endParaRPr/>
          </a:p>
        </p:txBody>
      </p:sp>
      <p:sp>
        <p:nvSpPr>
          <p:cNvPr id="105146351" name="Date Placeholder 1"/>
          <p:cNvSpPr>
            <a:spLocks noChangeShapeType="1" noGrp="1"/>
          </p:cNvSpPr>
          <p:nvPr>
            <p:ph type="dt" idx="2"/>
          </p:nvPr>
        </p:nvSpPr>
        <p:spPr bwMode="auto">
          <a:xfrm>
            <a:off x="514350" y="6411912"/>
            <a:ext cx="3086100" cy="228600"/>
          </a:xfrm>
          <a:prstGeom prst="rect">
            <a:avLst/>
          </a:prstGeom>
          <a:noFill/>
        </p:spPr>
        <p:txBody>
          <a:bodyPr lIns="91440" tIns="45720" rIns="91440" bIns="45720" anchor="ctr" anchorCtr="0"/>
          <a:lstStyle/>
          <a:p>
            <a:pPr marL="0" lvl="0" indent="0">
              <a:spcBef>
                <a:spcPts val="0"/>
              </a:spcBef>
              <a:buNone/>
              <a:defRPr/>
            </a:pPr>
            <a:r>
              <a:rPr sz="900">
                <a:solidFill>
                  <a:srgbClr val="000000"/>
                </a:solidFill>
              </a:rPr>
              <a:t>*</a:t>
            </a:r>
            <a:endParaRPr/>
          </a:p>
        </p:txBody>
      </p:sp>
      <p:sp>
        <p:nvSpPr>
          <p:cNvPr id="889930673" name="Footer Placeholder 2"/>
          <p:cNvSpPr>
            <a:spLocks noChangeShapeType="1" noGrp="1"/>
          </p:cNvSpPr>
          <p:nvPr>
            <p:ph type="ftr" idx="3"/>
          </p:nvPr>
        </p:nvSpPr>
        <p:spPr bwMode="auto">
          <a:xfrm>
            <a:off x="514350" y="6554787"/>
            <a:ext cx="3771900" cy="228600"/>
          </a:xfrm>
          <a:prstGeom prst="rect">
            <a:avLst/>
          </a:prstGeom>
          <a:noFill/>
        </p:spPr>
        <p:txBody>
          <a:bodyPr lIns="91440" tIns="45720" rIns="91440" bIns="45720" anchor="ctr" anchorCtr="0"/>
          <a:lstStyle/>
          <a:p>
            <a:pPr marL="0" lvl="0" indent="0">
              <a:spcBef>
                <a:spcPts val="0"/>
              </a:spcBef>
              <a:buNone/>
              <a:defRPr/>
            </a:pPr>
            <a:r>
              <a:rPr sz="900">
                <a:solidFill>
                  <a:srgbClr val="000000"/>
                </a:solidFill>
              </a:rPr>
              <a:t>ETHICS IN INFORMATION TECHNOLOGY, FOURTH EDITION</a:t>
            </a:r>
            <a:endParaRPr/>
          </a:p>
        </p:txBody>
      </p:sp>
      <p:sp>
        <p:nvSpPr>
          <p:cNvPr id="1892851363" name="Slide Number Placeholder 3"/>
          <p:cNvSpPr>
            <a:spLocks noChangeShapeType="1" noGrp="1"/>
          </p:cNvSpPr>
          <p:nvPr>
            <p:ph type="sldNum" idx="4"/>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9000">
                <a:solidFill>
                  <a:srgbClr val="50B4C8"/>
                </a:solidFill>
              </a:r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8_Metropolitan">
    <p:bg>
      <p:bgPr shadeToTitle="0">
        <a:solidFill>
          <a:schemeClr val="lt1"/>
        </a:solidFill>
      </p:bgPr>
    </p:bg>
    <p:spTree>
      <p:nvGrpSpPr>
        <p:cNvPr id="1" name=""/>
        <p:cNvGrpSpPr/>
        <p:nvPr/>
      </p:nvGrpSpPr>
      <p:grpSpPr bwMode="auto">
        <a:xfrm>
          <a:off x="0" y="0"/>
          <a:ext cx="0" cy="0"/>
          <a:chOff x="0" y="0"/>
          <a:chExt cx="0" cy="0"/>
        </a:xfrm>
      </p:grpSpPr>
      <p:sp>
        <p:nvSpPr>
          <p:cNvPr id="837954392" name="Rectangle 6"/>
          <p:cNvSpPr>
            <a:spLocks noChangeShapeType="1" noGrp="1"/>
          </p:cNvSpPr>
          <p:nvPr/>
        </p:nvSpPr>
        <p:spPr bwMode="auto">
          <a:xfrm>
            <a:off x="5715000" y="0"/>
            <a:ext cx="3429000" cy="6858000"/>
          </a:xfrm>
          <a:prstGeom prst="rect">
            <a:avLst/>
          </a:prstGeom>
          <a:solidFill>
            <a:schemeClr val="accent1"/>
          </a:solidFill>
        </p:spPr>
        <p:txBody>
          <a:bodyPr lIns="91440" tIns="45720" rIns="91440" bIns="45720"/>
          <a:lstStyle/>
          <a:p>
            <a:pPr>
              <a:defRPr/>
            </a:pPr>
            <a:endParaRPr sz="1400"/>
          </a:p>
        </p:txBody>
      </p:sp>
      <p:sp>
        <p:nvSpPr>
          <p:cNvPr id="1195666243" name="Title Placeholder 1"/>
          <p:cNvSpPr>
            <a:spLocks noChangeShapeType="1" noGrp="1"/>
          </p:cNvSpPr>
          <p:nvPr>
            <p:ph type="title" idx="0"/>
          </p:nvPr>
        </p:nvSpPr>
        <p:spPr bwMode="auto">
          <a:xfrm>
            <a:off x="493712" y="500062"/>
            <a:ext cx="8078787" cy="1657350"/>
          </a:xfrm>
          <a:prstGeom prst="rect">
            <a:avLst/>
          </a:prstGeom>
          <a:noFill/>
        </p:spPr>
        <p:txBody>
          <a:bodyPr lIns="91440" tIns="45720" rIns="91440" bIns="45720" anchor="ctr" anchorCtr="0"/>
          <a:lstStyle/>
          <a:p>
            <a:pPr marL="0" lvl="0" indent="0">
              <a:spcBef>
                <a:spcPts val="0"/>
              </a:spcBef>
              <a:buNone/>
              <a:defRPr/>
            </a:pPr>
            <a:r>
              <a:rPr/>
              <a:t>Click to edit Master title style</a:t>
            </a:r>
            <a:endParaRPr/>
          </a:p>
        </p:txBody>
      </p:sp>
      <p:sp>
        <p:nvSpPr>
          <p:cNvPr id="894679033" name="Text Placeholder 2"/>
          <p:cNvSpPr>
            <a:spLocks noChangeShapeType="1" noGrp="1"/>
          </p:cNvSpPr>
          <p:nvPr>
            <p:ph type="body" idx="1"/>
          </p:nvPr>
        </p:nvSpPr>
        <p:spPr bwMode="auto">
          <a:xfrm>
            <a:off x="506412" y="1993900"/>
            <a:ext cx="8066087" cy="3765550"/>
          </a:xfrm>
          <a:prstGeom prst="rect">
            <a:avLst/>
          </a:prstGeom>
          <a:noFill/>
        </p:spPr>
        <p:txBody>
          <a:bodyPr lIns="91440" tIns="45720" rIns="91440" bIns="45720"/>
          <a:lstStyle/>
          <a:p>
            <a:pPr marL="90487" lvl="0" indent="-90487">
              <a:spcBef>
                <a:spcPts val="1300"/>
              </a:spcBef>
              <a:buFont typeface="Arial"/>
              <a:buChar char=" "/>
              <a:defRPr/>
            </a:pPr>
            <a:r>
              <a:rPr lang="en-US"/>
              <a:t>Edit Master text styles</a:t>
            </a:r>
            <a:endParaRPr/>
          </a:p>
          <a:p>
            <a:pPr marL="273050" lvl="1" indent="-342900">
              <a:spcBef>
                <a:spcPts val="600"/>
              </a:spcBef>
              <a:buFont typeface="Arial"/>
              <a:buChar char=" "/>
              <a:defRPr/>
            </a:pPr>
            <a:r>
              <a:rPr lang="en-US"/>
              <a:t>Second level</a:t>
            </a:r>
            <a:endParaRPr/>
          </a:p>
          <a:p>
            <a:pPr marL="547687" lvl="2" indent="-547687">
              <a:spcBef>
                <a:spcPts val="600"/>
              </a:spcBef>
              <a:buFont typeface="Arial"/>
              <a:buChar char=" "/>
              <a:defRPr/>
            </a:pPr>
            <a:r>
              <a:rPr lang="en-US"/>
              <a:t>Third level</a:t>
            </a:r>
            <a:endParaRPr/>
          </a:p>
          <a:p>
            <a:pPr marL="822325" lvl="3" indent="-822325">
              <a:spcBef>
                <a:spcPts val="600"/>
              </a:spcBef>
              <a:buFont typeface="Arial"/>
              <a:buChar char=" "/>
              <a:defRPr/>
            </a:pPr>
            <a:r>
              <a:rPr lang="en-US"/>
              <a:t>Fourth level</a:t>
            </a:r>
            <a:endParaRPr/>
          </a:p>
          <a:p>
            <a:pPr marL="1096962" lvl="4" indent="-1096962">
              <a:spcBef>
                <a:spcPts val="600"/>
              </a:spcBef>
              <a:buFont typeface="Arial"/>
              <a:buChar char=" "/>
              <a:defRPr/>
            </a:pPr>
            <a:r>
              <a:rPr lang="en-US"/>
              <a:t>Fifth level</a:t>
            </a:r>
            <a:endParaRPr/>
          </a:p>
        </p:txBody>
      </p:sp>
      <p:sp>
        <p:nvSpPr>
          <p:cNvPr id="1908110451" name="Date Placeholder 4"/>
          <p:cNvSpPr>
            <a:spLocks noChangeShapeType="1" noGrp="1"/>
          </p:cNvSpPr>
          <p:nvPr>
            <p:ph type="dt" idx="2"/>
          </p:nvPr>
        </p:nvSpPr>
        <p:spPr bwMode="auto">
          <a:xfrm>
            <a:off x="514350" y="6411912"/>
            <a:ext cx="3086100" cy="228600"/>
          </a:xfrm>
          <a:prstGeom prst="rect">
            <a:avLst/>
          </a:prstGeom>
          <a:noFill/>
        </p:spPr>
        <p:txBody>
          <a:bodyPr lIns="91440" tIns="45720" rIns="91440" bIns="45720" anchor="ctr" anchorCtr="0"/>
          <a:lstStyle/>
          <a:p>
            <a:pPr marL="0" lvl="0" indent="0">
              <a:spcBef>
                <a:spcPts val="0"/>
              </a:spcBef>
              <a:buNone/>
              <a:defRPr/>
            </a:pPr>
            <a:r>
              <a:rPr sz="900">
                <a:solidFill>
                  <a:srgbClr val="000000"/>
                </a:solidFill>
              </a:rPr>
              <a:t>*</a:t>
            </a:r>
            <a:endParaRPr/>
          </a:p>
        </p:txBody>
      </p:sp>
      <p:sp>
        <p:nvSpPr>
          <p:cNvPr id="1299571779" name="Footer Placeholder 5"/>
          <p:cNvSpPr>
            <a:spLocks noChangeShapeType="1" noGrp="1"/>
          </p:cNvSpPr>
          <p:nvPr>
            <p:ph type="ftr" idx="3"/>
          </p:nvPr>
        </p:nvSpPr>
        <p:spPr bwMode="auto">
          <a:xfrm>
            <a:off x="514350" y="6554787"/>
            <a:ext cx="3771900" cy="228600"/>
          </a:xfrm>
          <a:prstGeom prst="rect">
            <a:avLst/>
          </a:prstGeom>
          <a:noFill/>
        </p:spPr>
        <p:txBody>
          <a:bodyPr lIns="91440" tIns="45720" rIns="91440" bIns="45720" anchor="ctr" anchorCtr="0"/>
          <a:lstStyle/>
          <a:p>
            <a:pPr marL="0" lvl="0" indent="0">
              <a:spcBef>
                <a:spcPts val="0"/>
              </a:spcBef>
              <a:buNone/>
              <a:defRPr/>
            </a:pPr>
            <a:r>
              <a:rPr sz="900">
                <a:solidFill>
                  <a:srgbClr val="000000"/>
                </a:solidFill>
              </a:rPr>
              <a:t>ETHICS IN INFORMATION TECHNOLOGY, FOURTH EDITION</a:t>
            </a:r>
            <a:endParaRPr/>
          </a:p>
        </p:txBody>
      </p:sp>
      <p:sp>
        <p:nvSpPr>
          <p:cNvPr id="1850900368" name="Slide Number Placeholder 6"/>
          <p:cNvSpPr>
            <a:spLocks noChangeShapeType="1" noGrp="1"/>
          </p:cNvSpPr>
          <p:nvPr>
            <p:ph type="sldNum" idx="4"/>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9000">
                <a:solidFill>
                  <a:srgbClr val="FFFFFF"/>
                </a:solidFill>
              </a:r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9_Metropolitan">
    <p:bg>
      <p:bgPr shadeToTitle="0">
        <a:solidFill>
          <a:schemeClr val="accent1"/>
        </a:solidFill>
      </p:bgPr>
    </p:bg>
    <p:spTree>
      <p:nvGrpSpPr>
        <p:cNvPr id="1" name=""/>
        <p:cNvGrpSpPr/>
        <p:nvPr/>
      </p:nvGrpSpPr>
      <p:grpSpPr bwMode="auto">
        <a:xfrm>
          <a:off x="0" y="0"/>
          <a:ext cx="0" cy="0"/>
          <a:chOff x="0" y="0"/>
          <a:chExt cx="0" cy="0"/>
        </a:xfrm>
      </p:grpSpPr>
      <p:sp>
        <p:nvSpPr>
          <p:cNvPr id="1042011507" name="Title Placeholder 1"/>
          <p:cNvSpPr>
            <a:spLocks noChangeShapeType="1" noGrp="1"/>
          </p:cNvSpPr>
          <p:nvPr>
            <p:ph type="title" idx="0"/>
          </p:nvPr>
        </p:nvSpPr>
        <p:spPr bwMode="auto">
          <a:xfrm>
            <a:off x="493712" y="500062"/>
            <a:ext cx="8078787" cy="1657350"/>
          </a:xfrm>
          <a:prstGeom prst="rect">
            <a:avLst/>
          </a:prstGeom>
          <a:noFill/>
        </p:spPr>
        <p:txBody>
          <a:bodyPr lIns="91440" tIns="45720" rIns="91440" bIns="45720" anchor="ctr" anchorCtr="0"/>
          <a:lstStyle/>
          <a:p>
            <a:pPr marL="0" lvl="0" indent="0">
              <a:spcBef>
                <a:spcPts val="0"/>
              </a:spcBef>
              <a:buNone/>
              <a:defRPr/>
            </a:pPr>
            <a:r>
              <a:rPr/>
              <a:t>Click to edit Master title style</a:t>
            </a:r>
            <a:endParaRPr/>
          </a:p>
        </p:txBody>
      </p:sp>
      <p:sp>
        <p:nvSpPr>
          <p:cNvPr id="1710838173" name="Text Placeholder 2"/>
          <p:cNvSpPr>
            <a:spLocks noChangeShapeType="1" noGrp="1"/>
          </p:cNvSpPr>
          <p:nvPr>
            <p:ph type="body" idx="1"/>
          </p:nvPr>
        </p:nvSpPr>
        <p:spPr bwMode="auto">
          <a:xfrm>
            <a:off x="506412" y="1993900"/>
            <a:ext cx="8066087" cy="3765550"/>
          </a:xfrm>
          <a:prstGeom prst="rect">
            <a:avLst/>
          </a:prstGeom>
          <a:noFill/>
        </p:spPr>
        <p:txBody>
          <a:bodyPr lIns="91440" tIns="45720" rIns="91440" bIns="45720"/>
          <a:lstStyle/>
          <a:p>
            <a:pPr marL="90487" lvl="0" indent="-90487">
              <a:spcBef>
                <a:spcPts val="1300"/>
              </a:spcBef>
              <a:buFont typeface="Arial"/>
              <a:buChar char=" "/>
              <a:defRPr/>
            </a:pPr>
            <a:r>
              <a:rPr lang="en-US"/>
              <a:t>Edit Master text styles</a:t>
            </a:r>
            <a:endParaRPr/>
          </a:p>
          <a:p>
            <a:pPr marL="273050" lvl="1" indent="-342900">
              <a:spcBef>
                <a:spcPts val="600"/>
              </a:spcBef>
              <a:buFont typeface="Arial"/>
              <a:buChar char=" "/>
              <a:defRPr/>
            </a:pPr>
            <a:r>
              <a:rPr lang="en-US"/>
              <a:t>Second level</a:t>
            </a:r>
            <a:endParaRPr/>
          </a:p>
          <a:p>
            <a:pPr marL="547687" lvl="2" indent="-547687">
              <a:spcBef>
                <a:spcPts val="600"/>
              </a:spcBef>
              <a:buFont typeface="Arial"/>
              <a:buChar char=" "/>
              <a:defRPr/>
            </a:pPr>
            <a:r>
              <a:rPr lang="en-US"/>
              <a:t>Third level</a:t>
            </a:r>
            <a:endParaRPr/>
          </a:p>
          <a:p>
            <a:pPr marL="822325" lvl="3" indent="-822325">
              <a:spcBef>
                <a:spcPts val="600"/>
              </a:spcBef>
              <a:buFont typeface="Arial"/>
              <a:buChar char=" "/>
              <a:defRPr/>
            </a:pPr>
            <a:r>
              <a:rPr lang="en-US"/>
              <a:t>Fourth level</a:t>
            </a:r>
            <a:endParaRPr/>
          </a:p>
          <a:p>
            <a:pPr marL="1096962" lvl="4" indent="-1096962">
              <a:spcBef>
                <a:spcPts val="600"/>
              </a:spcBef>
              <a:buFont typeface="Arial"/>
              <a:buChar char=" "/>
              <a:defRPr/>
            </a:pPr>
            <a:r>
              <a:rPr lang="en-US"/>
              <a:t>Fifth level</a:t>
            </a:r>
            <a:endParaRPr/>
          </a:p>
        </p:txBody>
      </p:sp>
      <p:sp>
        <p:nvSpPr>
          <p:cNvPr id="2135716905" name="Date Placeholder 4"/>
          <p:cNvSpPr>
            <a:spLocks noChangeShapeType="1" noGrp="1"/>
          </p:cNvSpPr>
          <p:nvPr>
            <p:ph type="dt" idx="2"/>
          </p:nvPr>
        </p:nvSpPr>
        <p:spPr bwMode="auto">
          <a:xfrm>
            <a:off x="514350" y="6411912"/>
            <a:ext cx="3086100" cy="228600"/>
          </a:xfrm>
          <a:prstGeom prst="rect">
            <a:avLst/>
          </a:prstGeom>
          <a:noFill/>
        </p:spPr>
        <p:txBody>
          <a:bodyPr lIns="91440" tIns="45720" rIns="91440" bIns="45720" anchor="ctr" anchorCtr="0"/>
          <a:lstStyle/>
          <a:p>
            <a:pPr marL="0" lvl="0" indent="0">
              <a:spcBef>
                <a:spcPts val="0"/>
              </a:spcBef>
              <a:buNone/>
              <a:defRPr/>
            </a:pPr>
            <a:r>
              <a:rPr sz="900">
                <a:solidFill>
                  <a:srgbClr val="FFFFFF"/>
                </a:solidFill>
              </a:rPr>
              <a:t>*</a:t>
            </a:r>
            <a:endParaRPr/>
          </a:p>
        </p:txBody>
      </p:sp>
      <p:sp>
        <p:nvSpPr>
          <p:cNvPr id="359517555" name="Footer Placeholder 5"/>
          <p:cNvSpPr>
            <a:spLocks noChangeShapeType="1" noGrp="1"/>
          </p:cNvSpPr>
          <p:nvPr>
            <p:ph type="ftr" idx="3"/>
          </p:nvPr>
        </p:nvSpPr>
        <p:spPr bwMode="auto">
          <a:xfrm>
            <a:off x="514350" y="6554787"/>
            <a:ext cx="3771900" cy="228600"/>
          </a:xfrm>
          <a:prstGeom prst="rect">
            <a:avLst/>
          </a:prstGeom>
          <a:noFill/>
        </p:spPr>
        <p:txBody>
          <a:bodyPr lIns="91440" tIns="45720" rIns="91440" bIns="45720" anchor="ctr" anchorCtr="0"/>
          <a:lstStyle/>
          <a:p>
            <a:pPr>
              <a:defRPr/>
            </a:pPr>
            <a:endParaRPr sz="1400"/>
          </a:p>
        </p:txBody>
      </p:sp>
      <p:sp>
        <p:nvSpPr>
          <p:cNvPr id="355063976" name="Slide Number Placeholder 6"/>
          <p:cNvSpPr>
            <a:spLocks noChangeShapeType="1" noGrp="1"/>
          </p:cNvSpPr>
          <p:nvPr>
            <p:ph type="sldNum" idx="4"/>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9000">
                <a:solidFill>
                  <a:srgbClr val="FFFFFF"/>
                </a:solidFill>
              </a:r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10_Metropolitan">
    <p:bg>
      <p:bgPr shadeToTitle="0">
        <a:solidFill>
          <a:schemeClr val="lt1"/>
        </a:solidFill>
      </p:bgPr>
    </p:bg>
    <p:spTree>
      <p:nvGrpSpPr>
        <p:cNvPr id="1" name=""/>
        <p:cNvGrpSpPr/>
        <p:nvPr/>
      </p:nvGrpSpPr>
      <p:grpSpPr bwMode="auto">
        <a:xfrm>
          <a:off x="0" y="0"/>
          <a:ext cx="0" cy="0"/>
          <a:chOff x="0" y="0"/>
          <a:chExt cx="0" cy="0"/>
        </a:xfrm>
      </p:grpSpPr>
      <p:sp>
        <p:nvSpPr>
          <p:cNvPr id="697670524" name="Title Placeholder 1"/>
          <p:cNvSpPr>
            <a:spLocks noChangeShapeType="1" noGrp="1"/>
          </p:cNvSpPr>
          <p:nvPr>
            <p:ph type="title" idx="0"/>
          </p:nvPr>
        </p:nvSpPr>
        <p:spPr bwMode="auto">
          <a:xfrm>
            <a:off x="493712" y="500062"/>
            <a:ext cx="8078787" cy="1657350"/>
          </a:xfrm>
          <a:prstGeom prst="rect">
            <a:avLst/>
          </a:prstGeom>
          <a:noFill/>
        </p:spPr>
        <p:txBody>
          <a:bodyPr lIns="91440" tIns="45720" rIns="91440" bIns="45720" anchor="ctr" anchorCtr="0"/>
          <a:lstStyle/>
          <a:p>
            <a:pPr marL="0" lvl="0" indent="0">
              <a:spcBef>
                <a:spcPts val="0"/>
              </a:spcBef>
              <a:buNone/>
              <a:defRPr/>
            </a:pPr>
            <a:r>
              <a:rPr/>
              <a:t>Click to edit Master title style</a:t>
            </a:r>
            <a:endParaRPr/>
          </a:p>
        </p:txBody>
      </p:sp>
      <p:sp>
        <p:nvSpPr>
          <p:cNvPr id="861153430" name="Text Placeholder 2"/>
          <p:cNvSpPr>
            <a:spLocks noChangeShapeType="1" noGrp="1"/>
          </p:cNvSpPr>
          <p:nvPr>
            <p:ph type="body" idx="1"/>
          </p:nvPr>
        </p:nvSpPr>
        <p:spPr bwMode="auto">
          <a:xfrm>
            <a:off x="506412" y="1993900"/>
            <a:ext cx="8066087" cy="3765550"/>
          </a:xfrm>
          <a:prstGeom prst="rect">
            <a:avLst/>
          </a:prstGeom>
          <a:noFill/>
        </p:spPr>
        <p:txBody>
          <a:bodyPr lIns="91440" tIns="45720" rIns="91440" bIns="45720"/>
          <a:lstStyle/>
          <a:p>
            <a:pPr marL="90487" lvl="0" indent="-90487">
              <a:spcBef>
                <a:spcPts val="1300"/>
              </a:spcBef>
              <a:buFont typeface="Arial"/>
              <a:buChar char=" "/>
              <a:defRPr/>
            </a:pPr>
            <a:r>
              <a:rPr lang="en-US"/>
              <a:t>Edit Master text styles</a:t>
            </a:r>
            <a:endParaRPr/>
          </a:p>
          <a:p>
            <a:pPr marL="273050" lvl="1" indent="-342900">
              <a:spcBef>
                <a:spcPts val="600"/>
              </a:spcBef>
              <a:buFont typeface="Arial"/>
              <a:buChar char=" "/>
              <a:defRPr/>
            </a:pPr>
            <a:r>
              <a:rPr lang="en-US"/>
              <a:t>Second level</a:t>
            </a:r>
            <a:endParaRPr/>
          </a:p>
          <a:p>
            <a:pPr marL="547687" lvl="2" indent="-547687">
              <a:spcBef>
                <a:spcPts val="600"/>
              </a:spcBef>
              <a:buFont typeface="Arial"/>
              <a:buChar char=" "/>
              <a:defRPr/>
            </a:pPr>
            <a:r>
              <a:rPr lang="en-US"/>
              <a:t>Third level</a:t>
            </a:r>
            <a:endParaRPr/>
          </a:p>
          <a:p>
            <a:pPr marL="822325" lvl="3" indent="-822325">
              <a:spcBef>
                <a:spcPts val="600"/>
              </a:spcBef>
              <a:buFont typeface="Arial"/>
              <a:buChar char=" "/>
              <a:defRPr/>
            </a:pPr>
            <a:r>
              <a:rPr lang="en-US"/>
              <a:t>Fourth level</a:t>
            </a:r>
            <a:endParaRPr/>
          </a:p>
          <a:p>
            <a:pPr marL="1096962" lvl="4" indent="-1096962">
              <a:spcBef>
                <a:spcPts val="600"/>
              </a:spcBef>
              <a:buFont typeface="Arial"/>
              <a:buChar char=" "/>
              <a:defRPr/>
            </a:pPr>
            <a:r>
              <a:rPr lang="en-US"/>
              <a:t>Fifth level</a:t>
            </a:r>
            <a:endParaRPr/>
          </a:p>
        </p:txBody>
      </p:sp>
      <p:sp>
        <p:nvSpPr>
          <p:cNvPr id="1884718760" name="Date Placeholder 3"/>
          <p:cNvSpPr>
            <a:spLocks noChangeShapeType="1" noGrp="1"/>
          </p:cNvSpPr>
          <p:nvPr>
            <p:ph type="dt" idx="2"/>
          </p:nvPr>
        </p:nvSpPr>
        <p:spPr bwMode="auto">
          <a:xfrm>
            <a:off x="514350" y="6411912"/>
            <a:ext cx="3086100" cy="228600"/>
          </a:xfrm>
          <a:prstGeom prst="rect">
            <a:avLst/>
          </a:prstGeom>
          <a:noFill/>
        </p:spPr>
        <p:txBody>
          <a:bodyPr lIns="91440" tIns="45720" rIns="91440" bIns="45720" anchor="ctr" anchorCtr="0"/>
          <a:lstStyle/>
          <a:p>
            <a:pPr marL="0" lvl="0" indent="0">
              <a:spcBef>
                <a:spcPts val="0"/>
              </a:spcBef>
              <a:buNone/>
              <a:defRPr/>
            </a:pPr>
            <a:r>
              <a:rPr sz="900">
                <a:solidFill>
                  <a:srgbClr val="000000"/>
                </a:solidFill>
              </a:rPr>
              <a:t>*</a:t>
            </a:r>
            <a:endParaRPr/>
          </a:p>
        </p:txBody>
      </p:sp>
      <p:sp>
        <p:nvSpPr>
          <p:cNvPr id="1055679341" name="Footer Placeholder 4"/>
          <p:cNvSpPr>
            <a:spLocks noChangeShapeType="1" noGrp="1"/>
          </p:cNvSpPr>
          <p:nvPr>
            <p:ph type="ftr" idx="3"/>
          </p:nvPr>
        </p:nvSpPr>
        <p:spPr bwMode="auto">
          <a:xfrm>
            <a:off x="514350" y="6554787"/>
            <a:ext cx="3771900" cy="228600"/>
          </a:xfrm>
          <a:prstGeom prst="rect">
            <a:avLst/>
          </a:prstGeom>
          <a:noFill/>
        </p:spPr>
        <p:txBody>
          <a:bodyPr lIns="91440" tIns="45720" rIns="91440" bIns="45720" anchor="ctr" anchorCtr="0"/>
          <a:lstStyle/>
          <a:p>
            <a:pPr marL="0" lvl="0" indent="0">
              <a:spcBef>
                <a:spcPts val="0"/>
              </a:spcBef>
              <a:buNone/>
              <a:defRPr/>
            </a:pPr>
            <a:r>
              <a:rPr sz="900">
                <a:solidFill>
                  <a:srgbClr val="000000"/>
                </a:solidFill>
              </a:rPr>
              <a:t>ETHICS IN INFORMATION TECHNOLOGY, FOURTH EDITION</a:t>
            </a:r>
            <a:endParaRPr/>
          </a:p>
        </p:txBody>
      </p:sp>
      <p:sp>
        <p:nvSpPr>
          <p:cNvPr id="1897838251" name="Slide Number Placeholder 5"/>
          <p:cNvSpPr>
            <a:spLocks noChangeShapeType="1" noGrp="1"/>
          </p:cNvSpPr>
          <p:nvPr>
            <p:ph type="sldNum" idx="4"/>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9000">
                <a:solidFill>
                  <a:srgbClr val="50B4C8"/>
                </a:solidFill>
              </a:r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11_Metropolitan">
    <p:bg>
      <p:bgPr shadeToTitle="0">
        <a:solidFill>
          <a:schemeClr val="lt1"/>
        </a:solidFill>
      </p:bgPr>
    </p:bg>
    <p:spTree>
      <p:nvGrpSpPr>
        <p:cNvPr id="1" name=""/>
        <p:cNvGrpSpPr/>
        <p:nvPr/>
      </p:nvGrpSpPr>
      <p:grpSpPr bwMode="auto">
        <a:xfrm>
          <a:off x="0" y="0"/>
          <a:ext cx="0" cy="0"/>
          <a:chOff x="0" y="0"/>
          <a:chExt cx="0" cy="0"/>
        </a:xfrm>
      </p:grpSpPr>
      <p:sp>
        <p:nvSpPr>
          <p:cNvPr id="407638280" name="Title Placeholder 1"/>
          <p:cNvSpPr>
            <a:spLocks noChangeShapeType="1" noGrp="1"/>
          </p:cNvSpPr>
          <p:nvPr>
            <p:ph type="title" idx="0"/>
          </p:nvPr>
        </p:nvSpPr>
        <p:spPr bwMode="auto">
          <a:xfrm>
            <a:off x="493712" y="500062"/>
            <a:ext cx="8078787" cy="1657350"/>
          </a:xfrm>
          <a:prstGeom prst="rect">
            <a:avLst/>
          </a:prstGeom>
          <a:noFill/>
        </p:spPr>
        <p:txBody>
          <a:bodyPr lIns="91440" tIns="45720" rIns="91440" bIns="45720" anchor="ctr" anchorCtr="0"/>
          <a:lstStyle/>
          <a:p>
            <a:pPr marL="0" lvl="0" indent="0">
              <a:spcBef>
                <a:spcPts val="0"/>
              </a:spcBef>
              <a:buNone/>
              <a:defRPr/>
            </a:pPr>
            <a:r>
              <a:rPr/>
              <a:t>Click to edit Master title style</a:t>
            </a:r>
            <a:endParaRPr/>
          </a:p>
        </p:txBody>
      </p:sp>
      <p:sp>
        <p:nvSpPr>
          <p:cNvPr id="353585858" name="Text Placeholder 2"/>
          <p:cNvSpPr>
            <a:spLocks noChangeShapeType="1" noGrp="1"/>
          </p:cNvSpPr>
          <p:nvPr>
            <p:ph type="body" idx="1"/>
          </p:nvPr>
        </p:nvSpPr>
        <p:spPr bwMode="auto">
          <a:xfrm>
            <a:off x="506412" y="1993900"/>
            <a:ext cx="8066087" cy="3765550"/>
          </a:xfrm>
          <a:prstGeom prst="rect">
            <a:avLst/>
          </a:prstGeom>
          <a:noFill/>
        </p:spPr>
        <p:txBody>
          <a:bodyPr lIns="91440" tIns="45720" rIns="91440" bIns="45720"/>
          <a:lstStyle/>
          <a:p>
            <a:pPr marL="90487" lvl="0" indent="-90487">
              <a:spcBef>
                <a:spcPts val="1300"/>
              </a:spcBef>
              <a:buFont typeface="Arial"/>
              <a:buChar char=" "/>
              <a:defRPr/>
            </a:pPr>
            <a:r>
              <a:rPr lang="en-US"/>
              <a:t>Edit Master text styles</a:t>
            </a:r>
            <a:endParaRPr/>
          </a:p>
          <a:p>
            <a:pPr marL="273050" lvl="1" indent="-342900">
              <a:spcBef>
                <a:spcPts val="600"/>
              </a:spcBef>
              <a:buFont typeface="Arial"/>
              <a:buChar char=" "/>
              <a:defRPr/>
            </a:pPr>
            <a:r>
              <a:rPr lang="en-US"/>
              <a:t>Second level</a:t>
            </a:r>
            <a:endParaRPr/>
          </a:p>
          <a:p>
            <a:pPr marL="547687" lvl="2" indent="-547687">
              <a:spcBef>
                <a:spcPts val="600"/>
              </a:spcBef>
              <a:buFont typeface="Arial"/>
              <a:buChar char=" "/>
              <a:defRPr/>
            </a:pPr>
            <a:r>
              <a:rPr lang="en-US"/>
              <a:t>Third level</a:t>
            </a:r>
            <a:endParaRPr/>
          </a:p>
          <a:p>
            <a:pPr marL="822325" lvl="3" indent="-822325">
              <a:spcBef>
                <a:spcPts val="600"/>
              </a:spcBef>
              <a:buFont typeface="Arial"/>
              <a:buChar char=" "/>
              <a:defRPr/>
            </a:pPr>
            <a:r>
              <a:rPr lang="en-US"/>
              <a:t>Fourth level</a:t>
            </a:r>
            <a:endParaRPr/>
          </a:p>
          <a:p>
            <a:pPr marL="1096962" lvl="4" indent="-1096962">
              <a:spcBef>
                <a:spcPts val="600"/>
              </a:spcBef>
              <a:buFont typeface="Arial"/>
              <a:buChar char=" "/>
              <a:defRPr/>
            </a:pPr>
            <a:r>
              <a:rPr lang="en-US"/>
              <a:t>Fifth level</a:t>
            </a:r>
            <a:endParaRPr/>
          </a:p>
        </p:txBody>
      </p:sp>
      <p:sp>
        <p:nvSpPr>
          <p:cNvPr id="1982374862" name="Date Placeholder 3"/>
          <p:cNvSpPr>
            <a:spLocks noChangeShapeType="1" noGrp="1"/>
          </p:cNvSpPr>
          <p:nvPr>
            <p:ph type="dt" idx="2"/>
          </p:nvPr>
        </p:nvSpPr>
        <p:spPr bwMode="auto">
          <a:xfrm>
            <a:off x="514350" y="6411912"/>
            <a:ext cx="3086100" cy="228600"/>
          </a:xfrm>
          <a:prstGeom prst="rect">
            <a:avLst/>
          </a:prstGeom>
          <a:noFill/>
        </p:spPr>
        <p:txBody>
          <a:bodyPr lIns="91440" tIns="45720" rIns="91440" bIns="45720" anchor="ctr" anchorCtr="0"/>
          <a:lstStyle/>
          <a:p>
            <a:pPr marL="0" lvl="0" indent="0">
              <a:spcBef>
                <a:spcPts val="0"/>
              </a:spcBef>
              <a:buNone/>
              <a:defRPr/>
            </a:pPr>
            <a:r>
              <a:rPr sz="900">
                <a:solidFill>
                  <a:srgbClr val="000000"/>
                </a:solidFill>
              </a:rPr>
              <a:t>*</a:t>
            </a:r>
            <a:endParaRPr/>
          </a:p>
        </p:txBody>
      </p:sp>
      <p:sp>
        <p:nvSpPr>
          <p:cNvPr id="1947006194" name="Footer Placeholder 4"/>
          <p:cNvSpPr>
            <a:spLocks noChangeShapeType="1" noGrp="1"/>
          </p:cNvSpPr>
          <p:nvPr>
            <p:ph type="ftr" idx="3"/>
          </p:nvPr>
        </p:nvSpPr>
        <p:spPr bwMode="auto">
          <a:xfrm>
            <a:off x="514350" y="6554787"/>
            <a:ext cx="3771900" cy="228600"/>
          </a:xfrm>
          <a:prstGeom prst="rect">
            <a:avLst/>
          </a:prstGeom>
          <a:noFill/>
        </p:spPr>
        <p:txBody>
          <a:bodyPr lIns="91440" tIns="45720" rIns="91440" bIns="45720" anchor="ctr" anchorCtr="0"/>
          <a:lstStyle/>
          <a:p>
            <a:pPr marL="0" lvl="0" indent="0">
              <a:spcBef>
                <a:spcPts val="0"/>
              </a:spcBef>
              <a:buNone/>
              <a:defRPr/>
            </a:pPr>
            <a:r>
              <a:rPr sz="900">
                <a:solidFill>
                  <a:srgbClr val="000000"/>
                </a:solidFill>
              </a:rPr>
              <a:t>ETHICS IN INFORMATION TECHNOLOGY, FOURTH EDITION</a:t>
            </a:r>
            <a:endParaRPr/>
          </a:p>
        </p:txBody>
      </p:sp>
      <p:sp>
        <p:nvSpPr>
          <p:cNvPr id="599399898" name="Slide Number Placeholder 5"/>
          <p:cNvSpPr>
            <a:spLocks noChangeShapeType="1" noGrp="1"/>
          </p:cNvSpPr>
          <p:nvPr>
            <p:ph type="sldNum" idx="4"/>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9000">
                <a:solidFill>
                  <a:srgbClr val="50B4C8"/>
                </a:solidFill>
              </a:rPr>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lt1"/>
        </a:solidFill>
      </p:bgPr>
    </p:bg>
    <p:spTree>
      <p:nvGrpSpPr>
        <p:cNvPr id="1" name=""/>
        <p:cNvGrpSpPr/>
        <p:nvPr/>
      </p:nvGrpSpPr>
      <p:grpSpPr bwMode="auto">
        <a:xfrm>
          <a:off x="0" y="0"/>
          <a:ext cx="0" cy="0"/>
          <a:chOff x="0" y="0"/>
          <a:chExt cx="0" cy="0"/>
        </a:xfrm>
      </p:grpSpPr>
      <p:sp>
        <p:nvSpPr>
          <p:cNvPr id="411822977" name="Title Placeholder 1"/>
          <p:cNvSpPr>
            <a:spLocks noChangeShapeType="1" noGrp="1"/>
          </p:cNvSpPr>
          <p:nvPr>
            <p:ph type="title" idx="0"/>
          </p:nvPr>
        </p:nvSpPr>
        <p:spPr bwMode="auto">
          <a:xfrm>
            <a:off x="493712" y="500062"/>
            <a:ext cx="8078787" cy="1657350"/>
          </a:xfrm>
          <a:prstGeom prst="rect">
            <a:avLst/>
          </a:prstGeom>
          <a:noFill/>
        </p:spPr>
        <p:txBody>
          <a:bodyPr lIns="91440" tIns="45720" rIns="91440" bIns="45720" anchor="ctr" anchorCtr="0"/>
          <a:lstStyle/>
          <a:p>
            <a:pPr marL="0" lvl="0" indent="0">
              <a:spcBef>
                <a:spcPts val="0"/>
              </a:spcBef>
              <a:buNone/>
              <a:defRPr/>
            </a:pPr>
            <a:r>
              <a:rPr/>
              <a:t>Click to edit Master title style</a:t>
            </a:r>
            <a:endParaRPr/>
          </a:p>
        </p:txBody>
      </p:sp>
      <p:sp>
        <p:nvSpPr>
          <p:cNvPr id="988177330" name="Text Placeholder 2"/>
          <p:cNvSpPr>
            <a:spLocks noChangeShapeType="1" noGrp="1"/>
          </p:cNvSpPr>
          <p:nvPr>
            <p:ph type="body" idx="1"/>
          </p:nvPr>
        </p:nvSpPr>
        <p:spPr bwMode="auto">
          <a:xfrm>
            <a:off x="506412" y="1993900"/>
            <a:ext cx="8066087" cy="3765550"/>
          </a:xfrm>
          <a:prstGeom prst="rect">
            <a:avLst/>
          </a:prstGeom>
          <a:noFill/>
        </p:spPr>
        <p:txBody>
          <a:bodyPr lIns="91440" tIns="45720" rIns="91440" bIns="45720"/>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Font typeface="Arial"/>
              <a:buChar char=" "/>
              <a:defRPr/>
            </a:pPr>
            <a:r>
              <a:rPr lang="en-US"/>
              <a:t>Edit Master text styles</a:t>
            </a:r>
            <a:endParaRPr/>
          </a:p>
          <a:p>
            <a:pPr marL="273050" lvl="1" indent="-342900">
              <a:spcBef>
                <a:spcPts val="600"/>
              </a:spcBef>
              <a:buFont typeface="Arial"/>
              <a:buChar char=" "/>
              <a:defRPr/>
            </a:pPr>
            <a:r>
              <a:rPr lang="en-US"/>
              <a:t>Second level</a:t>
            </a:r>
            <a:endParaRPr/>
          </a:p>
          <a:p>
            <a:pPr marL="547687" lvl="2" indent="-547687">
              <a:spcBef>
                <a:spcPts val="600"/>
              </a:spcBef>
              <a:buFont typeface="Arial"/>
              <a:buChar char=" "/>
              <a:defRPr/>
            </a:pPr>
            <a:r>
              <a:rPr lang="en-US"/>
              <a:t>Third level</a:t>
            </a:r>
            <a:endParaRPr/>
          </a:p>
          <a:p>
            <a:pPr marL="822325" lvl="3" indent="-822325">
              <a:spcBef>
                <a:spcPts val="600"/>
              </a:spcBef>
              <a:buFont typeface="Arial"/>
              <a:buChar char=" "/>
              <a:defRPr/>
            </a:pPr>
            <a:r>
              <a:rPr lang="en-US"/>
              <a:t>Fourth level</a:t>
            </a:r>
            <a:endParaRPr/>
          </a:p>
          <a:p>
            <a:pPr marL="1096962" lvl="4" indent="-1096962">
              <a:spcBef>
                <a:spcPts val="600"/>
              </a:spcBef>
              <a:buFont typeface="Arial"/>
              <a:buChar char=" "/>
              <a:defRPr/>
            </a:pPr>
            <a:r>
              <a:rPr lang="en-US"/>
              <a:t>Fifth level</a:t>
            </a:r>
            <a:endParaRPr/>
          </a:p>
        </p:txBody>
      </p:sp>
      <p:sp>
        <p:nvSpPr>
          <p:cNvPr id="2146077669" name="Date Placeholder 3"/>
          <p:cNvSpPr>
            <a:spLocks noChangeShapeType="1" noGrp="1"/>
          </p:cNvSpPr>
          <p:nvPr>
            <p:ph type="dt" idx="2"/>
          </p:nvPr>
        </p:nvSpPr>
        <p:spPr bwMode="auto">
          <a:xfrm>
            <a:off x="514350" y="6411912"/>
            <a:ext cx="3086100" cy="228600"/>
          </a:xfrm>
          <a:prstGeom prst="rect">
            <a:avLst/>
          </a:prstGeom>
          <a:noFill/>
        </p:spPr>
        <p:txBody>
          <a:bodyPr lIns="91440" tIns="45720" rIns="91440" bIns="45720" anchor="ctr" anchorCtr="0"/>
          <a:lstStyle>
            <a:lvl1pPr marL="0" indent="0" algn="l" defTabSz="914400" rtl="0">
              <a:lnSpc>
                <a:spcPct val="100000"/>
              </a:lnSpc>
              <a:spcBef>
                <a:spcPts val="0"/>
              </a:spcBef>
              <a:spcAft>
                <a:spcPts val="0"/>
              </a:spcAft>
              <a:buNone/>
              <a:defRPr sz="1800" b="0" i="0">
                <a:solidFill>
                  <a:schemeClr val="dk1"/>
                </a:solidFill>
                <a:latin typeface="Calibri Light"/>
              </a:defRPr>
            </a:lvl1pPr>
            <a:lvl2pPr marL="457200" indent="457200" algn="l" defTabSz="914400" rtl="0">
              <a:lnSpc>
                <a:spcPct val="100000"/>
              </a:lnSpc>
              <a:spcBef>
                <a:spcPts val="0"/>
              </a:spcBef>
              <a:spcAft>
                <a:spcPts val="0"/>
              </a:spcAft>
              <a:buNone/>
              <a:defRPr sz="1800" b="0" i="0">
                <a:solidFill>
                  <a:schemeClr val="dk1"/>
                </a:solidFill>
                <a:latin typeface="Calibri Light"/>
              </a:defRPr>
            </a:lvl2pPr>
            <a:lvl3pPr marL="914400" indent="914400" algn="l" defTabSz="914400" rtl="0">
              <a:lnSpc>
                <a:spcPct val="100000"/>
              </a:lnSpc>
              <a:spcBef>
                <a:spcPts val="0"/>
              </a:spcBef>
              <a:spcAft>
                <a:spcPts val="0"/>
              </a:spcAft>
              <a:buNone/>
              <a:defRPr sz="1800" b="0" i="0">
                <a:solidFill>
                  <a:schemeClr val="dk1"/>
                </a:solidFill>
                <a:latin typeface="Calibri Light"/>
              </a:defRPr>
            </a:lvl3pPr>
            <a:lvl4pPr marL="1371600" indent="1371600" algn="l" defTabSz="914400" rtl="0">
              <a:lnSpc>
                <a:spcPct val="100000"/>
              </a:lnSpc>
              <a:spcBef>
                <a:spcPts val="0"/>
              </a:spcBef>
              <a:spcAft>
                <a:spcPts val="0"/>
              </a:spcAft>
              <a:buNone/>
              <a:defRPr sz="1800" b="0" i="0">
                <a:solidFill>
                  <a:schemeClr val="dk1"/>
                </a:solidFill>
                <a:latin typeface="Calibri Light"/>
              </a:defRPr>
            </a:lvl4pPr>
            <a:lvl5pPr marL="1828800" indent="1828800" algn="l" defTabSz="914400" rtl="0">
              <a:lnSpc>
                <a:spcPct val="100000"/>
              </a:lnSpc>
              <a:spcBef>
                <a:spcPts val="0"/>
              </a:spcBef>
              <a:spcAft>
                <a:spcPts val="0"/>
              </a:spcAft>
              <a:buNone/>
              <a:defRPr sz="1800" b="0" i="0">
                <a:solidFill>
                  <a:schemeClr val="dk1"/>
                </a:solidFill>
                <a:latin typeface="Calibri Light"/>
              </a:defRPr>
            </a:lvl5pPr>
          </a:lstStyle>
          <a:p>
            <a:pPr marL="0" lvl="0" indent="0">
              <a:spcBef>
                <a:spcPts val="0"/>
              </a:spcBef>
              <a:buNone/>
              <a:defRPr/>
            </a:pPr>
            <a:r>
              <a:rPr sz="900">
                <a:solidFill>
                  <a:srgbClr val="000000"/>
                </a:solidFill>
              </a:rPr>
              <a:t>*</a:t>
            </a:r>
            <a:endParaRPr/>
          </a:p>
        </p:txBody>
      </p:sp>
      <p:sp>
        <p:nvSpPr>
          <p:cNvPr id="193388741" name="Footer Placeholder 4"/>
          <p:cNvSpPr>
            <a:spLocks noChangeShapeType="1" noGrp="1"/>
          </p:cNvSpPr>
          <p:nvPr>
            <p:ph type="ftr" idx="3"/>
          </p:nvPr>
        </p:nvSpPr>
        <p:spPr bwMode="auto">
          <a:xfrm>
            <a:off x="514350" y="6554787"/>
            <a:ext cx="3771900" cy="228600"/>
          </a:xfrm>
          <a:prstGeom prst="rect">
            <a:avLst/>
          </a:prstGeom>
          <a:noFill/>
        </p:spPr>
        <p:txBody>
          <a:bodyPr lIns="91440" tIns="45720" rIns="91440" bIns="45720" anchor="ctr" anchorCtr="0"/>
          <a:lstStyle>
            <a:lvl1pPr marL="0" indent="0" algn="l" defTabSz="914400" rtl="0">
              <a:lnSpc>
                <a:spcPct val="100000"/>
              </a:lnSpc>
              <a:spcBef>
                <a:spcPts val="0"/>
              </a:spcBef>
              <a:spcAft>
                <a:spcPts val="0"/>
              </a:spcAft>
              <a:buNone/>
              <a:defRPr sz="1800" b="0" i="0">
                <a:solidFill>
                  <a:schemeClr val="dk1"/>
                </a:solidFill>
                <a:latin typeface="Calibri Light"/>
              </a:defRPr>
            </a:lvl1pPr>
            <a:lvl2pPr marL="457200" indent="457200" algn="l" defTabSz="914400" rtl="0">
              <a:lnSpc>
                <a:spcPct val="100000"/>
              </a:lnSpc>
              <a:spcBef>
                <a:spcPts val="0"/>
              </a:spcBef>
              <a:spcAft>
                <a:spcPts val="0"/>
              </a:spcAft>
              <a:buNone/>
              <a:defRPr sz="1800" b="0" i="0">
                <a:solidFill>
                  <a:schemeClr val="dk1"/>
                </a:solidFill>
                <a:latin typeface="Calibri Light"/>
              </a:defRPr>
            </a:lvl2pPr>
            <a:lvl3pPr marL="914400" indent="914400" algn="l" defTabSz="914400" rtl="0">
              <a:lnSpc>
                <a:spcPct val="100000"/>
              </a:lnSpc>
              <a:spcBef>
                <a:spcPts val="0"/>
              </a:spcBef>
              <a:spcAft>
                <a:spcPts val="0"/>
              </a:spcAft>
              <a:buNone/>
              <a:defRPr sz="1800" b="0" i="0">
                <a:solidFill>
                  <a:schemeClr val="dk1"/>
                </a:solidFill>
                <a:latin typeface="Calibri Light"/>
              </a:defRPr>
            </a:lvl3pPr>
            <a:lvl4pPr marL="1371600" indent="1371600" algn="l" defTabSz="914400" rtl="0">
              <a:lnSpc>
                <a:spcPct val="100000"/>
              </a:lnSpc>
              <a:spcBef>
                <a:spcPts val="0"/>
              </a:spcBef>
              <a:spcAft>
                <a:spcPts val="0"/>
              </a:spcAft>
              <a:buNone/>
              <a:defRPr sz="1800" b="0" i="0">
                <a:solidFill>
                  <a:schemeClr val="dk1"/>
                </a:solidFill>
                <a:latin typeface="Calibri Light"/>
              </a:defRPr>
            </a:lvl4pPr>
            <a:lvl5pPr marL="1828800" indent="1828800" algn="l" defTabSz="914400" rtl="0">
              <a:lnSpc>
                <a:spcPct val="100000"/>
              </a:lnSpc>
              <a:spcBef>
                <a:spcPts val="0"/>
              </a:spcBef>
              <a:spcAft>
                <a:spcPts val="0"/>
              </a:spcAft>
              <a:buNone/>
              <a:defRPr sz="1800" b="0" i="0">
                <a:solidFill>
                  <a:schemeClr val="dk1"/>
                </a:solidFill>
                <a:latin typeface="Calibri Light"/>
              </a:defRPr>
            </a:lvl5pPr>
          </a:lstStyle>
          <a:p>
            <a:pPr marL="0" lvl="0" indent="0">
              <a:spcBef>
                <a:spcPts val="0"/>
              </a:spcBef>
              <a:buNone/>
              <a:defRPr/>
            </a:pPr>
            <a:r>
              <a:rPr sz="900">
                <a:solidFill>
                  <a:srgbClr val="000000"/>
                </a:solidFill>
              </a:rPr>
              <a:t>ETHICS IN INFORMATION TECHNOLOGY, FOURTH EDITION</a:t>
            </a:r>
            <a:endParaRPr/>
          </a:p>
        </p:txBody>
      </p:sp>
      <p:sp>
        <p:nvSpPr>
          <p:cNvPr id="69991411" name="Slide Number Placeholder 5"/>
          <p:cNvSpPr>
            <a:spLocks noChangeShapeType="1" noGrp="1"/>
          </p:cNvSpPr>
          <p:nvPr>
            <p:ph type="sldNum" idx="4"/>
          </p:nvPr>
        </p:nvSpPr>
        <p:spPr bwMode="auto">
          <a:xfrm>
            <a:off x="6540500" y="5829300"/>
            <a:ext cx="2195512" cy="1397000"/>
          </a:xfrm>
          <a:prstGeom prst="rect">
            <a:avLst/>
          </a:prstGeom>
          <a:noFill/>
        </p:spPr>
        <p:txBody>
          <a:bodyPr lIns="91440" tIns="45720" rIns="91440" bIns="45720" anchor="b"/>
          <a:lstStyle>
            <a:lvl1pPr marL="0" indent="0" algn="l" defTabSz="914400" rtl="0">
              <a:lnSpc>
                <a:spcPct val="100000"/>
              </a:lnSpc>
              <a:spcBef>
                <a:spcPts val="0"/>
              </a:spcBef>
              <a:spcAft>
                <a:spcPts val="0"/>
              </a:spcAft>
              <a:buNone/>
              <a:defRPr sz="1800" b="0" i="0">
                <a:solidFill>
                  <a:schemeClr val="dk1"/>
                </a:solidFill>
                <a:latin typeface="Calibri Light"/>
              </a:defRPr>
            </a:lvl1pPr>
            <a:lvl2pPr marL="457200" indent="457200" algn="l" defTabSz="914400" rtl="0">
              <a:lnSpc>
                <a:spcPct val="100000"/>
              </a:lnSpc>
              <a:spcBef>
                <a:spcPts val="0"/>
              </a:spcBef>
              <a:spcAft>
                <a:spcPts val="0"/>
              </a:spcAft>
              <a:buNone/>
              <a:defRPr sz="1800" b="0" i="0">
                <a:solidFill>
                  <a:schemeClr val="dk1"/>
                </a:solidFill>
                <a:latin typeface="Calibri Light"/>
              </a:defRPr>
            </a:lvl2pPr>
            <a:lvl3pPr marL="914400" indent="914400" algn="l" defTabSz="914400" rtl="0">
              <a:lnSpc>
                <a:spcPct val="100000"/>
              </a:lnSpc>
              <a:spcBef>
                <a:spcPts val="0"/>
              </a:spcBef>
              <a:spcAft>
                <a:spcPts val="0"/>
              </a:spcAft>
              <a:buNone/>
              <a:defRPr sz="1800" b="0" i="0">
                <a:solidFill>
                  <a:schemeClr val="dk1"/>
                </a:solidFill>
                <a:latin typeface="Calibri Light"/>
              </a:defRPr>
            </a:lvl3pPr>
            <a:lvl4pPr marL="1371600" indent="1371600" algn="l" defTabSz="914400" rtl="0">
              <a:lnSpc>
                <a:spcPct val="100000"/>
              </a:lnSpc>
              <a:spcBef>
                <a:spcPts val="0"/>
              </a:spcBef>
              <a:spcAft>
                <a:spcPts val="0"/>
              </a:spcAft>
              <a:buNone/>
              <a:defRPr sz="1800" b="0" i="0">
                <a:solidFill>
                  <a:schemeClr val="dk1"/>
                </a:solidFill>
                <a:latin typeface="Calibri Light"/>
              </a:defRPr>
            </a:lvl4pPr>
            <a:lvl5pPr marL="1828800" indent="1828800" algn="l" defTabSz="914400" rtl="0">
              <a:lnSpc>
                <a:spcPct val="100000"/>
              </a:lnSpc>
              <a:spcBef>
                <a:spcPts val="0"/>
              </a:spcBef>
              <a:spcAft>
                <a:spcPts val="0"/>
              </a:spcAft>
              <a:buNone/>
              <a:defRPr sz="1800" b="0" i="0">
                <a:solidFill>
                  <a:schemeClr val="dk1"/>
                </a:solidFill>
                <a:latin typeface="Calibri Light"/>
              </a:defRPr>
            </a:lvl5pPr>
          </a:lstStyle>
          <a:p>
            <a:pPr marL="0" lvl="0" indent="0" algn="r">
              <a:spcBef>
                <a:spcPts val="0"/>
              </a:spcBef>
              <a:buNone/>
              <a:defRPr/>
            </a:pPr>
            <a:fld id="{D038279B-FC19-497E-A7D1-5ADD9CAF016F}" type="slidenum">
              <a:rPr lang="en-US" sz="9000">
                <a:solidFill>
                  <a:srgbClr val="50B4C8"/>
                </a:solidFill>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marL="0" indent="0" algn="l" defTabSz="914400" rtl="0">
        <a:lnSpc>
          <a:spcPct val="90000"/>
        </a:lnSpc>
        <a:spcBef>
          <a:spcPts val="0"/>
        </a:spcBef>
        <a:spcAft>
          <a:spcPts val="0"/>
        </a:spcAft>
        <a:buNone/>
        <a:defRPr lang="en-US" sz="4800" b="0" i="0">
          <a:solidFill>
            <a:schemeClr val="accent1"/>
          </a:solidFill>
          <a:latin typeface="Calibri Light"/>
        </a:defRPr>
      </a:lvl1pPr>
      <a:lvl2pPr marL="0" indent="0" algn="l" defTabSz="914400" rtl="0">
        <a:lnSpc>
          <a:spcPct val="90000"/>
        </a:lnSpc>
        <a:spcBef>
          <a:spcPts val="0"/>
        </a:spcBef>
        <a:spcAft>
          <a:spcPts val="0"/>
        </a:spcAft>
        <a:buNone/>
        <a:defRPr lang="en-US" sz="4800" b="0" i="0">
          <a:solidFill>
            <a:schemeClr val="accent1"/>
          </a:solidFill>
          <a:latin typeface="Calibri Light"/>
        </a:defRPr>
      </a:lvl2pPr>
      <a:lvl3pPr marL="0" indent="0" algn="l" defTabSz="914400" rtl="0">
        <a:lnSpc>
          <a:spcPct val="90000"/>
        </a:lnSpc>
        <a:spcBef>
          <a:spcPts val="0"/>
        </a:spcBef>
        <a:spcAft>
          <a:spcPts val="0"/>
        </a:spcAft>
        <a:buNone/>
        <a:defRPr lang="en-US" sz="4800" b="0" i="0">
          <a:solidFill>
            <a:schemeClr val="accent1"/>
          </a:solidFill>
          <a:latin typeface="Calibri Light"/>
        </a:defRPr>
      </a:lvl3pPr>
      <a:lvl4pPr marL="0" indent="0" algn="l" defTabSz="914400" rtl="0">
        <a:lnSpc>
          <a:spcPct val="90000"/>
        </a:lnSpc>
        <a:spcBef>
          <a:spcPts val="0"/>
        </a:spcBef>
        <a:spcAft>
          <a:spcPts val="0"/>
        </a:spcAft>
        <a:buNone/>
        <a:defRPr lang="en-US" sz="4800" b="0" i="0">
          <a:solidFill>
            <a:schemeClr val="accent1"/>
          </a:solidFill>
          <a:latin typeface="Calibri Light"/>
        </a:defRPr>
      </a:lvl4pPr>
      <a:lvl5pPr marL="0" indent="0" algn="l" defTabSz="914400" rtl="0">
        <a:lnSpc>
          <a:spcPct val="90000"/>
        </a:lnSpc>
        <a:spcBef>
          <a:spcPts val="0"/>
        </a:spcBef>
        <a:spcAft>
          <a:spcPts val="0"/>
        </a:spcAft>
        <a:buNone/>
        <a:defRPr lang="en-US" sz="4800" b="0" i="0">
          <a:solidFill>
            <a:schemeClr val="accent1"/>
          </a:solidFill>
          <a:latin typeface="Calibri Light"/>
        </a:defRPr>
      </a:lvl5pPr>
      <a:lvl6pPr>
        <a:defRPr lang="en-US" sz="1800"/>
      </a:lvl6pPr>
      <a:lvl7pPr>
        <a:defRPr lang="en-US" sz="1800"/>
      </a:lvl7pPr>
      <a:lvl8pPr>
        <a:defRPr lang="en-US" sz="1800"/>
      </a:lvl8pPr>
      <a:lvl9pPr>
        <a:defRPr lang="en-US" sz="1800"/>
      </a:lvl9pPr>
    </p:titleStyle>
    <p:bodyStyle>
      <a:lvl1pPr marL="90487" indent="0" algn="l" defTabSz="914400" rtl="0">
        <a:lnSpc>
          <a:spcPct val="85000"/>
        </a:lnSpc>
        <a:spcBef>
          <a:spcPts val="1300"/>
        </a:spcBef>
        <a:spcAft>
          <a:spcPts val="0"/>
        </a:spcAft>
        <a:buFont typeface="Arial"/>
        <a:buChar char=" "/>
        <a:defRPr lang="en-US" sz="2400" b="0" i="0">
          <a:solidFill>
            <a:srgbClr val="262626"/>
          </a:solidFill>
          <a:latin typeface="Calibri Light"/>
        </a:defRPr>
      </a:lvl1pPr>
      <a:lvl2pPr marL="273050" indent="-69850" algn="l" defTabSz="914400" rtl="0">
        <a:lnSpc>
          <a:spcPct val="85000"/>
        </a:lnSpc>
        <a:spcBef>
          <a:spcPts val="600"/>
        </a:spcBef>
        <a:spcAft>
          <a:spcPts val="0"/>
        </a:spcAft>
        <a:buFont typeface="Arial"/>
        <a:buChar char=" "/>
        <a:defRPr lang="en-US" sz="2400" b="0" i="0">
          <a:solidFill>
            <a:srgbClr val="262626"/>
          </a:solidFill>
          <a:latin typeface="Calibri Light"/>
        </a:defRPr>
      </a:lvl2pPr>
      <a:lvl3pPr marL="547687" indent="0" algn="l" defTabSz="914400" rtl="0">
        <a:lnSpc>
          <a:spcPct val="85000"/>
        </a:lnSpc>
        <a:spcBef>
          <a:spcPts val="600"/>
        </a:spcBef>
        <a:spcAft>
          <a:spcPts val="0"/>
        </a:spcAft>
        <a:buFont typeface="Arial"/>
        <a:buChar char=" "/>
        <a:defRPr lang="en-US" sz="2000" b="0" i="1">
          <a:solidFill>
            <a:srgbClr val="262626"/>
          </a:solidFill>
          <a:latin typeface="Calibri Light"/>
        </a:defRPr>
      </a:lvl3pPr>
      <a:lvl4pPr marL="822325" indent="0" algn="l" defTabSz="914400" rtl="0">
        <a:lnSpc>
          <a:spcPct val="85000"/>
        </a:lnSpc>
        <a:spcBef>
          <a:spcPts val="600"/>
        </a:spcBef>
        <a:spcAft>
          <a:spcPts val="0"/>
        </a:spcAft>
        <a:buFont typeface="Arial"/>
        <a:buChar char=" "/>
        <a:defRPr lang="en-US" sz="1800" b="0" i="0">
          <a:solidFill>
            <a:srgbClr val="262626"/>
          </a:solidFill>
          <a:latin typeface="Calibri Light"/>
        </a:defRPr>
      </a:lvl4pPr>
      <a:lvl5pPr marL="1096962" indent="0" algn="l" defTabSz="914400" rtl="0">
        <a:lnSpc>
          <a:spcPct val="85000"/>
        </a:lnSpc>
        <a:spcBef>
          <a:spcPts val="600"/>
        </a:spcBef>
        <a:spcAft>
          <a:spcPts val="0"/>
        </a:spcAft>
        <a:buFont typeface="Arial"/>
        <a:buChar char=" "/>
        <a:defRPr lang="en-US" sz="1800" b="0" i="0">
          <a:solidFill>
            <a:srgbClr val="262626"/>
          </a:solidFill>
          <a:latin typeface="Calibri Light"/>
        </a:defRPr>
      </a:lvl5pPr>
      <a:lvl6pPr>
        <a:defRPr lang="en-US" sz="1800"/>
      </a:lvl6pPr>
      <a:lvl7pPr>
        <a:defRPr lang="en-US" sz="1800"/>
      </a:lvl7pPr>
      <a:lvl8pPr>
        <a:defRPr lang="en-US" sz="1800"/>
      </a:lvl8pPr>
      <a:lvl9pPr>
        <a:defRPr lang="en-US" sz="1800"/>
      </a:lvl9pPr>
    </p:bodyStyle>
    <p:otherStyle>
      <a:lvl1pPr marL="0" indent="0" algn="l" defTabSz="457200" rtl="0">
        <a:lnSpc>
          <a:spcPct val="100000"/>
        </a:lnSpc>
        <a:spcBef>
          <a:spcPts val="0"/>
        </a:spcBef>
        <a:spcAft>
          <a:spcPts val="0"/>
        </a:spcAft>
        <a:buNone/>
        <a:defRPr lang="en-US" sz="1800" b="0" i="0">
          <a:solidFill>
            <a:schemeClr val="dk1"/>
          </a:solidFill>
          <a:latin typeface="Calibri Light"/>
        </a:defRPr>
      </a:lvl1pPr>
      <a:lvl2pPr marL="457200" indent="457200" algn="l" defTabSz="457200" rtl="0">
        <a:lnSpc>
          <a:spcPct val="100000"/>
        </a:lnSpc>
        <a:spcBef>
          <a:spcPts val="0"/>
        </a:spcBef>
        <a:spcAft>
          <a:spcPts val="0"/>
        </a:spcAft>
        <a:buNone/>
        <a:defRPr lang="en-US" sz="1800" b="0" i="0">
          <a:solidFill>
            <a:schemeClr val="dk1"/>
          </a:solidFill>
          <a:latin typeface="Calibri Light"/>
        </a:defRPr>
      </a:lvl2pPr>
      <a:lvl3pPr marL="914400" indent="914400" algn="l" defTabSz="457200" rtl="0">
        <a:lnSpc>
          <a:spcPct val="100000"/>
        </a:lnSpc>
        <a:spcBef>
          <a:spcPts val="0"/>
        </a:spcBef>
        <a:spcAft>
          <a:spcPts val="0"/>
        </a:spcAft>
        <a:buNone/>
        <a:defRPr lang="en-US" sz="1800" b="0" i="0">
          <a:solidFill>
            <a:schemeClr val="dk1"/>
          </a:solidFill>
          <a:latin typeface="Calibri Light"/>
        </a:defRPr>
      </a:lvl3pPr>
      <a:lvl4pPr marL="1371600" indent="1371600" algn="l" defTabSz="457200" rtl="0">
        <a:lnSpc>
          <a:spcPct val="100000"/>
        </a:lnSpc>
        <a:spcBef>
          <a:spcPts val="0"/>
        </a:spcBef>
        <a:spcAft>
          <a:spcPts val="0"/>
        </a:spcAft>
        <a:buNone/>
        <a:defRPr lang="en-US" sz="1800" b="0" i="0">
          <a:solidFill>
            <a:schemeClr val="dk1"/>
          </a:solidFill>
          <a:latin typeface="Calibri Light"/>
        </a:defRPr>
      </a:lvl4pPr>
      <a:lvl5pPr marL="1828800" indent="1828800" algn="l" defTabSz="457200" rtl="0">
        <a:lnSpc>
          <a:spcPct val="100000"/>
        </a:lnSpc>
        <a:spcBef>
          <a:spcPts val="0"/>
        </a:spcBef>
        <a:spcAft>
          <a:spcPts val="0"/>
        </a:spcAft>
        <a:buNone/>
        <a:defRPr lang="en-US" sz="1800" b="0" i="0">
          <a:solidFill>
            <a:schemeClr val="dk1"/>
          </a:solidFill>
          <a:latin typeface="Calibri Light"/>
        </a:defRPr>
      </a:lvl5pPr>
      <a:lvl6pPr>
        <a:defRPr lang="en-US" sz="1800"/>
      </a:lvl6pPr>
      <a:lvl7pPr>
        <a:defRPr lang="en-US" sz="1800"/>
      </a:lvl7pPr>
      <a:lvl8pPr>
        <a:defRPr lang="en-US" sz="1800"/>
      </a:lvl8pPr>
      <a:lvl9pPr>
        <a:defRPr lang="en-US" sz="1800"/>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pn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pn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pn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png"/><Relationship Id="rId4" Type="http://schemas.openxmlformats.org/officeDocument/2006/relationships/image" Target="../media/image4.pn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png"/></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hec.gov.pk/english/services/faculty/Documents/Plagiarism/Plagiarism Policy.pdf" TargetMode="External"/><Relationship Id="rId4" Type="http://schemas.openxmlformats.org/officeDocument/2006/relationships/image" Target="../media/image3.pn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png"/></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png"/></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5.png"/></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png"/><Relationship Id="rId4" Type="http://schemas.openxmlformats.org/officeDocument/2006/relationships/image" Target="../media/image6.pn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png"/></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png"/><Relationship Id="rId4" Type="http://schemas.openxmlformats.org/officeDocument/2006/relationships/image" Target="../media/image7.png"/></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png"/><Relationship Id="rId4" Type="http://schemas.openxmlformats.org/officeDocument/2006/relationships/image" Target="../media/image8.png"/></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png"/></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png"/></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png"/></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png"/></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png"/></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35724546" name="Rectangle 2"/>
          <p:cNvSpPr>
            <a:spLocks noChangeShapeType="1" noGrp="1"/>
          </p:cNvSpPr>
          <p:nvPr>
            <p:ph type="ctrTitle"/>
          </p:nvPr>
        </p:nvSpPr>
        <p:spPr bwMode="auto">
          <a:xfrm>
            <a:off x="609600" y="1447800"/>
            <a:ext cx="8001000" cy="2209800"/>
          </a:xfrm>
          <a:prstGeom prst="rect">
            <a:avLst/>
          </a:prstGeom>
        </p:spPr>
        <p:txBody>
          <a:bodyPr lIns="91440" tIns="45720" rIns="91440" bIns="45720" anchor="b"/>
          <a:lstStyle>
            <a:lvl1pPr>
              <a:defRPr/>
            </a:lvl1pPr>
            <a:lvl2pPr>
              <a:defRPr/>
            </a:lvl2pPr>
            <a:lvl3pPr>
              <a:defRPr/>
            </a:lvl3pPr>
            <a:lvl4pPr>
              <a:defRPr/>
            </a:lvl4pPr>
            <a:lvl5pPr>
              <a:defRPr/>
            </a:lvl5pPr>
          </a:lstStyle>
          <a:p>
            <a:pPr marL="0" lvl="0" indent="0">
              <a:lnSpc>
                <a:spcPct val="80000"/>
              </a:lnSpc>
              <a:spcBef>
                <a:spcPts val="0"/>
              </a:spcBef>
              <a:buNone/>
              <a:defRPr/>
            </a:pPr>
            <a:r>
              <a:rPr lang="en-US" sz="8000">
                <a:solidFill>
                  <a:srgbClr val="FFFFFF"/>
                </a:solidFill>
              </a:rPr>
              <a:t>Intellectual Property</a:t>
            </a:r>
            <a:endParaRPr/>
          </a:p>
        </p:txBody>
      </p:sp>
      <p:sp>
        <p:nvSpPr>
          <p:cNvPr id="1027510746" name="Rectangle 3"/>
          <p:cNvSpPr>
            <a:spLocks noChangeShapeType="1" noGrp="1"/>
          </p:cNvSpPr>
          <p:nvPr>
            <p:ph type="subTitle"/>
          </p:nvPr>
        </p:nvSpPr>
        <p:spPr bwMode="auto">
          <a:xfrm>
            <a:off x="609600" y="4419600"/>
            <a:ext cx="8077200" cy="1447800"/>
          </a:xfrm>
          <a:prstGeom prst="rect">
            <a:avLst/>
          </a:prstGeom>
        </p:spPr>
        <p:txBody>
          <a:bodyPr lIns="91440" tIns="45720" rIns="91440" bIns="45720" anchor="t"/>
          <a:lstStyle>
            <a:lvl1pPr marL="0" algn="ctr">
              <a:buNone/>
              <a:defRPr/>
            </a:lvl1pPr>
            <a:lvl2pPr marL="0" algn="ctr">
              <a:buNone/>
              <a:defRPr/>
            </a:lvl2pPr>
            <a:lvl3pPr marL="0" algn="ctr">
              <a:buNone/>
              <a:defRPr/>
            </a:lvl3pPr>
            <a:lvl4pPr marL="0" algn="ctr">
              <a:buNone/>
              <a:defRPr/>
            </a:lvl4pPr>
            <a:lvl5pPr marL="0" algn="ctr">
              <a:buNone/>
              <a:defRPr/>
            </a:lvl5pPr>
          </a:lstStyle>
          <a:p>
            <a:pPr marL="0" lvl="0" indent="0" algn="l">
              <a:lnSpc>
                <a:spcPct val="90000"/>
              </a:lnSpc>
              <a:spcBef>
                <a:spcPts val="0"/>
              </a:spcBef>
              <a:buNone/>
              <a:defRPr/>
            </a:pPr>
            <a:r>
              <a:rPr lang="en-US" b="0" i="1" u="none">
                <a:solidFill>
                  <a:schemeClr val="lt1"/>
                </a:solidFill>
              </a:rPr>
              <a:t>Book: </a:t>
            </a:r>
            <a:r>
              <a:rPr lang="en-US" b="0" i="0" u="none">
                <a:solidFill>
                  <a:schemeClr val="lt1"/>
                </a:solidFill>
              </a:rPr>
              <a:t>Ethics in Information </a:t>
            </a:r>
            <a:r>
              <a:rPr lang="en-US" b="0" i="0" u="none">
                <a:solidFill>
                  <a:schemeClr val="lt1"/>
                </a:solidFill>
              </a:rPr>
              <a:t>Technology</a:t>
            </a:r>
            <a:endParaRPr/>
          </a:p>
          <a:p>
            <a:pPr marL="0" lvl="0" indent="0" algn="l">
              <a:lnSpc>
                <a:spcPct val="90000"/>
              </a:lnSpc>
              <a:spcBef>
                <a:spcPts val="0"/>
              </a:spcBef>
              <a:buNone/>
              <a:defRPr/>
            </a:pPr>
            <a:r>
              <a:rPr lang="en-US" b="0" i="1" u="none">
                <a:solidFill>
                  <a:schemeClr val="lt1"/>
                </a:solidFill>
              </a:rPr>
              <a:t>Chapter 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1854645"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What Is Intellectual Property?</a:t>
            </a:r>
            <a:endParaRPr/>
          </a:p>
        </p:txBody>
      </p:sp>
      <p:sp>
        <p:nvSpPr>
          <p:cNvPr id="1369418480"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Term used to describe works of the mind</a:t>
            </a:r>
            <a:endParaRPr/>
          </a:p>
          <a:p>
            <a:pPr marL="273050" lvl="1" indent="-342900">
              <a:spcBef>
                <a:spcPts val="600"/>
              </a:spcBef>
              <a:buSzPct val="100000"/>
              <a:buFont typeface="Arial"/>
              <a:buChar char=" "/>
              <a:defRPr/>
            </a:pPr>
            <a:r>
              <a:rPr lang="en-US" b="0" i="0" u="none"/>
              <a:t>Distinct and “owned” or created by a person or group</a:t>
            </a:r>
            <a:endParaRPr/>
          </a:p>
          <a:p>
            <a:pPr marL="273050" lvl="1" indent="-342900">
              <a:spcBef>
                <a:spcPts val="600"/>
              </a:spcBef>
              <a:buSzPct val="100000"/>
              <a:buFont typeface="Arial"/>
              <a:buChar char=" "/>
              <a:defRPr/>
            </a:pPr>
            <a:endParaRPr/>
          </a:p>
        </p:txBody>
      </p:sp>
      <p:sp>
        <p:nvSpPr>
          <p:cNvPr id="1003010965"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68450891" name="Title 1"/>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a:t>How is intellectual Property protected? </a:t>
            </a:r>
            <a:endParaRPr/>
          </a:p>
        </p:txBody>
      </p:sp>
      <p:sp>
        <p:nvSpPr>
          <p:cNvPr id="332751992" name="Content Placeholder 2"/>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lnSpc>
                <a:spcPct val="75000"/>
              </a:lnSpc>
              <a:spcBef>
                <a:spcPts val="1300"/>
              </a:spcBef>
              <a:buSzPct val="100000"/>
              <a:buFont typeface="Arial"/>
              <a:buChar char=" "/>
              <a:defRPr/>
            </a:pPr>
            <a:r>
              <a:rPr/>
              <a:t>Although intellectual property or intellectual ideas are created in the human mind, intellectual property does not refer to the ideas. It is how the idea materializes itself and the end result that is protected with a patent, a copyright</a:t>
            </a:r>
            <a:endParaRPr/>
          </a:p>
          <a:p>
            <a:pPr marL="90487" lvl="0" indent="-90487">
              <a:lnSpc>
                <a:spcPct val="75000"/>
              </a:lnSpc>
              <a:spcBef>
                <a:spcPts val="1300"/>
              </a:spcBef>
              <a:buNone/>
              <a:defRPr/>
            </a:pPr>
            <a:endParaRPr/>
          </a:p>
          <a:p>
            <a:pPr marL="90487" lvl="0" indent="-90487">
              <a:lnSpc>
                <a:spcPct val="75000"/>
              </a:lnSpc>
              <a:spcBef>
                <a:spcPts val="1300"/>
              </a:spcBef>
              <a:buSzPct val="100000"/>
              <a:buFont typeface="Arial"/>
              <a:buChar char=" "/>
              <a:defRPr/>
            </a:pPr>
            <a:r>
              <a:rPr b="0" i="0" u="none"/>
              <a:t>The design of a fuel-efficient car maybe patented but not the </a:t>
            </a:r>
            <a:r>
              <a:rPr b="0" i="0" u="none"/>
              <a:t>idea.</a:t>
            </a:r>
            <a:endParaRPr/>
          </a:p>
          <a:p>
            <a:pPr marL="90487" lvl="0" indent="-90487">
              <a:lnSpc>
                <a:spcPct val="75000"/>
              </a:lnSpc>
              <a:spcBef>
                <a:spcPts val="1300"/>
              </a:spcBef>
              <a:buNone/>
              <a:defRPr/>
            </a:pPr>
            <a:endParaRPr/>
          </a:p>
          <a:p>
            <a:pPr marL="90487" lvl="0" indent="-90487">
              <a:lnSpc>
                <a:spcPct val="75000"/>
              </a:lnSpc>
              <a:spcBef>
                <a:spcPts val="1300"/>
              </a:spcBef>
              <a:buSzPct val="100000"/>
              <a:buFont typeface="Arial"/>
              <a:buChar char=" "/>
              <a:defRPr/>
            </a:pPr>
            <a:r>
              <a:rPr b="0" i="0" u="none"/>
              <a:t> </a:t>
            </a:r>
            <a:r>
              <a:rPr b="0" i="0" u="none"/>
              <a:t>The story or the manuscript of a book is copyrighted and not the idea of the book itself. </a:t>
            </a:r>
            <a:endParaRPr/>
          </a:p>
        </p:txBody>
      </p:sp>
      <p:pic>
        <p:nvPicPr>
          <p:cNvPr id="424482410" name="Slide Number Placeholder 4"/>
          <p:cNvPicPr>
            <a:picLocks noChangeAspect="1" noGrp="1"/>
          </p:cNvPicPr>
          <p:nvPr/>
        </p:nvPicPr>
        <p:blipFill>
          <a:blip r:embed="rId3"/>
          <a:stretch/>
        </p:blipFill>
        <p:spPr bwMode="auto">
          <a:xfrm>
            <a:off x="6540500" y="5456237"/>
            <a:ext cx="2798762" cy="24130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7324332" name="Title 1"/>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a:t>How is intellectual Property protected? </a:t>
            </a:r>
            <a:endParaRPr/>
          </a:p>
        </p:txBody>
      </p:sp>
      <p:sp>
        <p:nvSpPr>
          <p:cNvPr id="706302062" name="Content Placeholder 2"/>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Copyright law</a:t>
            </a:r>
            <a:endParaRPr/>
          </a:p>
          <a:p>
            <a:pPr marL="273050" lvl="1" indent="-342900">
              <a:spcBef>
                <a:spcPts val="600"/>
              </a:spcBef>
              <a:buSzPct val="100000"/>
              <a:buFont typeface="Arial"/>
              <a:buChar char=" "/>
              <a:defRPr/>
            </a:pPr>
            <a:r>
              <a:rPr lang="en-US"/>
              <a:t>Protects authored works</a:t>
            </a:r>
            <a:endParaRPr/>
          </a:p>
          <a:p>
            <a:pPr marL="90487" lvl="0" indent="-90487">
              <a:spcBef>
                <a:spcPts val="1300"/>
              </a:spcBef>
              <a:buSzPct val="100000"/>
              <a:buFont typeface="Arial"/>
              <a:buChar char=" "/>
              <a:defRPr/>
            </a:pPr>
            <a:r>
              <a:rPr lang="en-US" b="0" i="0" u="none"/>
              <a:t>Patent law</a:t>
            </a:r>
            <a:endParaRPr/>
          </a:p>
          <a:p>
            <a:pPr marL="273050" lvl="1" indent="-342900">
              <a:spcBef>
                <a:spcPts val="600"/>
              </a:spcBef>
              <a:buSzPct val="100000"/>
              <a:buFont typeface="Arial"/>
              <a:buChar char=" "/>
              <a:defRPr/>
            </a:pPr>
            <a:r>
              <a:rPr lang="en-US" b="0" i="0" u="none"/>
              <a:t>Protects inventions</a:t>
            </a:r>
            <a:endParaRPr/>
          </a:p>
          <a:p>
            <a:pPr marL="90487" lvl="0" indent="-90487">
              <a:spcBef>
                <a:spcPts val="1300"/>
              </a:spcBef>
              <a:buSzPct val="100000"/>
              <a:buFont typeface="Arial"/>
              <a:buChar char=" "/>
              <a:defRPr/>
            </a:pPr>
            <a:r>
              <a:rPr lang="en-US" b="0" i="0" u="none"/>
              <a:t>Trade secret law </a:t>
            </a:r>
            <a:endParaRPr/>
          </a:p>
          <a:p>
            <a:pPr marL="273050" lvl="1" indent="-342900">
              <a:spcBef>
                <a:spcPts val="600"/>
              </a:spcBef>
              <a:buSzPct val="100000"/>
              <a:buFont typeface="Arial"/>
              <a:buChar char=" "/>
              <a:defRPr/>
            </a:pPr>
            <a:r>
              <a:rPr lang="en-US" b="0" i="0" u="none"/>
              <a:t>Helps safeguard information critical to an organization’s success</a:t>
            </a:r>
            <a:endParaRPr/>
          </a:p>
          <a:p>
            <a:pPr marL="90487" lvl="0" indent="-90487">
              <a:spcBef>
                <a:spcPts val="1300"/>
              </a:spcBef>
              <a:buSzPct val="100000"/>
              <a:buFont typeface="Arial"/>
              <a:buChar char=" "/>
              <a:defRPr/>
            </a:pPr>
            <a:endParaRPr/>
          </a:p>
        </p:txBody>
      </p:sp>
      <p:pic>
        <p:nvPicPr>
          <p:cNvPr id="1087741074" name="Slide Number Placeholder 4"/>
          <p:cNvPicPr>
            <a:picLocks noChangeAspect="1" noGrp="1"/>
          </p:cNvPicPr>
          <p:nvPr/>
        </p:nvPicPr>
        <p:blipFill>
          <a:blip r:embed="rId3"/>
          <a:stretch/>
        </p:blipFill>
        <p:spPr bwMode="auto">
          <a:xfrm>
            <a:off x="6540500" y="5456237"/>
            <a:ext cx="2798762" cy="24130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68014857"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Copyrights</a:t>
            </a:r>
            <a:endParaRPr/>
          </a:p>
        </p:txBody>
      </p:sp>
      <p:sp>
        <p:nvSpPr>
          <p:cNvPr id="326406316"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Securing for limited times to authors the exclusive rights to their </a:t>
            </a:r>
            <a:r>
              <a:rPr lang="en-US" b="1" i="0" u="none"/>
              <a:t>writings</a:t>
            </a:r>
            <a:r>
              <a:rPr lang="en-US"/>
              <a:t> and </a:t>
            </a:r>
            <a:r>
              <a:rPr lang="en-US" b="1" i="0" u="none"/>
              <a:t>discoveries</a:t>
            </a:r>
            <a:r>
              <a:rPr lang="en-US"/>
              <a:t>.</a:t>
            </a:r>
            <a:endParaRPr/>
          </a:p>
        </p:txBody>
      </p:sp>
      <p:pic>
        <p:nvPicPr>
          <p:cNvPr id="1228291133"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1470003096"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15637459"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Copyrights</a:t>
            </a:r>
            <a:endParaRPr/>
          </a:p>
        </p:txBody>
      </p:sp>
      <p:sp>
        <p:nvSpPr>
          <p:cNvPr id="1748255979"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Grants creators of original works the exclusive right to: </a:t>
            </a:r>
            <a:endParaRPr/>
          </a:p>
          <a:p>
            <a:pPr marL="273050" lvl="1" indent="-342900">
              <a:spcBef>
                <a:spcPts val="600"/>
              </a:spcBef>
              <a:buSzPct val="100000"/>
              <a:buFont typeface="Arial"/>
              <a:buChar char=" "/>
              <a:defRPr/>
            </a:pPr>
            <a:r>
              <a:rPr lang="en-US"/>
              <a:t>Distribute</a:t>
            </a:r>
            <a:endParaRPr/>
          </a:p>
          <a:p>
            <a:pPr marL="273050" lvl="1" indent="-342900">
              <a:spcBef>
                <a:spcPts val="600"/>
              </a:spcBef>
              <a:buSzPct val="100000"/>
              <a:buFont typeface="Arial"/>
              <a:buChar char=" "/>
              <a:defRPr/>
            </a:pPr>
            <a:r>
              <a:rPr lang="en-US"/>
              <a:t>Display </a:t>
            </a:r>
            <a:endParaRPr/>
          </a:p>
          <a:p>
            <a:pPr marL="273050" lvl="1" indent="-342900">
              <a:spcBef>
                <a:spcPts val="600"/>
              </a:spcBef>
              <a:buSzPct val="100000"/>
              <a:buFont typeface="Arial"/>
              <a:buChar char=" "/>
              <a:defRPr/>
            </a:pPr>
            <a:r>
              <a:rPr lang="en-US"/>
              <a:t>Perform</a:t>
            </a:r>
            <a:endParaRPr/>
          </a:p>
          <a:p>
            <a:pPr marL="273050" lvl="1" indent="-342900">
              <a:spcBef>
                <a:spcPts val="600"/>
              </a:spcBef>
              <a:buSzPct val="100000"/>
              <a:buFont typeface="Arial"/>
              <a:buChar char=" "/>
              <a:defRPr/>
            </a:pPr>
            <a:r>
              <a:rPr lang="en-US"/>
              <a:t>Reproduce work </a:t>
            </a:r>
            <a:endParaRPr/>
          </a:p>
          <a:p>
            <a:pPr marL="273050" lvl="1" indent="-342900">
              <a:spcBef>
                <a:spcPts val="600"/>
              </a:spcBef>
              <a:buSzPct val="100000"/>
              <a:buFont typeface="Arial"/>
              <a:buChar char=" "/>
              <a:defRPr/>
            </a:pPr>
            <a:r>
              <a:rPr lang="en-US"/>
              <a:t>Prepare derivative works based upon the work</a:t>
            </a:r>
            <a:endParaRPr/>
          </a:p>
          <a:p>
            <a:pPr marL="90487" lvl="0" indent="-90487">
              <a:spcBef>
                <a:spcPts val="1300"/>
              </a:spcBef>
              <a:buSzPct val="100000"/>
              <a:buFont typeface="Arial"/>
              <a:buChar char=" "/>
              <a:defRPr/>
            </a:pPr>
            <a:endParaRPr lang="en-US"/>
          </a:p>
          <a:p>
            <a:pPr marL="90487" lvl="0" indent="-90487">
              <a:spcBef>
                <a:spcPts val="1300"/>
              </a:spcBef>
              <a:buSzPct val="100000"/>
              <a:buFont typeface="Arial"/>
              <a:buChar char=" "/>
              <a:defRPr/>
            </a:pPr>
            <a:r>
              <a:rPr lang="en-US"/>
              <a:t>Author may grant exclusive right to others</a:t>
            </a:r>
            <a:endParaRPr/>
          </a:p>
        </p:txBody>
      </p:sp>
      <p:sp>
        <p:nvSpPr>
          <p:cNvPr id="1871599357"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44113256"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What type of  work can be Copyright</a:t>
            </a:r>
            <a:endParaRPr/>
          </a:p>
        </p:txBody>
      </p:sp>
      <p:sp>
        <p:nvSpPr>
          <p:cNvPr id="58338027"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Tangible medium of expression</a:t>
            </a:r>
            <a:endParaRPr/>
          </a:p>
          <a:p>
            <a:pPr marL="90487" lvl="0" indent="-90487">
              <a:spcBef>
                <a:spcPts val="1300"/>
              </a:spcBef>
              <a:buSzPct val="100000"/>
              <a:buFont typeface="Arial"/>
              <a:buChar char=" "/>
              <a:defRPr/>
            </a:pPr>
            <a:endParaRPr lang="en-US"/>
          </a:p>
          <a:p>
            <a:pPr marL="90487" lvl="0" indent="-90487">
              <a:spcBef>
                <a:spcPts val="1300"/>
              </a:spcBef>
              <a:buSzPct val="100000"/>
              <a:buFont typeface="Arial"/>
              <a:buChar char=" "/>
              <a:defRPr/>
            </a:pPr>
            <a:r>
              <a:rPr lang="en-US"/>
              <a:t>Work that is saved in some permanent way so that it can be communicated to some one else at some other time. </a:t>
            </a:r>
            <a:endParaRPr/>
          </a:p>
          <a:p>
            <a:pPr marL="90487" lvl="0" indent="-90487">
              <a:spcBef>
                <a:spcPts val="1300"/>
              </a:spcBef>
              <a:buSzPct val="100000"/>
              <a:buFont typeface="Arial"/>
              <a:buChar char=" "/>
              <a:defRPr/>
            </a:pPr>
            <a:endParaRPr lang="en-US"/>
          </a:p>
          <a:p>
            <a:pPr marL="90487" lvl="0" indent="-90487">
              <a:spcBef>
                <a:spcPts val="1300"/>
              </a:spcBef>
              <a:buSzPct val="100000"/>
              <a:buFont typeface="Arial"/>
              <a:buChar char=" "/>
              <a:defRPr/>
            </a:pPr>
            <a:r>
              <a:rPr lang="en-US"/>
              <a:t>Examples</a:t>
            </a:r>
            <a:endParaRPr/>
          </a:p>
          <a:p>
            <a:pPr marL="273050" lvl="1" indent="-342900">
              <a:spcBef>
                <a:spcPts val="600"/>
              </a:spcBef>
              <a:buSzPct val="100000"/>
              <a:buFont typeface="Arial"/>
              <a:buChar char=" "/>
              <a:defRPr/>
            </a:pPr>
            <a:r>
              <a:rPr lang="en-US" b="0" i="0" u="none"/>
              <a:t>Work may be fixed while transmitting. i.e. Live TV </a:t>
            </a:r>
            <a:endParaRPr/>
          </a:p>
          <a:p>
            <a:pPr marL="273050" lvl="1" indent="-342900">
              <a:spcBef>
                <a:spcPts val="600"/>
              </a:spcBef>
              <a:buSzPct val="100000"/>
              <a:buFont typeface="Arial"/>
              <a:buChar char=" "/>
              <a:defRPr/>
            </a:pPr>
            <a:r>
              <a:rPr lang="en-US" b="0" i="0" u="none"/>
              <a:t>IT related work saved on hard drive or cloud.</a:t>
            </a:r>
            <a:endParaRPr/>
          </a:p>
        </p:txBody>
      </p:sp>
      <p:sp>
        <p:nvSpPr>
          <p:cNvPr id="142847188"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82311367" name="Title 1"/>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Copyright </a:t>
            </a:r>
            <a:r>
              <a:rPr lang="en-US" b="0" i="0" u="none"/>
              <a:t>term</a:t>
            </a:r>
            <a:endParaRPr/>
          </a:p>
        </p:txBody>
      </p:sp>
      <p:sp>
        <p:nvSpPr>
          <p:cNvPr id="2029312532" name="Content Placeholder 2"/>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273050" lvl="1" indent="-342900">
              <a:spcBef>
                <a:spcPts val="600"/>
              </a:spcBef>
              <a:buSzPct val="100000"/>
              <a:buFont typeface="Arial"/>
              <a:buChar char=" "/>
              <a:defRPr/>
            </a:pPr>
            <a:r>
              <a:rPr lang="en-US"/>
              <a:t>Copyright law guarantees developers the rights to their works for a certain amount of time</a:t>
            </a:r>
            <a:endParaRPr/>
          </a:p>
          <a:p>
            <a:pPr marL="90487" lvl="0" indent="-90487">
              <a:spcBef>
                <a:spcPts val="1300"/>
              </a:spcBef>
              <a:buSzPct val="100000"/>
              <a:buFont typeface="Arial"/>
              <a:buChar char=" "/>
              <a:defRPr/>
            </a:pPr>
            <a:endParaRPr lang="en-US"/>
          </a:p>
          <a:p>
            <a:pPr marL="90487" lvl="0" indent="-90487">
              <a:spcBef>
                <a:spcPts val="1300"/>
              </a:spcBef>
              <a:buSzPct val="100000"/>
              <a:buFont typeface="Arial"/>
              <a:buChar char=" "/>
              <a:defRPr/>
            </a:pPr>
            <a:r>
              <a:rPr lang="en-US"/>
              <a:t>Copyright Document </a:t>
            </a:r>
            <a:endParaRPr/>
          </a:p>
          <a:p>
            <a:pPr marL="273050" lvl="1" indent="-342900">
              <a:spcBef>
                <a:spcPts val="600"/>
              </a:spcBef>
              <a:buSzPct val="100000"/>
              <a:buFont typeface="Arial"/>
              <a:buChar char=" "/>
              <a:defRPr/>
            </a:pPr>
            <a:r>
              <a:rPr lang="en-US">
                <a:solidFill>
                  <a:srgbClr val="0D0D0D"/>
                </a:solidFill>
              </a:rPr>
              <a:t>http://www.ipo.gov.pk/uploads/CMS/Copyright_Ordinance_1962.pdf</a:t>
            </a:r>
            <a:endParaRPr/>
          </a:p>
        </p:txBody>
      </p:sp>
      <p:sp>
        <p:nvSpPr>
          <p:cNvPr id="1098455785"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6176296"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Eligible Works</a:t>
            </a:r>
            <a:endParaRPr/>
          </a:p>
        </p:txBody>
      </p:sp>
      <p:sp>
        <p:nvSpPr>
          <p:cNvPr id="190077471"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lnSpc>
                <a:spcPct val="75000"/>
              </a:lnSpc>
              <a:spcBef>
                <a:spcPts val="1300"/>
              </a:spcBef>
              <a:buSzPct val="100000"/>
              <a:buFont typeface="Arial"/>
              <a:buChar char=" "/>
              <a:defRPr/>
            </a:pPr>
            <a:r>
              <a:rPr lang="en-US"/>
              <a:t>Types of work that can be copyrighted</a:t>
            </a:r>
            <a:endParaRPr/>
          </a:p>
          <a:p>
            <a:pPr marL="273050" lvl="1" indent="-342900">
              <a:lnSpc>
                <a:spcPct val="75000"/>
              </a:lnSpc>
              <a:spcBef>
                <a:spcPts val="600"/>
              </a:spcBef>
              <a:buSzPct val="100000"/>
              <a:buFont typeface="Arial"/>
              <a:buChar char=" "/>
              <a:defRPr/>
            </a:pPr>
            <a:r>
              <a:rPr lang="en-US" b="0" i="0" u="none"/>
              <a:t>Architecture</a:t>
            </a:r>
            <a:endParaRPr/>
          </a:p>
          <a:p>
            <a:pPr marL="273050" lvl="1" indent="-342900">
              <a:lnSpc>
                <a:spcPct val="75000"/>
              </a:lnSpc>
              <a:spcBef>
                <a:spcPts val="600"/>
              </a:spcBef>
              <a:buSzPct val="100000"/>
              <a:buFont typeface="Arial"/>
              <a:buChar char=" "/>
              <a:defRPr/>
            </a:pPr>
            <a:r>
              <a:rPr lang="en-US" b="0" i="0" u="none"/>
              <a:t>Art</a:t>
            </a:r>
            <a:endParaRPr/>
          </a:p>
          <a:p>
            <a:pPr marL="273050" lvl="1" indent="-342900">
              <a:lnSpc>
                <a:spcPct val="75000"/>
              </a:lnSpc>
              <a:spcBef>
                <a:spcPts val="600"/>
              </a:spcBef>
              <a:buSzPct val="100000"/>
              <a:buFont typeface="Arial"/>
              <a:buChar char=" "/>
              <a:defRPr/>
            </a:pPr>
            <a:r>
              <a:rPr lang="en-US" b="0" i="0" u="none"/>
              <a:t>Audiovisual works</a:t>
            </a:r>
            <a:endParaRPr/>
          </a:p>
          <a:p>
            <a:pPr marL="273050" lvl="1" indent="-342900">
              <a:lnSpc>
                <a:spcPct val="75000"/>
              </a:lnSpc>
              <a:spcBef>
                <a:spcPts val="600"/>
              </a:spcBef>
              <a:buSzPct val="100000"/>
              <a:buFont typeface="Arial"/>
              <a:buChar char=" "/>
              <a:defRPr/>
            </a:pPr>
            <a:r>
              <a:rPr lang="en-US" b="0" i="0" u="none"/>
              <a:t>Choreography</a:t>
            </a:r>
            <a:endParaRPr/>
          </a:p>
          <a:p>
            <a:pPr marL="273050" lvl="1" indent="-342900">
              <a:lnSpc>
                <a:spcPct val="75000"/>
              </a:lnSpc>
              <a:spcBef>
                <a:spcPts val="600"/>
              </a:spcBef>
              <a:buSzPct val="100000"/>
              <a:buFont typeface="Arial"/>
              <a:buChar char=" "/>
              <a:defRPr/>
            </a:pPr>
            <a:r>
              <a:rPr lang="en-US" b="0" i="0" u="none"/>
              <a:t>Drama</a:t>
            </a:r>
            <a:endParaRPr/>
          </a:p>
          <a:p>
            <a:pPr marL="273050" lvl="1" indent="-342900">
              <a:lnSpc>
                <a:spcPct val="75000"/>
              </a:lnSpc>
              <a:spcBef>
                <a:spcPts val="600"/>
              </a:spcBef>
              <a:buSzPct val="100000"/>
              <a:buFont typeface="Arial"/>
              <a:buChar char=" "/>
              <a:defRPr/>
            </a:pPr>
            <a:r>
              <a:rPr lang="en-US" b="0" i="0" u="none"/>
              <a:t>Graphics</a:t>
            </a:r>
            <a:endParaRPr/>
          </a:p>
          <a:p>
            <a:pPr marL="273050" lvl="1" indent="-342900">
              <a:lnSpc>
                <a:spcPct val="75000"/>
              </a:lnSpc>
              <a:spcBef>
                <a:spcPts val="600"/>
              </a:spcBef>
              <a:buSzPct val="100000"/>
              <a:buFont typeface="Arial"/>
              <a:buChar char=" "/>
              <a:defRPr/>
            </a:pPr>
            <a:r>
              <a:rPr lang="en-US" b="0" i="0" u="none"/>
              <a:t>Literature </a:t>
            </a:r>
            <a:endParaRPr/>
          </a:p>
          <a:p>
            <a:pPr marL="273050" lvl="1" indent="-342900">
              <a:lnSpc>
                <a:spcPct val="75000"/>
              </a:lnSpc>
              <a:spcBef>
                <a:spcPts val="600"/>
              </a:spcBef>
              <a:buSzPct val="100000"/>
              <a:buFont typeface="Arial"/>
              <a:buChar char=" "/>
              <a:defRPr/>
            </a:pPr>
            <a:r>
              <a:rPr lang="en-US" b="0" i="0" u="none"/>
              <a:t>Motion pictures etc. </a:t>
            </a:r>
            <a:endParaRPr/>
          </a:p>
          <a:p>
            <a:pPr marL="273050" lvl="1" indent="-342900">
              <a:lnSpc>
                <a:spcPct val="75000"/>
              </a:lnSpc>
              <a:spcBef>
                <a:spcPts val="600"/>
              </a:spcBef>
              <a:buSzPct val="100000"/>
              <a:buFont typeface="Arial"/>
              <a:buChar char=" "/>
              <a:defRPr/>
            </a:pPr>
            <a:r>
              <a:rPr lang="en-US" b="0" i="0" u="none"/>
              <a:t>and other mentioned in the C</a:t>
            </a:r>
            <a:r>
              <a:rPr lang="en-US" b="0" i="0" u="none">
                <a:solidFill>
                  <a:srgbClr val="0D0D0D"/>
                </a:solidFill>
              </a:rPr>
              <a:t>opyright_Ordinance_1962</a:t>
            </a:r>
            <a:endParaRPr/>
          </a:p>
        </p:txBody>
      </p:sp>
      <p:sp>
        <p:nvSpPr>
          <p:cNvPr id="1578421181"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86206569"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Eligible Works</a:t>
            </a:r>
            <a:endParaRPr/>
          </a:p>
        </p:txBody>
      </p:sp>
      <p:sp>
        <p:nvSpPr>
          <p:cNvPr id="1225621870" name="Rectangle 3"/>
          <p:cNvSpPr>
            <a:spLocks noChangeShapeType="1" noGrp="1"/>
          </p:cNvSpPr>
          <p:nvPr>
            <p:ph type="obj"/>
          </p:nvPr>
        </p:nvSpPr>
        <p:spPr bwMode="auto">
          <a:xfrm>
            <a:off x="533400" y="1600200"/>
            <a:ext cx="8077200" cy="464820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Must fall within one of the preceding categories</a:t>
            </a:r>
            <a:endParaRPr/>
          </a:p>
          <a:p>
            <a:pPr marL="90487" lvl="0" indent="-90487">
              <a:spcBef>
                <a:spcPts val="1300"/>
              </a:spcBef>
              <a:buSzPct val="100000"/>
              <a:buFont typeface="Arial"/>
              <a:buChar char=" "/>
              <a:defRPr/>
            </a:pPr>
            <a:r>
              <a:rPr lang="en-US"/>
              <a:t>Must be original</a:t>
            </a:r>
            <a:endParaRPr/>
          </a:p>
          <a:p>
            <a:pPr marL="273050" lvl="1" indent="-342900">
              <a:spcBef>
                <a:spcPts val="600"/>
              </a:spcBef>
              <a:buSzPct val="100000"/>
              <a:buFont typeface="Arial"/>
              <a:buChar char=" "/>
              <a:defRPr/>
            </a:pPr>
            <a:r>
              <a:rPr lang="en-US"/>
              <a:t>Evaluating originality can cause problems</a:t>
            </a:r>
            <a:endParaRPr/>
          </a:p>
          <a:p>
            <a:pPr marL="273050" lvl="1" indent="-342900">
              <a:spcBef>
                <a:spcPts val="600"/>
              </a:spcBef>
              <a:buSzPct val="100000"/>
              <a:buFont typeface="Arial"/>
              <a:buChar char=" "/>
              <a:defRPr/>
            </a:pPr>
            <a:endParaRPr/>
          </a:p>
          <a:p>
            <a:pPr marL="90487" lvl="0" indent="-90487">
              <a:spcBef>
                <a:spcPts val="1300"/>
              </a:spcBef>
              <a:buSzPct val="100000"/>
              <a:buFont typeface="Arial"/>
              <a:buChar char=" "/>
              <a:defRPr/>
            </a:pPr>
            <a:r>
              <a:rPr lang="en-US" b="0" i="0" u="none"/>
              <a:t>Some works are not eligible for copyright protection ??  </a:t>
            </a:r>
            <a:endParaRPr/>
          </a:p>
          <a:p>
            <a:pPr marL="273050" lvl="1" indent="-342900">
              <a:spcBef>
                <a:spcPts val="600"/>
              </a:spcBef>
              <a:buSzPct val="100000"/>
              <a:buFont typeface="Arial"/>
              <a:buChar char=" "/>
              <a:defRPr/>
            </a:pPr>
            <a:r>
              <a:rPr lang="en-US" b="0" i="0" u="none"/>
              <a:t>Not in a tangible form of expression </a:t>
            </a:r>
            <a:endParaRPr/>
          </a:p>
        </p:txBody>
      </p:sp>
      <p:pic>
        <p:nvPicPr>
          <p:cNvPr id="1422634022"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374201446"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02219188" name="Rectangle 2"/>
          <p:cNvSpPr>
            <a:spLocks noChangeShapeType="1" noGrp="1"/>
          </p:cNvSpPr>
          <p:nvPr>
            <p:ph type="title"/>
          </p:nvPr>
        </p:nvSpPr>
        <p:spPr bwMode="auto">
          <a:xfrm>
            <a:off x="628650" y="465137"/>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Fair use doctrine</a:t>
            </a:r>
            <a:endParaRPr/>
          </a:p>
        </p:txBody>
      </p:sp>
      <p:sp>
        <p:nvSpPr>
          <p:cNvPr id="1973627012" name="Rectangle 3"/>
          <p:cNvSpPr>
            <a:spLocks noChangeShapeType="1" noGrp="1"/>
          </p:cNvSpPr>
          <p:nvPr>
            <p:ph type="obj"/>
          </p:nvPr>
        </p:nvSpPr>
        <p:spPr bwMode="auto">
          <a:xfrm>
            <a:off x="533400" y="1600200"/>
            <a:ext cx="8077200" cy="464820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0" lvl="1" indent="0">
              <a:spcBef>
                <a:spcPts val="600"/>
              </a:spcBef>
              <a:buNone/>
              <a:defRPr/>
            </a:pPr>
            <a:endParaRPr lang="en-US"/>
          </a:p>
          <a:p>
            <a:pPr marL="0" lvl="1" indent="0">
              <a:spcBef>
                <a:spcPts val="600"/>
              </a:spcBef>
              <a:buNone/>
              <a:defRPr/>
            </a:pPr>
            <a:r>
              <a:rPr lang="en-US"/>
              <a:t>Allows portions of copyrighted materials to be used without permission under certain circumstances</a:t>
            </a:r>
            <a:endParaRPr/>
          </a:p>
          <a:p>
            <a:pPr marL="90487" lvl="0" indent="-90487">
              <a:spcBef>
                <a:spcPts val="1300"/>
              </a:spcBef>
              <a:buSzPct val="100000"/>
              <a:buFont typeface="Arial"/>
              <a:buChar char=" "/>
              <a:defRPr/>
            </a:pPr>
            <a:endParaRPr/>
          </a:p>
          <a:p>
            <a:pPr marL="90487" lvl="0" indent="-90487">
              <a:spcBef>
                <a:spcPts val="1300"/>
              </a:spcBef>
              <a:buNone/>
              <a:defRPr/>
            </a:pPr>
            <a:r>
              <a:rPr lang="en-US" b="0" i="0" u="none"/>
              <a:t>Maintains balance between protecting an author’s rights and enabling public access to copyrighted works </a:t>
            </a:r>
            <a:endParaRPr/>
          </a:p>
        </p:txBody>
      </p:sp>
      <p:pic>
        <p:nvPicPr>
          <p:cNvPr id="1271748385"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1211823137"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3932873"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Fair use doctrine</a:t>
            </a:r>
            <a:endParaRPr/>
          </a:p>
        </p:txBody>
      </p:sp>
      <p:sp>
        <p:nvSpPr>
          <p:cNvPr id="2050644925"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Fair use doctrine factors include:</a:t>
            </a:r>
            <a:endParaRPr/>
          </a:p>
          <a:p>
            <a:pPr marL="273050" lvl="1" indent="-342900">
              <a:spcBef>
                <a:spcPts val="600"/>
              </a:spcBef>
              <a:buSzPct val="100000"/>
              <a:buFont typeface="Arial"/>
              <a:buChar char=" "/>
              <a:defRPr/>
            </a:pPr>
            <a:r>
              <a:rPr lang="en-US"/>
              <a:t>Purpose and character of the use</a:t>
            </a:r>
            <a:endParaRPr/>
          </a:p>
          <a:p>
            <a:pPr marL="273050" lvl="1" indent="-342900">
              <a:spcBef>
                <a:spcPts val="600"/>
              </a:spcBef>
              <a:buSzPct val="100000"/>
              <a:buFont typeface="Arial"/>
              <a:buChar char=" "/>
              <a:defRPr/>
            </a:pPr>
            <a:r>
              <a:rPr lang="en-US"/>
              <a:t>Nature of the copyrighted work</a:t>
            </a:r>
            <a:endParaRPr/>
          </a:p>
          <a:p>
            <a:pPr marL="273050" lvl="1" indent="-342900">
              <a:spcBef>
                <a:spcPts val="600"/>
              </a:spcBef>
              <a:buSzPct val="100000"/>
              <a:buFont typeface="Arial"/>
              <a:buChar char=" "/>
              <a:defRPr/>
            </a:pPr>
            <a:r>
              <a:rPr lang="en-US"/>
              <a:t>Portion of the copyrighted work used</a:t>
            </a:r>
            <a:endParaRPr/>
          </a:p>
          <a:p>
            <a:pPr marL="273050" lvl="1" indent="-342900">
              <a:spcBef>
                <a:spcPts val="600"/>
              </a:spcBef>
              <a:buSzPct val="100000"/>
              <a:buFont typeface="Arial"/>
              <a:buChar char=" "/>
              <a:defRPr/>
            </a:pPr>
            <a:r>
              <a:rPr lang="en-US"/>
              <a:t>Effect of the use upon the value of the copyrighted work</a:t>
            </a:r>
            <a:endParaRPr/>
          </a:p>
          <a:p>
            <a:pPr marL="273050" lvl="1" indent="-342900">
              <a:spcBef>
                <a:spcPts val="600"/>
              </a:spcBef>
              <a:buSzPct val="100000"/>
              <a:buFont typeface="Arial"/>
              <a:buChar char=" "/>
              <a:defRPr/>
            </a:pPr>
            <a:endParaRPr/>
          </a:p>
          <a:p>
            <a:pPr marL="90487" lvl="0" indent="-90487">
              <a:spcBef>
                <a:spcPts val="1300"/>
              </a:spcBef>
              <a:buSzPct val="100000"/>
              <a:buFont typeface="Arial"/>
              <a:buChar char=" "/>
              <a:defRPr/>
            </a:pPr>
            <a:r>
              <a:rPr lang="en-US" b="0" i="0" u="none"/>
              <a:t>Key concept: an idea cannot be copyrighted, but the expression of an idea can be</a:t>
            </a:r>
            <a:endParaRPr/>
          </a:p>
          <a:p>
            <a:pPr marL="273050" lvl="1" indent="-342900">
              <a:spcBef>
                <a:spcPts val="600"/>
              </a:spcBef>
              <a:buSzPct val="100000"/>
              <a:buFont typeface="Arial"/>
              <a:buChar char=" "/>
              <a:defRPr/>
            </a:pPr>
            <a:endParaRPr/>
          </a:p>
        </p:txBody>
      </p:sp>
      <p:pic>
        <p:nvPicPr>
          <p:cNvPr id="1236168611"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33458950"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29881581" name="Title 1"/>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Copyright </a:t>
            </a:r>
            <a:r>
              <a:rPr lang="en-US" b="0" i="0" u="none"/>
              <a:t>Infringement</a:t>
            </a:r>
            <a:endParaRPr/>
          </a:p>
        </p:txBody>
      </p:sp>
      <p:sp>
        <p:nvSpPr>
          <p:cNvPr id="2011529770" name="Content Placeholder 2"/>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0" lvl="1" indent="0">
              <a:spcBef>
                <a:spcPts val="600"/>
              </a:spcBef>
              <a:buNone/>
              <a:defRPr/>
            </a:pPr>
            <a:r>
              <a:rPr lang="en-US"/>
              <a:t>Copy substantial and material part of another’s copyrighted work without permission</a:t>
            </a:r>
            <a:endParaRPr/>
          </a:p>
        </p:txBody>
      </p:sp>
      <p:pic>
        <p:nvPicPr>
          <p:cNvPr id="693721888"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990776304"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27850232" name="Title 1"/>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Software copyright protection</a:t>
            </a:r>
            <a:endParaRPr/>
          </a:p>
        </p:txBody>
      </p:sp>
      <p:sp>
        <p:nvSpPr>
          <p:cNvPr id="226838714" name="Content Placeholder 2"/>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0" lvl="0" indent="0">
              <a:lnSpc>
                <a:spcPct val="75000"/>
              </a:lnSpc>
              <a:spcBef>
                <a:spcPts val="1300"/>
              </a:spcBef>
              <a:buNone/>
              <a:defRPr/>
            </a:pPr>
            <a:r>
              <a:rPr lang="en-US"/>
              <a:t>Raises many complicated issues of interpretation</a:t>
            </a:r>
            <a:endParaRPr/>
          </a:p>
          <a:p>
            <a:pPr marL="0" lvl="1" indent="0">
              <a:lnSpc>
                <a:spcPct val="75000"/>
              </a:lnSpc>
              <a:spcBef>
                <a:spcPts val="600"/>
              </a:spcBef>
              <a:buNone/>
              <a:defRPr/>
            </a:pPr>
            <a:endParaRPr/>
          </a:p>
          <a:p>
            <a:pPr marL="0" lvl="0" indent="0">
              <a:lnSpc>
                <a:spcPct val="75000"/>
              </a:lnSpc>
              <a:spcBef>
                <a:spcPts val="1300"/>
              </a:spcBef>
              <a:buSzPct val="100000"/>
              <a:buFont typeface="Arial"/>
              <a:buChar char=" "/>
              <a:defRPr/>
            </a:pPr>
            <a:r>
              <a:rPr b="0" i="0" u="none"/>
              <a:t>For example, a software manufacturer can observe the operation of a </a:t>
            </a:r>
            <a:r>
              <a:rPr b="0" i="0" u="none"/>
              <a:t>competitor’s copyrighted </a:t>
            </a:r>
            <a:r>
              <a:rPr b="0" i="0" u="none"/>
              <a:t>program and then create a program that accomplishes the same result and </a:t>
            </a:r>
            <a:r>
              <a:rPr b="0" i="0" u="none"/>
              <a:t>performs in </a:t>
            </a:r>
            <a:r>
              <a:rPr b="0" i="0" u="none"/>
              <a:t>the same </a:t>
            </a:r>
            <a:r>
              <a:rPr b="0" i="0" u="none"/>
              <a:t>manner.</a:t>
            </a:r>
            <a:endParaRPr/>
          </a:p>
          <a:p>
            <a:pPr marL="0" lvl="0" indent="0">
              <a:lnSpc>
                <a:spcPct val="75000"/>
              </a:lnSpc>
              <a:spcBef>
                <a:spcPts val="1300"/>
              </a:spcBef>
              <a:buSzPct val="100000"/>
              <a:buFont typeface="Arial"/>
              <a:buChar char=" "/>
              <a:defRPr/>
            </a:pPr>
            <a:endParaRPr lang="en-US"/>
          </a:p>
          <a:p>
            <a:pPr marL="0" lvl="0" indent="0">
              <a:lnSpc>
                <a:spcPct val="75000"/>
              </a:lnSpc>
              <a:spcBef>
                <a:spcPts val="1300"/>
              </a:spcBef>
              <a:buSzPct val="100000"/>
              <a:buFont typeface="Arial"/>
              <a:buChar char=" "/>
              <a:defRPr/>
            </a:pPr>
            <a:r>
              <a:rPr lang="en-US" b="0" i="0" u="none"/>
              <a:t>T</a:t>
            </a:r>
            <a:r>
              <a:rPr b="0" i="0" u="none"/>
              <a:t>wo </a:t>
            </a:r>
            <a:r>
              <a:rPr b="0" i="0" u="none"/>
              <a:t>software manufacturers could conceivably develop </a:t>
            </a:r>
            <a:r>
              <a:rPr b="0" i="0" u="none"/>
              <a:t>separate programs </a:t>
            </a:r>
            <a:r>
              <a:rPr b="0" i="0" u="none"/>
              <a:t>for a simple game such as tic-tac-toe without infringing the other’s copyright.</a:t>
            </a:r>
            <a:endParaRPr/>
          </a:p>
        </p:txBody>
      </p:sp>
      <p:pic>
        <p:nvPicPr>
          <p:cNvPr id="597820008"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402507880"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05624349"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Patents</a:t>
            </a:r>
            <a:endParaRPr/>
          </a:p>
        </p:txBody>
      </p:sp>
      <p:sp>
        <p:nvSpPr>
          <p:cNvPr id="2055033640"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Grant of property right to inventors</a:t>
            </a:r>
            <a:endParaRPr/>
          </a:p>
          <a:p>
            <a:pPr marL="90487" lvl="0" indent="-90487">
              <a:spcBef>
                <a:spcPts val="1300"/>
              </a:spcBef>
              <a:buSzPct val="100000"/>
              <a:buFont typeface="Arial"/>
              <a:buChar char=" "/>
              <a:defRPr/>
            </a:pPr>
            <a:r>
              <a:rPr lang="en-US"/>
              <a:t>Permits an owner to exclude the public from making, using, or selling the protected invention</a:t>
            </a:r>
            <a:endParaRPr/>
          </a:p>
          <a:p>
            <a:pPr marL="90487" lvl="0" indent="-90487">
              <a:spcBef>
                <a:spcPts val="1300"/>
              </a:spcBef>
              <a:buSzPct val="100000"/>
              <a:buFont typeface="Arial"/>
              <a:buChar char=" "/>
              <a:defRPr/>
            </a:pPr>
            <a:r>
              <a:rPr lang="en-US"/>
              <a:t>Allows legal action against violators</a:t>
            </a:r>
            <a:endParaRPr/>
          </a:p>
          <a:p>
            <a:pPr marL="90487" lvl="0" indent="-90487">
              <a:spcBef>
                <a:spcPts val="1300"/>
              </a:spcBef>
              <a:buSzPct val="100000"/>
              <a:buFont typeface="Arial"/>
              <a:buChar char=" "/>
              <a:defRPr/>
            </a:pPr>
            <a:r>
              <a:rPr lang="en-US"/>
              <a:t>Prevents independent creation as well as copying</a:t>
            </a:r>
            <a:endParaRPr/>
          </a:p>
        </p:txBody>
      </p:sp>
      <p:pic>
        <p:nvPicPr>
          <p:cNvPr id="355533180"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803064988"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79745511"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How to obtain a Patent?</a:t>
            </a:r>
            <a:endParaRPr/>
          </a:p>
        </p:txBody>
      </p:sp>
      <p:sp>
        <p:nvSpPr>
          <p:cNvPr id="339040405"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lnSpc>
                <a:spcPct val="75000"/>
              </a:lnSpc>
              <a:spcBef>
                <a:spcPts val="1300"/>
              </a:spcBef>
              <a:buSzPct val="100000"/>
              <a:buFont typeface="Arial"/>
              <a:buChar char=" "/>
              <a:defRPr/>
            </a:pPr>
            <a:endParaRPr lang="en-US" sz="2200"/>
          </a:p>
          <a:p>
            <a:pPr marL="90487" lvl="0" indent="-90487">
              <a:lnSpc>
                <a:spcPct val="75000"/>
              </a:lnSpc>
              <a:spcBef>
                <a:spcPts val="1300"/>
              </a:spcBef>
              <a:buSzPct val="100000"/>
              <a:buFont typeface="Arial"/>
              <a:buChar char=" "/>
              <a:defRPr/>
            </a:pPr>
            <a:r>
              <a:rPr lang="en-US" sz="2200"/>
              <a:t>Applicant must file with the Patent organization</a:t>
            </a:r>
            <a:endParaRPr/>
          </a:p>
          <a:p>
            <a:pPr marL="273050" lvl="1" indent="-342900">
              <a:lnSpc>
                <a:spcPct val="75000"/>
              </a:lnSpc>
              <a:spcBef>
                <a:spcPts val="600"/>
              </a:spcBef>
              <a:buSzPct val="100000"/>
              <a:buFont typeface="Arial"/>
              <a:buChar char=" "/>
              <a:defRPr/>
            </a:pPr>
            <a:r>
              <a:rPr lang="en-US" sz="2200"/>
              <a:t>Organization searches </a:t>
            </a:r>
            <a:r>
              <a:rPr lang="en-US" sz="2200" b="1" i="0" u="none"/>
              <a:t>prior art, existing patents and published material in the same area.</a:t>
            </a:r>
            <a:endParaRPr/>
          </a:p>
          <a:p>
            <a:pPr marL="273050" lvl="1" indent="-342900">
              <a:lnSpc>
                <a:spcPct val="75000"/>
              </a:lnSpc>
              <a:spcBef>
                <a:spcPts val="600"/>
              </a:spcBef>
              <a:buSzPct val="100000"/>
              <a:buFont typeface="Arial"/>
              <a:buChar char=" "/>
              <a:defRPr/>
            </a:pPr>
            <a:endParaRPr lang="en-US" sz="2200"/>
          </a:p>
          <a:p>
            <a:pPr marL="273050" lvl="1" indent="-342900">
              <a:lnSpc>
                <a:spcPct val="75000"/>
              </a:lnSpc>
              <a:spcBef>
                <a:spcPts val="600"/>
              </a:spcBef>
              <a:buSzPct val="100000"/>
              <a:buFont typeface="Arial"/>
              <a:buChar char=" "/>
              <a:defRPr/>
            </a:pPr>
            <a:r>
              <a:rPr lang="en-US" sz="2200"/>
              <a:t>Takes an average of 25  months from filing an application until application is issued as a patent or abandoned</a:t>
            </a:r>
            <a:endParaRPr/>
          </a:p>
          <a:p>
            <a:pPr marL="90487" lvl="0" indent="-90487">
              <a:lnSpc>
                <a:spcPct val="75000"/>
              </a:lnSpc>
              <a:spcBef>
                <a:spcPts val="1300"/>
              </a:spcBef>
              <a:buSzPct val="100000"/>
              <a:buFont typeface="Arial"/>
              <a:buChar char=" "/>
              <a:defRPr/>
            </a:pPr>
            <a:endParaRPr lang="en-US" sz="2200"/>
          </a:p>
          <a:p>
            <a:pPr marL="90487" lvl="0" indent="-90487">
              <a:lnSpc>
                <a:spcPct val="75000"/>
              </a:lnSpc>
              <a:spcBef>
                <a:spcPts val="1300"/>
              </a:spcBef>
              <a:buSzPct val="100000"/>
              <a:buFont typeface="Arial"/>
              <a:buChar char=" "/>
              <a:defRPr/>
            </a:pPr>
            <a:r>
              <a:rPr lang="en-US" sz="2200" b="0" i="0" u="none"/>
              <a:t>Prior art</a:t>
            </a:r>
            <a:endParaRPr/>
          </a:p>
          <a:p>
            <a:pPr marL="273050" lvl="1" indent="-342900">
              <a:lnSpc>
                <a:spcPct val="75000"/>
              </a:lnSpc>
              <a:spcBef>
                <a:spcPts val="600"/>
              </a:spcBef>
              <a:buSzPct val="100000"/>
              <a:buFont typeface="Arial"/>
              <a:buChar char=" "/>
              <a:defRPr/>
            </a:pPr>
            <a:r>
              <a:rPr lang="en-US" sz="2200" b="0" i="0" u="none"/>
              <a:t>Existing body of knowledge </a:t>
            </a:r>
            <a:endParaRPr/>
          </a:p>
          <a:p>
            <a:pPr marL="273050" lvl="1" indent="-342900">
              <a:lnSpc>
                <a:spcPct val="75000"/>
              </a:lnSpc>
              <a:spcBef>
                <a:spcPts val="600"/>
              </a:spcBef>
              <a:buSzPct val="100000"/>
              <a:buFont typeface="Arial"/>
              <a:buChar char=" "/>
              <a:defRPr/>
            </a:pPr>
            <a:r>
              <a:rPr lang="en-US" sz="2200" b="0" i="0" u="none"/>
              <a:t>Available to a person of ordinary skill in the art</a:t>
            </a:r>
            <a:endParaRPr/>
          </a:p>
        </p:txBody>
      </p:sp>
      <p:pic>
        <p:nvPicPr>
          <p:cNvPr id="1793014708"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1837758509"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85260043"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Invention must pass</a:t>
            </a:r>
            <a:endParaRPr/>
          </a:p>
        </p:txBody>
      </p:sp>
      <p:sp>
        <p:nvSpPr>
          <p:cNvPr id="2011813944"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lnSpc>
                <a:spcPct val="65000"/>
              </a:lnSpc>
              <a:spcBef>
                <a:spcPts val="1300"/>
              </a:spcBef>
              <a:buSzPct val="100000"/>
              <a:buFont typeface="Arial"/>
              <a:buChar char=" "/>
              <a:defRPr/>
            </a:pPr>
            <a:r>
              <a:rPr lang="en-US" sz="2200"/>
              <a:t>An invention must pass four tests</a:t>
            </a:r>
            <a:endParaRPr/>
          </a:p>
          <a:p>
            <a:pPr marL="273050" lvl="1" indent="-342900">
              <a:lnSpc>
                <a:spcPct val="65000"/>
              </a:lnSpc>
              <a:spcBef>
                <a:spcPts val="600"/>
              </a:spcBef>
              <a:buSzPct val="100000"/>
              <a:buFont typeface="Arial"/>
              <a:buChar char=" "/>
              <a:defRPr/>
            </a:pPr>
            <a:r>
              <a:rPr lang="en-US" sz="2200" b="0" i="0" u="none"/>
              <a:t>Must be in one of the five statutory classes of items</a:t>
            </a:r>
            <a:endParaRPr/>
          </a:p>
          <a:p>
            <a:pPr marL="547687" lvl="2" indent="-547687">
              <a:lnSpc>
                <a:spcPct val="65000"/>
              </a:lnSpc>
              <a:spcBef>
                <a:spcPts val="600"/>
              </a:spcBef>
              <a:buSzPct val="100000"/>
              <a:buFont typeface="Arial"/>
              <a:buChar char=" "/>
              <a:defRPr/>
            </a:pPr>
            <a:r>
              <a:rPr lang="en-US" sz="1900" b="0" i="1" u="none"/>
              <a:t>Process, machine, manufactures, composition of matter, new uses in any of previous</a:t>
            </a:r>
            <a:endParaRPr/>
          </a:p>
          <a:p>
            <a:pPr marL="273050" lvl="1" indent="-342900">
              <a:lnSpc>
                <a:spcPct val="65000"/>
              </a:lnSpc>
              <a:spcBef>
                <a:spcPts val="600"/>
              </a:spcBef>
              <a:buSzPct val="100000"/>
              <a:buFont typeface="Arial"/>
              <a:buChar char=" "/>
              <a:defRPr/>
            </a:pPr>
            <a:r>
              <a:rPr lang="en-US" sz="2200" b="0" i="0" u="none"/>
              <a:t>Must be useful</a:t>
            </a:r>
            <a:endParaRPr/>
          </a:p>
          <a:p>
            <a:pPr marL="273050" lvl="1" indent="-342900">
              <a:lnSpc>
                <a:spcPct val="65000"/>
              </a:lnSpc>
              <a:spcBef>
                <a:spcPts val="600"/>
              </a:spcBef>
              <a:buSzPct val="100000"/>
              <a:buFont typeface="Arial"/>
              <a:buChar char=" "/>
              <a:defRPr/>
            </a:pPr>
            <a:r>
              <a:rPr lang="en-US" sz="2200" b="0" i="0" u="none"/>
              <a:t>Must be novel</a:t>
            </a:r>
            <a:endParaRPr/>
          </a:p>
          <a:p>
            <a:pPr marL="273050" lvl="1" indent="-342900">
              <a:lnSpc>
                <a:spcPct val="65000"/>
              </a:lnSpc>
              <a:spcBef>
                <a:spcPts val="600"/>
              </a:spcBef>
              <a:buSzPct val="100000"/>
              <a:buFont typeface="Arial"/>
              <a:buChar char=" "/>
              <a:defRPr/>
            </a:pPr>
            <a:r>
              <a:rPr lang="en-US" sz="2200" b="0" i="0" u="none"/>
              <a:t>Must not be obvious to a person having ordinary skill in the same field</a:t>
            </a:r>
            <a:endParaRPr/>
          </a:p>
          <a:p>
            <a:pPr marL="90487" lvl="0" indent="-90487">
              <a:lnSpc>
                <a:spcPct val="65000"/>
              </a:lnSpc>
              <a:spcBef>
                <a:spcPts val="1300"/>
              </a:spcBef>
              <a:buNone/>
              <a:defRPr/>
            </a:pPr>
            <a:r>
              <a:rPr lang="en-US" sz="2200" b="0" i="0" u="none"/>
              <a:t>Items cannot be patented if they are:</a:t>
            </a:r>
            <a:endParaRPr/>
          </a:p>
          <a:p>
            <a:pPr marL="273050" lvl="1" indent="-342900">
              <a:lnSpc>
                <a:spcPct val="65000"/>
              </a:lnSpc>
              <a:spcBef>
                <a:spcPts val="600"/>
              </a:spcBef>
              <a:buSzPct val="100000"/>
              <a:buFont typeface="Arial"/>
              <a:buChar char=" "/>
              <a:defRPr/>
            </a:pPr>
            <a:r>
              <a:rPr lang="en-US" sz="2200" b="0" i="0" u="none"/>
              <a:t>Abstract ideas</a:t>
            </a:r>
            <a:endParaRPr/>
          </a:p>
          <a:p>
            <a:pPr marL="273050" lvl="1" indent="-342900">
              <a:lnSpc>
                <a:spcPct val="65000"/>
              </a:lnSpc>
              <a:spcBef>
                <a:spcPts val="600"/>
              </a:spcBef>
              <a:buSzPct val="100000"/>
              <a:buFont typeface="Arial"/>
              <a:buChar char=" "/>
              <a:defRPr/>
            </a:pPr>
            <a:r>
              <a:rPr lang="en-US" sz="2200" b="0" i="0" u="none"/>
              <a:t>Laws of nature</a:t>
            </a:r>
            <a:endParaRPr/>
          </a:p>
          <a:p>
            <a:pPr marL="273050" lvl="1" indent="-342900">
              <a:lnSpc>
                <a:spcPct val="65000"/>
              </a:lnSpc>
              <a:spcBef>
                <a:spcPts val="600"/>
              </a:spcBef>
              <a:buSzPct val="100000"/>
              <a:buFont typeface="Arial"/>
              <a:buChar char=" "/>
              <a:defRPr/>
            </a:pPr>
            <a:r>
              <a:rPr lang="en-US" sz="2200" b="0" i="0" u="none"/>
              <a:t>Natural phenomena</a:t>
            </a:r>
            <a:endParaRPr/>
          </a:p>
        </p:txBody>
      </p:sp>
      <p:pic>
        <p:nvPicPr>
          <p:cNvPr id="545529338"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436657372"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08972828" name="Rectangle 2"/>
          <p:cNvSpPr>
            <a:spLocks noChangeShapeType="1" noGrp="1"/>
          </p:cNvSpPr>
          <p:nvPr>
            <p:ph type="title"/>
          </p:nvPr>
        </p:nvSpPr>
        <p:spPr bwMode="auto">
          <a:xfrm>
            <a:off x="506412" y="533400"/>
            <a:ext cx="8080375" cy="1658937"/>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Patent infringement</a:t>
            </a:r>
            <a:endParaRPr/>
          </a:p>
        </p:txBody>
      </p:sp>
      <p:sp>
        <p:nvSpPr>
          <p:cNvPr id="623832971"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273050" lvl="1" indent="-342900">
              <a:spcBef>
                <a:spcPts val="600"/>
              </a:spcBef>
              <a:buSzPct val="100000"/>
              <a:buFont typeface="Arial"/>
              <a:buChar char=" "/>
              <a:defRPr/>
            </a:pPr>
            <a:r>
              <a:rPr lang="en-US"/>
              <a:t>Making unauthorized use of another’s patent</a:t>
            </a:r>
            <a:endParaRPr/>
          </a:p>
          <a:p>
            <a:pPr marL="273050" lvl="1" indent="-342900">
              <a:spcBef>
                <a:spcPts val="600"/>
              </a:spcBef>
              <a:buSzPct val="100000"/>
              <a:buFont typeface="Arial"/>
              <a:buChar char=" "/>
              <a:defRPr/>
            </a:pPr>
            <a:r>
              <a:rPr lang="en-US"/>
              <a:t>No specified limit to the monetary penalty</a:t>
            </a:r>
            <a:endParaRPr/>
          </a:p>
          <a:p>
            <a:pPr marL="273050" lvl="1" indent="-342900">
              <a:spcBef>
                <a:spcPts val="600"/>
              </a:spcBef>
              <a:buSzPct val="100000"/>
              <a:buFont typeface="Arial"/>
              <a:buChar char=" "/>
              <a:defRPr/>
            </a:pPr>
            <a:endParaRPr/>
          </a:p>
          <a:p>
            <a:pPr marL="90487" lvl="0" indent="-90487">
              <a:spcBef>
                <a:spcPts val="1300"/>
              </a:spcBef>
              <a:buSzPct val="100000"/>
              <a:buFont typeface="Arial"/>
              <a:buChar char=" "/>
              <a:defRPr/>
            </a:pPr>
            <a:r>
              <a:rPr lang="en-US"/>
              <a:t>many software patent infringements are for independent inventions—the same invention discovered by two different parties without knowledge of the other’s work.</a:t>
            </a:r>
            <a:endParaRPr/>
          </a:p>
          <a:p>
            <a:pPr marL="90487" lvl="0" indent="-90487">
              <a:spcBef>
                <a:spcPts val="1300"/>
              </a:spcBef>
              <a:buSzPct val="100000"/>
              <a:buFont typeface="Arial"/>
              <a:buChar char=" "/>
              <a:defRPr/>
            </a:pPr>
            <a:endParaRPr lang="en-US"/>
          </a:p>
          <a:p>
            <a:pPr marL="90487" lvl="0" indent="-90487">
              <a:spcBef>
                <a:spcPts val="1300"/>
              </a:spcBef>
              <a:buSzPct val="100000"/>
              <a:buFont typeface="Arial"/>
              <a:buChar char=" "/>
              <a:defRPr/>
            </a:pPr>
            <a:r>
              <a:rPr lang="en-US"/>
              <a:t>Before obtaining a software patent, do a patent search</a:t>
            </a:r>
            <a:endParaRPr/>
          </a:p>
          <a:p>
            <a:pPr marL="90487" lvl="0" indent="-90487">
              <a:spcBef>
                <a:spcPts val="1300"/>
              </a:spcBef>
              <a:buSzPct val="100000"/>
              <a:buFont typeface="Arial"/>
              <a:buChar char=" "/>
              <a:defRPr/>
            </a:pPr>
            <a:endParaRPr/>
          </a:p>
          <a:p>
            <a:pPr marL="273050" lvl="1" indent="-342900">
              <a:spcBef>
                <a:spcPts val="600"/>
              </a:spcBef>
              <a:buSzPct val="100000"/>
              <a:buFont typeface="Arial"/>
              <a:buChar char=" "/>
              <a:defRPr/>
            </a:pPr>
            <a:endParaRPr/>
          </a:p>
        </p:txBody>
      </p:sp>
      <p:pic>
        <p:nvPicPr>
          <p:cNvPr id="334210250"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540711181"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78229401" name="Title 1"/>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Software patent</a:t>
            </a:r>
            <a:br>
              <a:rPr lang="en-US"/>
            </a:br>
            <a:endParaRPr lang="en-US"/>
          </a:p>
        </p:txBody>
      </p:sp>
      <p:sp>
        <p:nvSpPr>
          <p:cNvPr id="1192882342" name="Content Placeholder 2"/>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0" lvl="1" indent="0">
              <a:spcBef>
                <a:spcPts val="600"/>
              </a:spcBef>
              <a:buNone/>
              <a:defRPr/>
            </a:pPr>
            <a:r>
              <a:rPr lang="en-US"/>
              <a:t>Protects feature, function, or process embodied in instructions executed on a computer</a:t>
            </a:r>
            <a:endParaRPr/>
          </a:p>
          <a:p>
            <a:pPr marL="90487" lvl="0" indent="-90487">
              <a:spcBef>
                <a:spcPts val="1300"/>
              </a:spcBef>
              <a:buSzPct val="100000"/>
              <a:buFont typeface="Arial"/>
              <a:buChar char=" "/>
              <a:defRPr/>
            </a:pPr>
            <a:r>
              <a:rPr lang="en-US" b="0" i="0" u="none"/>
              <a:t>Applications software, business software, expert systems, and system software have been patented, as well as such software processes as compilation routines, editing and control functions, and operating system techniques. </a:t>
            </a:r>
            <a:endParaRPr/>
          </a:p>
          <a:p>
            <a:pPr marL="90487" lvl="0" indent="-90487">
              <a:spcBef>
                <a:spcPts val="1300"/>
              </a:spcBef>
              <a:buSzPct val="100000"/>
              <a:buFont typeface="Arial"/>
              <a:buChar char=" "/>
              <a:defRPr/>
            </a:pPr>
            <a:endParaRPr lang="en-US"/>
          </a:p>
          <a:p>
            <a:pPr marL="90487" lvl="0" indent="-90487">
              <a:spcBef>
                <a:spcPts val="1300"/>
              </a:spcBef>
              <a:buSzPct val="100000"/>
              <a:buFont typeface="Arial"/>
              <a:buChar char=" "/>
              <a:defRPr/>
            </a:pPr>
            <a:r>
              <a:rPr lang="en-US" b="0" i="0" u="none"/>
              <a:t>Even electronic font types and icons have been patented.</a:t>
            </a:r>
            <a:endParaRPr/>
          </a:p>
        </p:txBody>
      </p:sp>
      <p:pic>
        <p:nvPicPr>
          <p:cNvPr id="447598586" name="Footer Placeholder 3"/>
          <p:cNvPicPr>
            <a:picLocks noChangeAspect="1" noGrp="1"/>
          </p:cNvPicPr>
          <p:nvPr/>
        </p:nvPicPr>
        <p:blipFill>
          <a:blip r:embed="rId3"/>
          <a:stretch/>
        </p:blipFill>
        <p:spPr bwMode="auto">
          <a:xfrm>
            <a:off x="512762" y="6553200"/>
            <a:ext cx="3773487" cy="268287"/>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8723830"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Software cross-licensing </a:t>
            </a:r>
            <a:r>
              <a:rPr lang="en-US" b="0" i="0" u="none"/>
              <a:t>Agreements</a:t>
            </a:r>
            <a:endParaRPr/>
          </a:p>
        </p:txBody>
      </p:sp>
      <p:sp>
        <p:nvSpPr>
          <p:cNvPr id="1440244382"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0" lvl="1" indent="0">
              <a:lnSpc>
                <a:spcPct val="75000"/>
              </a:lnSpc>
              <a:spcBef>
                <a:spcPts val="600"/>
              </a:spcBef>
              <a:buNone/>
              <a:defRPr/>
            </a:pPr>
            <a:endParaRPr lang="en-US" sz="2200"/>
          </a:p>
          <a:p>
            <a:pPr marL="0" lvl="1" indent="0">
              <a:lnSpc>
                <a:spcPct val="75000"/>
              </a:lnSpc>
              <a:spcBef>
                <a:spcPts val="600"/>
              </a:spcBef>
              <a:buNone/>
              <a:defRPr/>
            </a:pPr>
            <a:r>
              <a:rPr lang="en-US" sz="2200"/>
              <a:t>Large software companies agree not to sue each other over patent infringements</a:t>
            </a:r>
            <a:endParaRPr/>
          </a:p>
          <a:p>
            <a:pPr marL="0" lvl="1" indent="0">
              <a:lnSpc>
                <a:spcPct val="75000"/>
              </a:lnSpc>
              <a:spcBef>
                <a:spcPts val="600"/>
              </a:spcBef>
              <a:buNone/>
              <a:defRPr/>
            </a:pPr>
            <a:endParaRPr lang="en-US" sz="2200"/>
          </a:p>
          <a:p>
            <a:pPr marL="0" lvl="1" indent="0">
              <a:lnSpc>
                <a:spcPct val="75000"/>
              </a:lnSpc>
              <a:spcBef>
                <a:spcPts val="600"/>
              </a:spcBef>
              <a:buNone/>
              <a:defRPr/>
            </a:pPr>
            <a:r>
              <a:rPr lang="en-US" sz="2200"/>
              <a:t>Small businesses have no choice but to license patents if they use them</a:t>
            </a:r>
            <a:endParaRPr/>
          </a:p>
          <a:p>
            <a:pPr marL="0" lvl="1" indent="0">
              <a:lnSpc>
                <a:spcPct val="75000"/>
              </a:lnSpc>
              <a:spcBef>
                <a:spcPts val="600"/>
              </a:spcBef>
              <a:buNone/>
              <a:defRPr/>
            </a:pPr>
            <a:endParaRPr/>
          </a:p>
          <a:p>
            <a:pPr marL="0" lvl="0" indent="0">
              <a:lnSpc>
                <a:spcPct val="75000"/>
              </a:lnSpc>
              <a:spcBef>
                <a:spcPts val="1300"/>
              </a:spcBef>
              <a:buNone/>
              <a:defRPr/>
            </a:pPr>
            <a:r>
              <a:rPr sz="2200" b="0" i="0" u="none"/>
              <a:t>S</a:t>
            </a:r>
            <a:r>
              <a:rPr sz="2200" b="0" i="0" u="none"/>
              <a:t>mall </a:t>
            </a:r>
            <a:r>
              <a:rPr sz="2200" b="0" i="0" u="none"/>
              <a:t>businesses are generally unsuccessful in enforcing their patents against </a:t>
            </a:r>
            <a:r>
              <a:rPr sz="2200" b="0" i="0" u="none"/>
              <a:t>larger companies.</a:t>
            </a:r>
            <a:endParaRPr/>
          </a:p>
          <a:p>
            <a:pPr marL="0" lvl="0" indent="0">
              <a:lnSpc>
                <a:spcPct val="75000"/>
              </a:lnSpc>
              <a:spcBef>
                <a:spcPts val="1300"/>
              </a:spcBef>
              <a:buNone/>
              <a:defRPr/>
            </a:pPr>
            <a:endParaRPr lang="en-US" sz="2200"/>
          </a:p>
          <a:p>
            <a:pPr marL="0" lvl="0" indent="0">
              <a:lnSpc>
                <a:spcPct val="75000"/>
              </a:lnSpc>
              <a:spcBef>
                <a:spcPts val="1300"/>
              </a:spcBef>
              <a:buNone/>
              <a:defRPr/>
            </a:pPr>
            <a:r>
              <a:rPr sz="2200" b="0" i="0" u="none"/>
              <a:t>Average patent lawsuit costs $3 - $10 million </a:t>
            </a:r>
            <a:endParaRPr/>
          </a:p>
        </p:txBody>
      </p:sp>
      <p:pic>
        <p:nvPicPr>
          <p:cNvPr id="982510940"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376125882"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19840168" name="Rectangle 2"/>
          <p:cNvSpPr>
            <a:spLocks noChangeShapeType="1" noGrp="1"/>
          </p:cNvSpPr>
          <p:nvPr>
            <p:ph type="title"/>
          </p:nvPr>
        </p:nvSpPr>
        <p:spPr bwMode="auto">
          <a:xfrm>
            <a:off x="506412" y="500062"/>
            <a:ext cx="8066087" cy="1252537"/>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Defensive publishing</a:t>
            </a:r>
            <a:endParaRPr/>
          </a:p>
        </p:txBody>
      </p:sp>
      <p:sp>
        <p:nvSpPr>
          <p:cNvPr id="568394801"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273050" lvl="1" indent="-342900">
              <a:spcBef>
                <a:spcPts val="600"/>
              </a:spcBef>
              <a:buSzPct val="100000"/>
              <a:buFont typeface="Arial"/>
              <a:buChar char=" "/>
              <a:defRPr/>
            </a:pPr>
            <a:r>
              <a:rPr lang="en-US"/>
              <a:t>Alternative to filing for patents</a:t>
            </a:r>
            <a:endParaRPr/>
          </a:p>
          <a:p>
            <a:pPr marL="273050" lvl="1" indent="-342900">
              <a:spcBef>
                <a:spcPts val="600"/>
              </a:spcBef>
              <a:buSzPct val="100000"/>
              <a:buFont typeface="Arial"/>
              <a:buChar char=" "/>
              <a:defRPr/>
            </a:pPr>
            <a:r>
              <a:rPr lang="en-US"/>
              <a:t>Company publishes a description of the innovation</a:t>
            </a:r>
            <a:endParaRPr/>
          </a:p>
          <a:p>
            <a:pPr marL="273050" lvl="1" indent="-342900">
              <a:spcBef>
                <a:spcPts val="600"/>
              </a:spcBef>
              <a:buSzPct val="100000"/>
              <a:buFont typeface="Arial"/>
              <a:buChar char=" "/>
              <a:defRPr/>
            </a:pPr>
            <a:r>
              <a:rPr lang="en-US"/>
              <a:t>Establishes the idea’s legal existence as prior art</a:t>
            </a:r>
            <a:endParaRPr/>
          </a:p>
          <a:p>
            <a:pPr marL="273050" lvl="1" indent="-342900">
              <a:spcBef>
                <a:spcPts val="600"/>
              </a:spcBef>
              <a:buSzPct val="100000"/>
              <a:buFont typeface="Arial"/>
              <a:buChar char=" "/>
              <a:defRPr/>
            </a:pPr>
            <a:r>
              <a:rPr lang="en-US"/>
              <a:t>Costs mere hundreds of dollars</a:t>
            </a:r>
            <a:endParaRPr/>
          </a:p>
          <a:p>
            <a:pPr marL="273050" lvl="1" indent="-342900">
              <a:spcBef>
                <a:spcPts val="600"/>
              </a:spcBef>
              <a:buSzPct val="100000"/>
              <a:buFont typeface="Arial"/>
              <a:buChar char=" "/>
              <a:defRPr/>
            </a:pPr>
            <a:r>
              <a:rPr lang="en-US"/>
              <a:t>No lawyers</a:t>
            </a:r>
            <a:endParaRPr/>
          </a:p>
          <a:p>
            <a:pPr marL="273050" lvl="1" indent="-342900">
              <a:spcBef>
                <a:spcPts val="600"/>
              </a:spcBef>
              <a:buSzPct val="100000"/>
              <a:buFont typeface="Arial"/>
              <a:buChar char=" "/>
              <a:defRPr/>
            </a:pPr>
            <a:r>
              <a:rPr lang="en-US"/>
              <a:t>Fast</a:t>
            </a:r>
            <a:endParaRPr/>
          </a:p>
        </p:txBody>
      </p:sp>
      <p:pic>
        <p:nvPicPr>
          <p:cNvPr id="2113857356"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200815243"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95411036"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b="1" i="0" u="none"/>
              <a:t>Submarine patent</a:t>
            </a:r>
            <a:endParaRPr/>
          </a:p>
        </p:txBody>
      </p:sp>
      <p:sp>
        <p:nvSpPr>
          <p:cNvPr id="1503729911"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b="1" i="0" u="none"/>
              <a:t>Standard</a:t>
            </a:r>
            <a:r>
              <a:rPr lang="en-US"/>
              <a:t> is a definition or format</a:t>
            </a:r>
            <a:endParaRPr/>
          </a:p>
          <a:p>
            <a:pPr marL="273050" lvl="1" indent="-342900">
              <a:spcBef>
                <a:spcPts val="600"/>
              </a:spcBef>
              <a:buSzPct val="100000"/>
              <a:buFont typeface="Arial"/>
              <a:buChar char=" "/>
              <a:defRPr/>
            </a:pPr>
            <a:r>
              <a:rPr lang="en-US"/>
              <a:t>Approved by recognized standards organization or accepted as a de facto standard by the industry</a:t>
            </a:r>
            <a:endParaRPr/>
          </a:p>
          <a:p>
            <a:pPr marL="273050" lvl="1" indent="-342900">
              <a:spcBef>
                <a:spcPts val="600"/>
              </a:spcBef>
              <a:buSzPct val="100000"/>
              <a:buFont typeface="Arial"/>
              <a:buChar char=" "/>
              <a:defRPr/>
            </a:pPr>
            <a:r>
              <a:rPr lang="en-US"/>
              <a:t>Enables hardware and software from different manufacturers to work together</a:t>
            </a:r>
            <a:endParaRPr/>
          </a:p>
          <a:p>
            <a:pPr marL="273050" lvl="1" indent="-342900">
              <a:spcBef>
                <a:spcPts val="600"/>
              </a:spcBef>
              <a:buSzPct val="100000"/>
              <a:buFont typeface="Arial"/>
              <a:buChar char=" "/>
              <a:defRPr/>
            </a:pPr>
            <a:endParaRPr/>
          </a:p>
          <a:p>
            <a:pPr marL="90487" lvl="0" indent="-90487">
              <a:spcBef>
                <a:spcPts val="1300"/>
              </a:spcBef>
              <a:buSzPct val="100000"/>
              <a:buFont typeface="Arial"/>
              <a:buChar char=" "/>
              <a:defRPr/>
            </a:pPr>
            <a:r>
              <a:rPr lang="en-US" b="1" i="0" u="none"/>
              <a:t>Submarine Patent </a:t>
            </a:r>
            <a:endParaRPr/>
          </a:p>
          <a:p>
            <a:pPr marL="273050" lvl="1" indent="-342900">
              <a:spcBef>
                <a:spcPts val="600"/>
              </a:spcBef>
              <a:buSzPct val="100000"/>
              <a:buFont typeface="Arial"/>
              <a:buChar char=" "/>
              <a:defRPr/>
            </a:pPr>
            <a:r>
              <a:rPr lang="en-US" b="0" i="0" u="none"/>
              <a:t>Patented process/invention hidden within a standard </a:t>
            </a:r>
            <a:endParaRPr/>
          </a:p>
          <a:p>
            <a:pPr marL="273050" lvl="1" indent="-342900">
              <a:spcBef>
                <a:spcPts val="600"/>
              </a:spcBef>
              <a:buSzPct val="100000"/>
              <a:buFont typeface="Arial"/>
              <a:buChar char=" "/>
              <a:defRPr/>
            </a:pPr>
            <a:r>
              <a:rPr lang="en-US" b="0" i="0" u="none"/>
              <a:t>Does not surface until standard is broadly adopted</a:t>
            </a:r>
            <a:endParaRPr/>
          </a:p>
        </p:txBody>
      </p:sp>
      <p:pic>
        <p:nvPicPr>
          <p:cNvPr id="948669339" name="Footer Placeholder 3"/>
          <p:cNvPicPr>
            <a:picLocks noChangeAspect="1" noGrp="1"/>
          </p:cNvPicPr>
          <p:nvPr/>
        </p:nvPicPr>
        <p:blipFill>
          <a:blip r:embed="rId3"/>
          <a:stretch/>
        </p:blipFill>
        <p:spPr bwMode="auto">
          <a:xfrm>
            <a:off x="512762" y="6553200"/>
            <a:ext cx="3773487" cy="268287"/>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986638" name="Title 1"/>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a:t>EXAMPLE</a:t>
            </a:r>
            <a:endParaRPr/>
          </a:p>
        </p:txBody>
      </p:sp>
      <p:sp>
        <p:nvSpPr>
          <p:cNvPr id="99109390" name="Content Placeholder 2"/>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An inventor or company may be able to predict the future direction of a particular technology, or the activities of their competitors. In doing so, a patent application could be filed in the US which is not allowed to proceed to grant, but rather is kept pending. Because there was no pre-grant publication of patent applications in the US before 2000, a third party may then develop a product, which is covered by the scope of the submarine patent, unaware of the pending application. Once the product is on the market, the patent application can then be allowed to proceed to grant. The patentee can then demand a royalty from the unsuspecting third party.</a:t>
            </a:r>
            <a:endParaRPr/>
          </a:p>
        </p:txBody>
      </p:sp>
      <p:pic>
        <p:nvPicPr>
          <p:cNvPr id="361644971"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1677275934" name="Slide Number Placeholder 4"/>
          <p:cNvSpPr txBox="1">
            <a:spLocks noChangeShapeType="1" noGrp="1"/>
          </p:cNvSpPr>
          <p:nvPr/>
        </p:nvSpPr>
        <p:spPr bwMode="auto">
          <a:xfrm>
            <a:off x="6540500" y="5829300"/>
            <a:ext cx="2195512" cy="1397000"/>
          </a:xfrm>
          <a:prstGeom prst="rect">
            <a:avLst/>
          </a:prstGeom>
          <a:noFill/>
        </p:spPr>
        <p:txBody>
          <a:bodyPr lIns="91440" tIns="45720" rIns="91440" bIns="45720" anchor="b"/>
          <a:lstStyle/>
          <a:p>
            <a:pPr>
              <a:defRPr/>
            </a:pP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9693502" name="Title 1"/>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a:t>Example</a:t>
            </a:r>
            <a:endParaRPr/>
          </a:p>
        </p:txBody>
      </p:sp>
      <p:sp>
        <p:nvSpPr>
          <p:cNvPr id="115782066" name="Content Placeholder 2"/>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For example, under the old system, someone in 1950 could have filed a patent on, say, a packet-based computer network router, though there were as yet hardly any computers to speak of. By requesting repeated "continuations" during the patent application process, the filer could force the patent to be delayed indefinitely until packet-based routers started to come onto the market, say in 1970. The filer then stops requesting continuations, the patent issues, and the patent-seeker can collect royalties on network routers for 17 years from that point, until 1987</a:t>
            </a:r>
            <a:endParaRPr/>
          </a:p>
        </p:txBody>
      </p:sp>
      <p:pic>
        <p:nvPicPr>
          <p:cNvPr id="1962081519"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329215912" name="Slide Number Placeholder 4"/>
          <p:cNvSpPr txBox="1">
            <a:spLocks noChangeShapeType="1" noGrp="1"/>
          </p:cNvSpPr>
          <p:nvPr/>
        </p:nvSpPr>
        <p:spPr bwMode="auto">
          <a:xfrm>
            <a:off x="6540500" y="5829300"/>
            <a:ext cx="2195512" cy="1397000"/>
          </a:xfrm>
          <a:prstGeom prst="rect">
            <a:avLst/>
          </a:prstGeom>
          <a:noFill/>
        </p:spPr>
        <p:txBody>
          <a:bodyPr lIns="91440" tIns="45720" rIns="91440" bIns="45720" anchor="b"/>
          <a:lstStyle/>
          <a:p>
            <a:pPr>
              <a:defRPr/>
            </a:pP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5348378" name="Rectangle 1026"/>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Patents (cont’d.)</a:t>
            </a:r>
            <a:endParaRPr/>
          </a:p>
        </p:txBody>
      </p:sp>
      <p:sp>
        <p:nvSpPr>
          <p:cNvPr id="1774908030" name="Rectangle 1027"/>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b="1" i="0" u="none"/>
              <a:t>Patent farming </a:t>
            </a:r>
            <a:r>
              <a:rPr lang="en-US"/>
              <a:t>involves:</a:t>
            </a:r>
            <a:endParaRPr/>
          </a:p>
          <a:p>
            <a:pPr marL="0" lvl="1" indent="0">
              <a:spcBef>
                <a:spcPts val="600"/>
              </a:spcBef>
              <a:buNone/>
              <a:defRPr/>
            </a:pPr>
            <a:r>
              <a:rPr lang="en-US" b="0" i="0" u="none"/>
              <a:t>Influencing a standards organization to make use of a patented item without revealing the existence of the patent</a:t>
            </a:r>
            <a:endParaRPr/>
          </a:p>
          <a:p>
            <a:pPr marL="0" lvl="1" indent="0">
              <a:spcBef>
                <a:spcPts val="600"/>
              </a:spcBef>
              <a:buNone/>
              <a:defRPr/>
            </a:pPr>
            <a:endParaRPr lang="en-US"/>
          </a:p>
          <a:p>
            <a:pPr marL="0" lvl="1" indent="0">
              <a:spcBef>
                <a:spcPts val="600"/>
              </a:spcBef>
              <a:buNone/>
              <a:defRPr/>
            </a:pPr>
            <a:r>
              <a:rPr lang="en-US" b="0" i="0" u="none"/>
              <a:t>Demanding royalties from all parties that use the standard</a:t>
            </a:r>
            <a:endParaRPr/>
          </a:p>
          <a:p>
            <a:pPr marL="0" lvl="1" indent="0">
              <a:spcBef>
                <a:spcPts val="600"/>
              </a:spcBef>
              <a:buSzPct val="100000"/>
              <a:buFont typeface="Arial"/>
              <a:buChar char=" "/>
              <a:defRPr/>
            </a:pPr>
            <a:endParaRPr/>
          </a:p>
        </p:txBody>
      </p:sp>
      <p:pic>
        <p:nvPicPr>
          <p:cNvPr id="1222484520"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1787888448"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9740041" name="Title 1"/>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a:t>Patent Troll</a:t>
            </a:r>
            <a:endParaRPr/>
          </a:p>
        </p:txBody>
      </p:sp>
      <p:sp>
        <p:nvSpPr>
          <p:cNvPr id="96236473" name="Content Placeholder 2"/>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A </a:t>
            </a:r>
            <a:r>
              <a:rPr lang="en-US" b="1" i="0" u="none"/>
              <a:t>patent troll </a:t>
            </a:r>
            <a:r>
              <a:rPr lang="en-US"/>
              <a:t>is a person or company whose main business or purpose is to sue other people or companies or patent infringement.</a:t>
            </a:r>
            <a:endParaRPr/>
          </a:p>
        </p:txBody>
      </p:sp>
      <p:pic>
        <p:nvPicPr>
          <p:cNvPr id="291307936" name="Footer Placeholder 3"/>
          <p:cNvPicPr>
            <a:picLocks noChangeAspect="1" noGrp="1"/>
          </p:cNvPicPr>
          <p:nvPr/>
        </p:nvPicPr>
        <p:blipFill>
          <a:blip r:embed="rId3"/>
          <a:stretch/>
        </p:blipFill>
        <p:spPr bwMode="auto">
          <a:xfrm>
            <a:off x="512762" y="6553200"/>
            <a:ext cx="3773487" cy="268287"/>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62191201" name="Title 1"/>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a:t>Patent Troll</a:t>
            </a:r>
            <a:endParaRPr/>
          </a:p>
        </p:txBody>
      </p:sp>
      <p:sp>
        <p:nvSpPr>
          <p:cNvPr id="197620161" name="Content Placeholder 2"/>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Example</a:t>
            </a:r>
            <a:endParaRPr/>
          </a:p>
          <a:p>
            <a:pPr marL="90487" lvl="0" indent="-90487">
              <a:spcBef>
                <a:spcPts val="1300"/>
              </a:spcBef>
              <a:buSzPct val="100000"/>
              <a:buFont typeface="Arial"/>
              <a:buChar char=" "/>
              <a:defRPr/>
            </a:pPr>
            <a:r>
              <a:rPr lang="en-US"/>
              <a:t>For example, John Doe buys a patent for the design and manufacture of a flat, rotating disc used to hold objects on a countertop or other flat surface. John Doe has no intention of manufacturing this item; he simply invests $25,000 to buy the patent and then sues every manufacturer of lazy Susans, record players, Asian restaurant table manufacturer, and cabinet-organizer manufacturer he can find. John Doe sends a letter to these people that states they are infringing on his patent. John Doe requests payment for the damages or threatens to sue the manufacturer in court.</a:t>
            </a:r>
            <a:endParaRPr/>
          </a:p>
        </p:txBody>
      </p:sp>
      <p:pic>
        <p:nvPicPr>
          <p:cNvPr id="1100621986" name="Footer Placeholder 3"/>
          <p:cNvPicPr>
            <a:picLocks noChangeAspect="1" noGrp="1"/>
          </p:cNvPicPr>
          <p:nvPr/>
        </p:nvPicPr>
        <p:blipFill>
          <a:blip r:embed="rId3"/>
          <a:stretch/>
        </p:blipFill>
        <p:spPr bwMode="auto">
          <a:xfrm>
            <a:off x="512762" y="6553200"/>
            <a:ext cx="3773487" cy="268287"/>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95507445"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Trade Secrets</a:t>
            </a:r>
            <a:endParaRPr/>
          </a:p>
        </p:txBody>
      </p:sp>
      <p:sp>
        <p:nvSpPr>
          <p:cNvPr id="576917080"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Trade secret</a:t>
            </a:r>
            <a:endParaRPr/>
          </a:p>
          <a:p>
            <a:pPr marL="273050" lvl="1" indent="-342900">
              <a:spcBef>
                <a:spcPts val="600"/>
              </a:spcBef>
              <a:buSzPct val="100000"/>
              <a:buFont typeface="Arial"/>
              <a:buChar char=" "/>
              <a:defRPr/>
            </a:pPr>
            <a:r>
              <a:rPr lang="en-US"/>
              <a:t>Business information </a:t>
            </a:r>
            <a:endParaRPr/>
          </a:p>
          <a:p>
            <a:pPr marL="273050" lvl="1" indent="-342900">
              <a:spcBef>
                <a:spcPts val="600"/>
              </a:spcBef>
              <a:buSzPct val="100000"/>
              <a:buFont typeface="Arial"/>
              <a:buChar char=" "/>
              <a:defRPr/>
            </a:pPr>
            <a:r>
              <a:rPr lang="en-US"/>
              <a:t>Represents something of economic value</a:t>
            </a:r>
            <a:endParaRPr/>
          </a:p>
          <a:p>
            <a:pPr marL="273050" lvl="1" indent="-342900">
              <a:spcBef>
                <a:spcPts val="600"/>
              </a:spcBef>
              <a:buSzPct val="100000"/>
              <a:buFont typeface="Arial"/>
              <a:buChar char=" "/>
              <a:defRPr/>
            </a:pPr>
            <a:r>
              <a:rPr lang="en-US"/>
              <a:t>Requires an effort or cost to develop</a:t>
            </a:r>
            <a:endParaRPr/>
          </a:p>
          <a:p>
            <a:pPr marL="273050" lvl="1" indent="-342900">
              <a:spcBef>
                <a:spcPts val="600"/>
              </a:spcBef>
              <a:buSzPct val="100000"/>
              <a:buFont typeface="Arial"/>
              <a:buChar char=" "/>
              <a:defRPr/>
            </a:pPr>
            <a:r>
              <a:rPr lang="en-US"/>
              <a:t>Some degree of uniqueness or novelty</a:t>
            </a:r>
            <a:endParaRPr/>
          </a:p>
          <a:p>
            <a:pPr marL="273050" lvl="1" indent="-342900">
              <a:spcBef>
                <a:spcPts val="600"/>
              </a:spcBef>
              <a:buSzPct val="100000"/>
              <a:buFont typeface="Arial"/>
              <a:buChar char=" "/>
              <a:defRPr/>
            </a:pPr>
            <a:r>
              <a:rPr lang="en-US"/>
              <a:t>Generally unknown to the public</a:t>
            </a:r>
            <a:endParaRPr/>
          </a:p>
          <a:p>
            <a:pPr marL="273050" lvl="1" indent="-342900">
              <a:spcBef>
                <a:spcPts val="600"/>
              </a:spcBef>
              <a:buSzPct val="100000"/>
              <a:buFont typeface="Arial"/>
              <a:buChar char=" "/>
              <a:defRPr/>
            </a:pPr>
            <a:r>
              <a:rPr lang="en-US"/>
              <a:t>Kept confidential</a:t>
            </a:r>
            <a:endParaRPr/>
          </a:p>
          <a:p>
            <a:pPr marL="90487" lvl="0" indent="-90487">
              <a:spcBef>
                <a:spcPts val="1300"/>
              </a:spcBef>
              <a:buSzPct val="100000"/>
              <a:buFont typeface="Arial"/>
              <a:buChar char=" "/>
              <a:defRPr/>
            </a:pPr>
            <a:r>
              <a:rPr lang="en-US"/>
              <a:t>Information is only considered a trade secret if the company takes steps to protect it</a:t>
            </a:r>
            <a:endParaRPr/>
          </a:p>
        </p:txBody>
      </p:sp>
      <p:sp>
        <p:nvSpPr>
          <p:cNvPr id="1398305678" name="Footer Placeholder 3"/>
          <p:cNvSpPr txBox="1">
            <a:spLocks noChangeShapeType="1" noGrp="1"/>
          </p:cNvSpPr>
          <p:nvPr/>
        </p:nvSpPr>
        <p:spPr bwMode="auto">
          <a:xfrm>
            <a:off x="514350" y="6554787"/>
            <a:ext cx="3771900" cy="228600"/>
          </a:xfrm>
          <a:prstGeom prst="rect">
            <a:avLst/>
          </a:prstGeom>
          <a:noFill/>
        </p:spPr>
        <p:txBody>
          <a:bodyPr lIns="91440" tIns="45720" rIns="91440" bIns="45720" anchor="ctr" anchorCtr="0"/>
          <a:lstStyle/>
          <a:p>
            <a:pPr>
              <a:defRPr/>
            </a:pPr>
            <a:endParaRPr sz="1400"/>
          </a:p>
        </p:txBody>
      </p:sp>
      <p:sp>
        <p:nvSpPr>
          <p:cNvPr id="1795101808"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38492136" name="Rectangle 1026"/>
          <p:cNvSpPr>
            <a:spLocks noChangeShapeType="1" noGrp="1"/>
          </p:cNvSpPr>
          <p:nvPr>
            <p:ph type="title"/>
          </p:nvPr>
        </p:nvSpPr>
        <p:spPr bwMode="auto">
          <a:xfrm>
            <a:off x="514350" y="457200"/>
            <a:ext cx="8078787" cy="1658937"/>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Trade Secrets (cont’d.)</a:t>
            </a:r>
            <a:endParaRPr/>
          </a:p>
        </p:txBody>
      </p:sp>
      <p:sp>
        <p:nvSpPr>
          <p:cNvPr id="2081431588" name="Rectangle 1027"/>
          <p:cNvSpPr>
            <a:spLocks noChangeShapeType="1" noGrp="1"/>
          </p:cNvSpPr>
          <p:nvPr>
            <p:ph type="obj"/>
          </p:nvPr>
        </p:nvSpPr>
        <p:spPr bwMode="auto">
          <a:xfrm>
            <a:off x="522287" y="1708150"/>
            <a:ext cx="8077200" cy="457200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Trade secret law has a few key advantages over patents and copyrights</a:t>
            </a:r>
            <a:endParaRPr/>
          </a:p>
          <a:p>
            <a:pPr marL="273050" lvl="1" indent="-342900">
              <a:spcBef>
                <a:spcPts val="600"/>
              </a:spcBef>
              <a:buSzPct val="100000"/>
              <a:buFont typeface="Arial"/>
              <a:buChar char=" "/>
              <a:defRPr/>
            </a:pPr>
            <a:r>
              <a:rPr lang="en-US"/>
              <a:t>No time limitations</a:t>
            </a:r>
            <a:endParaRPr/>
          </a:p>
          <a:p>
            <a:pPr marL="273050" lvl="1" indent="-342900">
              <a:spcBef>
                <a:spcPts val="600"/>
              </a:spcBef>
              <a:buSzPct val="100000"/>
              <a:buFont typeface="Arial"/>
              <a:buChar char=" "/>
              <a:defRPr/>
            </a:pPr>
            <a:r>
              <a:rPr lang="en-US"/>
              <a:t>No need to file an application</a:t>
            </a:r>
            <a:endParaRPr/>
          </a:p>
          <a:p>
            <a:pPr marL="273050" lvl="1" indent="-342900">
              <a:spcBef>
                <a:spcPts val="600"/>
              </a:spcBef>
              <a:buSzPct val="100000"/>
              <a:buFont typeface="Arial"/>
              <a:buChar char=" "/>
              <a:defRPr/>
            </a:pPr>
            <a:r>
              <a:rPr lang="en-US"/>
              <a:t>Patents can be ruled invalid by courts</a:t>
            </a:r>
            <a:endParaRPr/>
          </a:p>
          <a:p>
            <a:pPr marL="273050" lvl="1" indent="-342900">
              <a:spcBef>
                <a:spcPts val="600"/>
              </a:spcBef>
              <a:buSzPct val="100000"/>
              <a:buFont typeface="Arial"/>
              <a:buChar char=" "/>
              <a:defRPr/>
            </a:pPr>
            <a:r>
              <a:rPr lang="en-US"/>
              <a:t>No filing or application fees</a:t>
            </a:r>
            <a:endParaRPr/>
          </a:p>
          <a:p>
            <a:pPr marL="90487" lvl="0" indent="-90487">
              <a:spcBef>
                <a:spcPts val="1300"/>
              </a:spcBef>
              <a:buSzPct val="100000"/>
              <a:buFont typeface="Arial"/>
              <a:buChar char=" "/>
              <a:defRPr/>
            </a:pPr>
            <a:r>
              <a:rPr lang="en-US"/>
              <a:t>Law doesn’t prevent someone from using the same idea if it is developed independently</a:t>
            </a:r>
            <a:endParaRPr/>
          </a:p>
          <a:p>
            <a:pPr marL="90487" lvl="0" indent="-90487">
              <a:spcBef>
                <a:spcPts val="1300"/>
              </a:spcBef>
              <a:buSzPct val="100000"/>
              <a:buFont typeface="Arial"/>
              <a:buChar char=" "/>
              <a:defRPr/>
            </a:pPr>
            <a:r>
              <a:rPr lang="en-US"/>
              <a:t>Trade secret law varies greatly from country to country</a:t>
            </a:r>
            <a:endParaRPr/>
          </a:p>
        </p:txBody>
      </p:sp>
      <p:pic>
        <p:nvPicPr>
          <p:cNvPr id="1957167218"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365450319"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28248436" name="Title 1"/>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Employees and Trade Secrets</a:t>
            </a:r>
            <a:endParaRPr/>
          </a:p>
        </p:txBody>
      </p:sp>
      <p:sp>
        <p:nvSpPr>
          <p:cNvPr id="1674032303" name="Content Placeholder 2"/>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lnSpc>
                <a:spcPct val="75000"/>
              </a:lnSpc>
              <a:spcBef>
                <a:spcPts val="1300"/>
              </a:spcBef>
              <a:buSzPct val="100000"/>
              <a:buFont typeface="Arial"/>
              <a:buChar char=" "/>
              <a:defRPr/>
            </a:pPr>
            <a:r>
              <a:rPr lang="en-US"/>
              <a:t>Employees are the greatest threat to trade secrets</a:t>
            </a:r>
            <a:endParaRPr/>
          </a:p>
          <a:p>
            <a:pPr marL="90487" lvl="0" indent="-90487">
              <a:lnSpc>
                <a:spcPct val="75000"/>
              </a:lnSpc>
              <a:spcBef>
                <a:spcPts val="1300"/>
              </a:spcBef>
              <a:buSzPct val="100000"/>
              <a:buFont typeface="Arial"/>
              <a:buChar char=" "/>
              <a:defRPr/>
            </a:pPr>
            <a:endParaRPr lang="en-US"/>
          </a:p>
          <a:p>
            <a:pPr marL="90487" lvl="0" indent="-90487">
              <a:lnSpc>
                <a:spcPct val="75000"/>
              </a:lnSpc>
              <a:spcBef>
                <a:spcPts val="1300"/>
              </a:spcBef>
              <a:buSzPct val="100000"/>
              <a:buFont typeface="Arial"/>
              <a:buChar char=" "/>
              <a:defRPr/>
            </a:pPr>
            <a:r>
              <a:rPr lang="en-US"/>
              <a:t>Unauthorized use of an employer’s customer list</a:t>
            </a:r>
            <a:endParaRPr/>
          </a:p>
          <a:p>
            <a:pPr marL="273050" lvl="1" indent="-342900">
              <a:lnSpc>
                <a:spcPct val="75000"/>
              </a:lnSpc>
              <a:spcBef>
                <a:spcPts val="600"/>
              </a:spcBef>
              <a:buSzPct val="100000"/>
              <a:buFont typeface="Arial"/>
              <a:buChar char=" "/>
              <a:defRPr/>
            </a:pPr>
            <a:r>
              <a:rPr lang="en-US"/>
              <a:t>Customer list is not automatically considered a trade secret</a:t>
            </a:r>
            <a:endParaRPr/>
          </a:p>
          <a:p>
            <a:pPr marL="273050" lvl="1" indent="-342900">
              <a:lnSpc>
                <a:spcPct val="75000"/>
              </a:lnSpc>
              <a:spcBef>
                <a:spcPts val="600"/>
              </a:spcBef>
              <a:buSzPct val="100000"/>
              <a:buFont typeface="Arial"/>
              <a:buChar char=" "/>
              <a:defRPr/>
            </a:pPr>
            <a:r>
              <a:rPr lang="en-US"/>
              <a:t>Educate workers about the confidentiality of lists</a:t>
            </a:r>
            <a:endParaRPr/>
          </a:p>
          <a:p>
            <a:pPr marL="90487" lvl="0" indent="-90487">
              <a:lnSpc>
                <a:spcPct val="75000"/>
              </a:lnSpc>
              <a:spcBef>
                <a:spcPts val="1300"/>
              </a:spcBef>
              <a:buSzPct val="100000"/>
              <a:buFont typeface="Arial"/>
              <a:buChar char=" "/>
              <a:defRPr/>
            </a:pPr>
            <a:endParaRPr/>
          </a:p>
          <a:p>
            <a:pPr marL="273050" lvl="1" indent="-342900">
              <a:lnSpc>
                <a:spcPct val="75000"/>
              </a:lnSpc>
              <a:spcBef>
                <a:spcPts val="600"/>
              </a:spcBef>
              <a:buNone/>
              <a:defRPr/>
            </a:pPr>
            <a:r>
              <a:rPr lang="en-US" b="0" i="0" u="none"/>
              <a:t>Court  must consider: </a:t>
            </a:r>
            <a:endParaRPr/>
          </a:p>
          <a:p>
            <a:pPr marL="273050" lvl="1" indent="-342900">
              <a:lnSpc>
                <a:spcPct val="75000"/>
              </a:lnSpc>
              <a:spcBef>
                <a:spcPts val="600"/>
              </a:spcBef>
              <a:buNone/>
              <a:defRPr/>
            </a:pPr>
            <a:r>
              <a:rPr lang="en-US" b="0" i="0" u="none"/>
              <a:t> </a:t>
            </a:r>
            <a:r>
              <a:rPr lang="en-US" b="0" i="0" u="none"/>
              <a:t>	did the firm take steps to keep the list secret?</a:t>
            </a:r>
            <a:endParaRPr/>
          </a:p>
          <a:p>
            <a:pPr marL="273050" lvl="1" indent="-342900">
              <a:lnSpc>
                <a:spcPct val="75000"/>
              </a:lnSpc>
              <a:spcBef>
                <a:spcPts val="600"/>
              </a:spcBef>
              <a:buNone/>
              <a:defRPr/>
            </a:pPr>
            <a:r>
              <a:rPr lang="en-US" b="0" i="0" u="none"/>
              <a:t>	did the firm expend money or effort to develop the customer list?</a:t>
            </a:r>
            <a:endParaRPr/>
          </a:p>
          <a:p>
            <a:pPr marL="90487" lvl="0" indent="-90487">
              <a:lnSpc>
                <a:spcPct val="75000"/>
              </a:lnSpc>
              <a:spcBef>
                <a:spcPts val="1300"/>
              </a:spcBef>
              <a:buSzPct val="100000"/>
              <a:buFont typeface="Arial"/>
              <a:buChar char=" "/>
              <a:defRPr/>
            </a:pPr>
            <a:endParaRPr/>
          </a:p>
        </p:txBody>
      </p:sp>
      <p:pic>
        <p:nvPicPr>
          <p:cNvPr id="1219089428"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1598628276"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94386748" name="Title 1"/>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Nondisclosure clauses</a:t>
            </a:r>
            <a:endParaRPr/>
          </a:p>
        </p:txBody>
      </p:sp>
      <p:sp>
        <p:nvSpPr>
          <p:cNvPr id="1518283274" name="Content Placeholder 2"/>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endParaRPr lang="en-US"/>
          </a:p>
          <a:p>
            <a:pPr marL="90487" lvl="0" indent="-90487">
              <a:spcBef>
                <a:spcPts val="1300"/>
              </a:spcBef>
              <a:buSzPct val="100000"/>
              <a:buFont typeface="Arial"/>
              <a:buChar char=" "/>
              <a:defRPr/>
            </a:pPr>
            <a:r>
              <a:rPr lang="en-US"/>
              <a:t>Nondisclosure clauses in employee’s contract</a:t>
            </a:r>
            <a:endParaRPr/>
          </a:p>
          <a:p>
            <a:pPr marL="273050" lvl="1" indent="-342900">
              <a:spcBef>
                <a:spcPts val="600"/>
              </a:spcBef>
              <a:buSzPct val="100000"/>
              <a:buFont typeface="Arial"/>
              <a:buChar char=" "/>
              <a:defRPr/>
            </a:pPr>
            <a:r>
              <a:rPr lang="en-US"/>
              <a:t>The employees cannot take copies of software programs</a:t>
            </a:r>
            <a:endParaRPr/>
          </a:p>
          <a:p>
            <a:pPr marL="273050" lvl="1" indent="-342900">
              <a:spcBef>
                <a:spcPts val="600"/>
              </a:spcBef>
              <a:buSzPct val="100000"/>
              <a:buFont typeface="Arial"/>
              <a:buChar char=" "/>
              <a:defRPr/>
            </a:pPr>
            <a:r>
              <a:rPr lang="en-US"/>
              <a:t>The employees cannot reveal details of software owned by the organization. </a:t>
            </a:r>
            <a:endParaRPr/>
          </a:p>
          <a:p>
            <a:pPr marL="273050" lvl="1" indent="-342900">
              <a:spcBef>
                <a:spcPts val="600"/>
              </a:spcBef>
              <a:buSzPct val="100000"/>
              <a:buFont typeface="Arial"/>
              <a:buChar char=" "/>
              <a:defRPr/>
            </a:pPr>
            <a:endParaRPr/>
          </a:p>
          <a:p>
            <a:pPr marL="90487" lvl="0" indent="-90487">
              <a:spcBef>
                <a:spcPts val="1300"/>
              </a:spcBef>
              <a:buSzPct val="100000"/>
              <a:buFont typeface="Arial"/>
              <a:buChar char=" "/>
              <a:defRPr/>
            </a:pPr>
            <a:r>
              <a:rPr lang="en-US" b="0" i="0" u="none"/>
              <a:t>Enforcement can be difficult</a:t>
            </a:r>
            <a:endParaRPr/>
          </a:p>
          <a:p>
            <a:pPr marL="90487" lvl="0" indent="-90487">
              <a:spcBef>
                <a:spcPts val="1300"/>
              </a:spcBef>
              <a:buSzPct val="100000"/>
              <a:buFont typeface="Arial"/>
              <a:buChar char=" "/>
              <a:defRPr/>
            </a:pPr>
            <a:r>
              <a:rPr lang="en-US" b="0" i="0" u="none"/>
              <a:t>Confidentiality issues are reviewed at the exit interview</a:t>
            </a:r>
            <a:endParaRPr/>
          </a:p>
          <a:p>
            <a:pPr marL="273050" lvl="1" indent="-342900">
              <a:spcBef>
                <a:spcPts val="600"/>
              </a:spcBef>
              <a:buNone/>
              <a:defRPr/>
            </a:pPr>
            <a:endParaRPr/>
          </a:p>
          <a:p>
            <a:pPr marL="90487" lvl="0" indent="-90487">
              <a:spcBef>
                <a:spcPts val="1300"/>
              </a:spcBef>
              <a:buSzPct val="100000"/>
              <a:buFont typeface="Arial"/>
              <a:buChar char=" "/>
              <a:defRPr/>
            </a:pPr>
            <a:endParaRPr/>
          </a:p>
        </p:txBody>
      </p:sp>
      <p:pic>
        <p:nvPicPr>
          <p:cNvPr id="1654748669"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521428876"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962356"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Non-compete </a:t>
            </a:r>
            <a:r>
              <a:rPr lang="en-US" b="0" i="0" u="none"/>
              <a:t>agreements</a:t>
            </a:r>
            <a:endParaRPr/>
          </a:p>
        </p:txBody>
      </p:sp>
      <p:sp>
        <p:nvSpPr>
          <p:cNvPr id="1374943465"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273050" lvl="1" indent="-342900">
              <a:spcBef>
                <a:spcPts val="600"/>
              </a:spcBef>
              <a:buSzPct val="100000"/>
              <a:buFont typeface="Arial"/>
              <a:buChar char=" "/>
              <a:defRPr/>
            </a:pPr>
            <a:endParaRPr/>
          </a:p>
          <a:p>
            <a:pPr marL="90487" lvl="0" indent="-90487">
              <a:spcBef>
                <a:spcPts val="1300"/>
              </a:spcBef>
              <a:buSzPct val="100000"/>
              <a:buFont typeface="Arial"/>
              <a:buChar char=" "/>
              <a:defRPr/>
            </a:pPr>
            <a:r>
              <a:rPr lang="en-US" b="0" i="0" u="none"/>
              <a:t>Protect intellectual property from being used by competitors when key employees leave</a:t>
            </a:r>
            <a:endParaRPr/>
          </a:p>
          <a:p>
            <a:pPr marL="90487" lvl="0" indent="-90487">
              <a:spcBef>
                <a:spcPts val="1300"/>
              </a:spcBef>
              <a:buSzPct val="100000"/>
              <a:buFont typeface="Arial"/>
              <a:buChar char=" "/>
              <a:defRPr/>
            </a:pPr>
            <a:endParaRPr lang="en-US"/>
          </a:p>
          <a:p>
            <a:pPr marL="90487" lvl="0" indent="-90487">
              <a:spcBef>
                <a:spcPts val="1300"/>
              </a:spcBef>
              <a:buSzPct val="100000"/>
              <a:buFont typeface="Arial"/>
              <a:buChar char=" "/>
              <a:defRPr/>
            </a:pPr>
            <a:r>
              <a:rPr lang="en-US" b="0" i="0" u="none"/>
              <a:t>Require employees not to work for competitors for a period of time</a:t>
            </a:r>
            <a:endParaRPr/>
          </a:p>
        </p:txBody>
      </p:sp>
      <p:pic>
        <p:nvPicPr>
          <p:cNvPr id="1552240063"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1881710610"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42167771"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Non-compete </a:t>
            </a:r>
            <a:r>
              <a:rPr lang="en-US" b="0" i="0" u="none"/>
              <a:t>agreements</a:t>
            </a:r>
            <a:endParaRPr/>
          </a:p>
        </p:txBody>
      </p:sp>
      <p:sp>
        <p:nvSpPr>
          <p:cNvPr id="502263958"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273050" lvl="1" indent="-342900">
              <a:spcBef>
                <a:spcPts val="600"/>
              </a:spcBef>
              <a:buSzPct val="100000"/>
              <a:buFont typeface="Arial"/>
              <a:buChar char=" "/>
              <a:defRPr/>
            </a:pPr>
            <a:endParaRPr/>
          </a:p>
          <a:p>
            <a:pPr marL="90487" lvl="0" indent="-90487">
              <a:spcBef>
                <a:spcPts val="1300"/>
              </a:spcBef>
              <a:buSzPct val="100000"/>
              <a:buFont typeface="Arial"/>
              <a:buChar char=" "/>
              <a:defRPr/>
            </a:pPr>
            <a:r>
              <a:rPr lang="en-US" b="0" i="0" u="none"/>
              <a:t>Example:</a:t>
            </a:r>
            <a:endParaRPr/>
          </a:p>
          <a:p>
            <a:pPr marL="90487" lvl="0" indent="-90487">
              <a:spcBef>
                <a:spcPts val="1300"/>
              </a:spcBef>
              <a:buSzPct val="100000"/>
              <a:buFont typeface="Arial"/>
              <a:buChar char=" "/>
              <a:defRPr/>
            </a:pPr>
            <a:r>
              <a:rPr lang="en-US" b="0" i="0" u="none"/>
              <a:t>The employee agrees as a condition of employment that in the event of termination for any reason, he or she will not engage in a similar or competitive business for a period of two years, nor will he or she contact or solicit any customer with whom Employer conducted business during his or her employment. This restrictive covenant shall be for a term of two years from termination, and shall encompass the geographic area within a 100-mile radius of Employer’s place of business.</a:t>
            </a:r>
            <a:endParaRPr/>
          </a:p>
        </p:txBody>
      </p:sp>
      <p:pic>
        <p:nvPicPr>
          <p:cNvPr id="1124188492"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1308320032"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54154545" name="Title 1"/>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sz="4300" b="1" i="0" u="none"/>
              <a:t>Can a Product or Service Have Multiple Forms of IP?</a:t>
            </a:r>
            <a:br>
              <a:rPr sz="4300" b="1" i="0" u="none"/>
            </a:br>
            <a:endParaRPr lang="en-US" sz="4300"/>
          </a:p>
        </p:txBody>
      </p:sp>
      <p:sp>
        <p:nvSpPr>
          <p:cNvPr id="1028858022" name="Content Placeholder 2"/>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Yes. For example, a mobile phone might use technology (data encryption) and include features (a camera) that have been patented. The phone may be marketed under a brand name that has a registered trademark. The look and feel of the phone’s home screen design may be the subject of a copyright registration. If the phone’s manufacturer hasn’t created all of the phone’s IP by itself, it may have licensed some of the IP from others.</a:t>
            </a:r>
            <a:endParaRPr/>
          </a:p>
        </p:txBody>
      </p:sp>
      <p:sp>
        <p:nvSpPr>
          <p:cNvPr id="1588744465" name="Slide Number Placeholder 4"/>
          <p:cNvSpPr txBox="1">
            <a:spLocks noChangeShapeType="1" noGrp="1"/>
          </p:cNvSpPr>
          <p:nvPr/>
        </p:nvSpPr>
        <p:spPr bwMode="auto">
          <a:xfrm>
            <a:off x="6540500" y="5829300"/>
            <a:ext cx="2195512" cy="1397000"/>
          </a:xfrm>
          <a:prstGeom prst="rect">
            <a:avLst/>
          </a:prstGeom>
          <a:noFill/>
        </p:spPr>
        <p:txBody>
          <a:bodyPr lIns="91440" tIns="45720" rIns="91440" bIns="45720" anchor="b"/>
          <a:lstStyle/>
          <a:p>
            <a:pPr>
              <a:defRPr/>
            </a:pP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65694188"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Key Intellectual Property Issues</a:t>
            </a:r>
            <a:endParaRPr/>
          </a:p>
        </p:txBody>
      </p:sp>
      <p:sp>
        <p:nvSpPr>
          <p:cNvPr id="2067920981"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Issues that apply to intellectual property and information technology</a:t>
            </a:r>
            <a:endParaRPr/>
          </a:p>
          <a:p>
            <a:pPr marL="273050" lvl="1" indent="-342900">
              <a:spcBef>
                <a:spcPts val="600"/>
              </a:spcBef>
              <a:buSzPct val="100000"/>
              <a:buFont typeface="Arial"/>
              <a:buChar char=" "/>
              <a:defRPr/>
            </a:pPr>
            <a:r>
              <a:rPr lang="en-US"/>
              <a:t>Plagiarism</a:t>
            </a:r>
            <a:endParaRPr/>
          </a:p>
          <a:p>
            <a:pPr marL="273050" lvl="1" indent="-342900">
              <a:spcBef>
                <a:spcPts val="600"/>
              </a:spcBef>
              <a:buSzPct val="100000"/>
              <a:buFont typeface="Arial"/>
              <a:buChar char=" "/>
              <a:defRPr/>
            </a:pPr>
            <a:r>
              <a:rPr lang="en-US"/>
              <a:t>Reverse engineering</a:t>
            </a:r>
            <a:endParaRPr/>
          </a:p>
          <a:p>
            <a:pPr marL="273050" lvl="1" indent="-342900">
              <a:spcBef>
                <a:spcPts val="600"/>
              </a:spcBef>
              <a:buSzPct val="100000"/>
              <a:buFont typeface="Arial"/>
              <a:buChar char=" "/>
              <a:defRPr/>
            </a:pPr>
            <a:r>
              <a:rPr lang="en-US"/>
              <a:t>Open source code</a:t>
            </a:r>
            <a:endParaRPr/>
          </a:p>
          <a:p>
            <a:pPr marL="273050" lvl="1" indent="-342900">
              <a:spcBef>
                <a:spcPts val="600"/>
              </a:spcBef>
              <a:buSzPct val="100000"/>
              <a:buFont typeface="Arial"/>
              <a:buChar char=" "/>
              <a:defRPr/>
            </a:pPr>
            <a:r>
              <a:rPr lang="en-US"/>
              <a:t>Competitive intelligence</a:t>
            </a:r>
            <a:endParaRPr/>
          </a:p>
          <a:p>
            <a:pPr marL="273050" lvl="1" indent="-342900">
              <a:spcBef>
                <a:spcPts val="600"/>
              </a:spcBef>
              <a:buSzPct val="100000"/>
              <a:buFont typeface="Arial"/>
              <a:buChar char=" "/>
              <a:defRPr/>
            </a:pPr>
            <a:r>
              <a:rPr lang="en-US"/>
              <a:t>Trademark infringement</a:t>
            </a:r>
            <a:endParaRPr/>
          </a:p>
          <a:p>
            <a:pPr marL="273050" lvl="1" indent="-342900">
              <a:spcBef>
                <a:spcPts val="600"/>
              </a:spcBef>
              <a:buSzPct val="100000"/>
              <a:buFont typeface="Arial"/>
              <a:buChar char=" "/>
              <a:defRPr/>
            </a:pPr>
            <a:r>
              <a:rPr lang="en-US"/>
              <a:t>Cybersquatting</a:t>
            </a:r>
            <a:endParaRPr/>
          </a:p>
          <a:p>
            <a:pPr marL="90487" lvl="0" indent="-90487">
              <a:spcBef>
                <a:spcPts val="1300"/>
              </a:spcBef>
              <a:buSzPct val="100000"/>
              <a:buFont typeface="Arial"/>
              <a:buChar char=" "/>
              <a:defRPr/>
            </a:pPr>
            <a:endParaRPr/>
          </a:p>
        </p:txBody>
      </p:sp>
      <p:pic>
        <p:nvPicPr>
          <p:cNvPr id="1076075355"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853612537"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37700006"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Plagiarism</a:t>
            </a:r>
            <a:endParaRPr/>
          </a:p>
        </p:txBody>
      </p:sp>
      <p:sp>
        <p:nvSpPr>
          <p:cNvPr id="128223501"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Stealing someone’s ideas or words and passing them off as one’s own</a:t>
            </a:r>
            <a:endParaRPr/>
          </a:p>
          <a:p>
            <a:pPr marL="90487" lvl="0" indent="-90487">
              <a:spcBef>
                <a:spcPts val="1300"/>
              </a:spcBef>
              <a:buSzPct val="100000"/>
              <a:buFont typeface="Arial"/>
              <a:buChar char=" "/>
              <a:defRPr/>
            </a:pPr>
            <a:r>
              <a:rPr lang="en-US"/>
              <a:t>Many students: </a:t>
            </a:r>
            <a:endParaRPr/>
          </a:p>
          <a:p>
            <a:pPr marL="273050" lvl="1" indent="-342900">
              <a:spcBef>
                <a:spcPts val="600"/>
              </a:spcBef>
              <a:buSzPct val="100000"/>
              <a:buFont typeface="Arial"/>
              <a:buChar char=" "/>
              <a:defRPr/>
            </a:pPr>
            <a:r>
              <a:rPr lang="en-US"/>
              <a:t>Do not understand what constitutes plagiarism </a:t>
            </a:r>
            <a:endParaRPr/>
          </a:p>
          <a:p>
            <a:pPr marL="273050" lvl="1" indent="-342900">
              <a:spcBef>
                <a:spcPts val="600"/>
              </a:spcBef>
              <a:buSzPct val="100000"/>
              <a:buFont typeface="Arial"/>
              <a:buChar char=" "/>
              <a:defRPr/>
            </a:pPr>
            <a:r>
              <a:rPr lang="en-US"/>
              <a:t>Believe that all electronic content is in the public domain</a:t>
            </a:r>
            <a:endParaRPr/>
          </a:p>
          <a:p>
            <a:pPr marL="90487" lvl="0" indent="-90487">
              <a:spcBef>
                <a:spcPts val="1300"/>
              </a:spcBef>
              <a:buSzPct val="100000"/>
              <a:buFont typeface="Arial"/>
              <a:buChar char=" "/>
              <a:defRPr/>
            </a:pPr>
            <a:r>
              <a:rPr lang="en-US" b="0" i="0" u="none"/>
              <a:t>Plagiarism is also common outside academia</a:t>
            </a:r>
            <a:endParaRPr/>
          </a:p>
          <a:p>
            <a:pPr marL="90487" lvl="0" indent="-90487">
              <a:spcBef>
                <a:spcPts val="1300"/>
              </a:spcBef>
              <a:buSzPct val="100000"/>
              <a:buFont typeface="Arial"/>
              <a:buChar char=" "/>
              <a:defRPr/>
            </a:pPr>
            <a:r>
              <a:rPr lang="en-US" b="0" i="0" u="none"/>
              <a:t>Plagiarism detection systems</a:t>
            </a:r>
            <a:endParaRPr/>
          </a:p>
          <a:p>
            <a:pPr marL="273050" lvl="1" indent="-342900">
              <a:spcBef>
                <a:spcPts val="600"/>
              </a:spcBef>
              <a:buSzPct val="100000"/>
              <a:buFont typeface="Arial"/>
              <a:buChar char=" "/>
              <a:defRPr/>
            </a:pPr>
            <a:r>
              <a:rPr lang="en-US" b="0" i="0" u="none"/>
              <a:t>Check submitted material against databases of electronic content</a:t>
            </a:r>
            <a:endParaRPr/>
          </a:p>
        </p:txBody>
      </p:sp>
      <p:pic>
        <p:nvPicPr>
          <p:cNvPr id="1696715670"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1460006707"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98819409"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Plagiarism (cont’d.)</a:t>
            </a:r>
            <a:endParaRPr/>
          </a:p>
        </p:txBody>
      </p:sp>
      <p:pic>
        <p:nvPicPr>
          <p:cNvPr id="1875322448"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1209028854"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pic>
        <p:nvPicPr>
          <p:cNvPr id="923635417" name="Picture 6"/>
          <p:cNvPicPr>
            <a:picLocks noChangeAspect="1" noGrp="1"/>
          </p:cNvPicPr>
          <p:nvPr/>
        </p:nvPicPr>
        <p:blipFill>
          <a:blip r:embed="rId4"/>
          <a:stretch/>
        </p:blipFill>
        <p:spPr bwMode="auto">
          <a:xfrm>
            <a:off x="152400" y="2057400"/>
            <a:ext cx="9105900" cy="3267075"/>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80569809" name="Rectangle 1026"/>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Plagiarism (cont’d.)</a:t>
            </a:r>
            <a:endParaRPr/>
          </a:p>
        </p:txBody>
      </p:sp>
      <p:sp>
        <p:nvSpPr>
          <p:cNvPr id="1725832925" name="Rectangle 1027"/>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lnSpc>
                <a:spcPct val="75000"/>
              </a:lnSpc>
              <a:spcBef>
                <a:spcPts val="1300"/>
              </a:spcBef>
              <a:buSzPct val="100000"/>
              <a:buFont typeface="Arial"/>
              <a:buChar char=" "/>
              <a:defRPr/>
            </a:pPr>
            <a:r>
              <a:rPr lang="en-US" sz="2200"/>
              <a:t>Steps to combat student plagiarism</a:t>
            </a:r>
            <a:endParaRPr/>
          </a:p>
          <a:p>
            <a:pPr marL="273050" lvl="1" indent="-342900">
              <a:lnSpc>
                <a:spcPct val="75000"/>
              </a:lnSpc>
              <a:spcBef>
                <a:spcPts val="600"/>
              </a:spcBef>
              <a:buSzPct val="100000"/>
              <a:buFont typeface="Arial"/>
              <a:buChar char=" "/>
              <a:defRPr/>
            </a:pPr>
            <a:endParaRPr lang="en-US" sz="2200"/>
          </a:p>
          <a:p>
            <a:pPr marL="273050" lvl="1" indent="-342900">
              <a:lnSpc>
                <a:spcPct val="75000"/>
              </a:lnSpc>
              <a:spcBef>
                <a:spcPts val="600"/>
              </a:spcBef>
              <a:buSzPct val="100000"/>
              <a:buFont typeface="Arial"/>
              <a:buChar char=" "/>
              <a:defRPr/>
            </a:pPr>
            <a:r>
              <a:rPr lang="en-US" sz="2200" b="0" i="0" u="none"/>
              <a:t>Help students understand what constitutes plagiarism and why they need to cite sources</a:t>
            </a:r>
            <a:endParaRPr/>
          </a:p>
          <a:p>
            <a:pPr marL="273050" lvl="1" indent="-342900">
              <a:lnSpc>
                <a:spcPct val="75000"/>
              </a:lnSpc>
              <a:spcBef>
                <a:spcPts val="600"/>
              </a:spcBef>
              <a:buSzPct val="100000"/>
              <a:buFont typeface="Arial"/>
              <a:buChar char=" "/>
              <a:defRPr/>
            </a:pPr>
            <a:endParaRPr lang="en-US" sz="2200"/>
          </a:p>
          <a:p>
            <a:pPr marL="273050" lvl="1" indent="-342900">
              <a:lnSpc>
                <a:spcPct val="75000"/>
              </a:lnSpc>
              <a:spcBef>
                <a:spcPts val="600"/>
              </a:spcBef>
              <a:buSzPct val="100000"/>
              <a:buFont typeface="Arial"/>
              <a:buChar char=" "/>
              <a:defRPr/>
            </a:pPr>
            <a:r>
              <a:rPr lang="en-US" sz="2200" b="0" i="0" u="none"/>
              <a:t>Schedule major writing assignments in portions due over the course of the term</a:t>
            </a:r>
            <a:endParaRPr/>
          </a:p>
          <a:p>
            <a:pPr marL="273050" lvl="1" indent="-342900">
              <a:lnSpc>
                <a:spcPct val="75000"/>
              </a:lnSpc>
              <a:spcBef>
                <a:spcPts val="600"/>
              </a:spcBef>
              <a:buSzPct val="100000"/>
              <a:buFont typeface="Arial"/>
              <a:buChar char=" "/>
              <a:defRPr/>
            </a:pPr>
            <a:endParaRPr lang="en-US" sz="2200"/>
          </a:p>
          <a:p>
            <a:pPr marL="273050" lvl="1" indent="-342900">
              <a:lnSpc>
                <a:spcPct val="75000"/>
              </a:lnSpc>
              <a:spcBef>
                <a:spcPts val="600"/>
              </a:spcBef>
              <a:buSzPct val="100000"/>
              <a:buFont typeface="Arial"/>
              <a:buChar char=" "/>
              <a:defRPr/>
            </a:pPr>
            <a:r>
              <a:rPr lang="en-US" sz="2200" b="0" i="0" u="none"/>
              <a:t>Tell students that instructors are aware of Internet paper mills and plagiarism detection services</a:t>
            </a:r>
            <a:endParaRPr/>
          </a:p>
          <a:p>
            <a:pPr marL="273050" lvl="1" indent="-342900">
              <a:lnSpc>
                <a:spcPct val="75000"/>
              </a:lnSpc>
              <a:spcBef>
                <a:spcPts val="600"/>
              </a:spcBef>
              <a:buSzPct val="100000"/>
              <a:buFont typeface="Arial"/>
              <a:buChar char=" "/>
              <a:defRPr/>
            </a:pPr>
            <a:endParaRPr lang="en-US" sz="2200"/>
          </a:p>
          <a:p>
            <a:pPr marL="273050" lvl="1" indent="-342900">
              <a:lnSpc>
                <a:spcPct val="75000"/>
              </a:lnSpc>
              <a:spcBef>
                <a:spcPts val="600"/>
              </a:spcBef>
              <a:buSzPct val="100000"/>
              <a:buFont typeface="Arial"/>
              <a:buChar char=" "/>
              <a:defRPr/>
            </a:pPr>
            <a:r>
              <a:rPr lang="en-US" sz="2200" b="0" i="0" u="none"/>
              <a:t>Incorporate detection into an antiplagiarism program</a:t>
            </a:r>
            <a:endParaRPr/>
          </a:p>
        </p:txBody>
      </p:sp>
      <p:sp>
        <p:nvSpPr>
          <p:cNvPr id="1741880081"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19620301" name="Rectangle 1026"/>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Plagiarism </a:t>
            </a:r>
            <a:r>
              <a:rPr lang="en-US" b="0" i="0" u="none"/>
              <a:t>forms</a:t>
            </a:r>
            <a:endParaRPr/>
          </a:p>
        </p:txBody>
      </p:sp>
      <p:sp>
        <p:nvSpPr>
          <p:cNvPr id="186845213" name="Rectangle 1027"/>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0" lvl="0" indent="0">
              <a:spcBef>
                <a:spcPts val="1300"/>
              </a:spcBef>
              <a:buNone/>
              <a:defRPr/>
            </a:pPr>
            <a:r>
              <a:rPr lang="en-US"/>
              <a:t>Verbatim copying</a:t>
            </a:r>
            <a:endParaRPr/>
          </a:p>
          <a:p>
            <a:pPr marL="0" lvl="0" indent="0">
              <a:spcBef>
                <a:spcPts val="1300"/>
              </a:spcBef>
              <a:buNone/>
              <a:defRPr/>
            </a:pPr>
            <a:r>
              <a:rPr lang="en-US"/>
              <a:t>Copying elements of another author's paper, such as equations or illustrations that are not common knowledge, or copying or purposely paraphrasing sentences without citing the source.</a:t>
            </a:r>
            <a:endParaRPr/>
          </a:p>
          <a:p>
            <a:pPr marL="0" lvl="0" indent="0">
              <a:spcBef>
                <a:spcPts val="1300"/>
              </a:spcBef>
              <a:buNone/>
              <a:defRPr/>
            </a:pPr>
            <a:r>
              <a:rPr lang="en-US"/>
              <a:t>Self-plagiarism</a:t>
            </a:r>
            <a:endParaRPr/>
          </a:p>
        </p:txBody>
      </p:sp>
      <p:pic>
        <p:nvPicPr>
          <p:cNvPr id="2127249100"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426715430"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39567151" name="Rectangle 1026"/>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Plagiarism (cont’d.)</a:t>
            </a:r>
            <a:endParaRPr/>
          </a:p>
        </p:txBody>
      </p:sp>
      <p:sp>
        <p:nvSpPr>
          <p:cNvPr id="591349573" name="Rectangle 1027"/>
          <p:cNvSpPr>
            <a:spLocks noChangeShapeType="1" noGrp="1"/>
          </p:cNvSpPr>
          <p:nvPr>
            <p:ph type="obj"/>
          </p:nvPr>
        </p:nvSpPr>
        <p:spPr bwMode="auto">
          <a:xfrm>
            <a:off x="746125" y="2111375"/>
            <a:ext cx="8064500"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HEC Plagiarism policy :</a:t>
            </a:r>
            <a:endParaRPr/>
          </a:p>
          <a:p>
            <a:pPr marL="90487" lvl="0" indent="-90487">
              <a:spcBef>
                <a:spcPts val="1300"/>
              </a:spcBef>
              <a:buSzPct val="100000"/>
              <a:buFont typeface="Arial"/>
              <a:buChar char=" "/>
              <a:defRPr/>
            </a:pPr>
            <a:endParaRPr lang="en-US"/>
          </a:p>
          <a:p>
            <a:pPr marL="90487" lvl="0" indent="-90487">
              <a:spcBef>
                <a:spcPts val="1300"/>
              </a:spcBef>
              <a:buSzPct val="100000"/>
              <a:buFont typeface="Arial"/>
              <a:buChar char=" "/>
              <a:defRPr/>
            </a:pPr>
            <a:r>
              <a:rPr lang="en-US" u="sng">
                <a:solidFill>
                  <a:schemeClr val="hlink"/>
                </a:solidFill>
                <a:hlinkClick r:id="rId3" tooltip=""/>
              </a:rPr>
              <a:t>http://hec.gov.pk/english/services/faculty/Documents/Plagiarism/Plagiarism%20Policy.pdf</a:t>
            </a:r>
            <a:endParaRPr/>
          </a:p>
        </p:txBody>
      </p:sp>
      <p:pic>
        <p:nvPicPr>
          <p:cNvPr id="1782357946" name="Footer Placeholder 3"/>
          <p:cNvPicPr>
            <a:picLocks noChangeAspect="1" noGrp="1"/>
          </p:cNvPicPr>
          <p:nvPr/>
        </p:nvPicPr>
        <p:blipFill>
          <a:blip r:embed="rId4"/>
          <a:stretch/>
        </p:blipFill>
        <p:spPr bwMode="auto">
          <a:xfrm>
            <a:off x="512762" y="6553200"/>
            <a:ext cx="3773487" cy="268287"/>
          </a:xfrm>
          <a:prstGeom prst="rect">
            <a:avLst/>
          </a:prstGeom>
          <a:noFill/>
        </p:spPr>
      </p:pic>
      <p:sp>
        <p:nvSpPr>
          <p:cNvPr id="551893075"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6035670"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Reverse Engineering</a:t>
            </a:r>
            <a:endParaRPr/>
          </a:p>
        </p:txBody>
      </p:sp>
      <p:sp>
        <p:nvSpPr>
          <p:cNvPr id="1326087480"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lnSpc>
                <a:spcPct val="65000"/>
              </a:lnSpc>
              <a:spcBef>
                <a:spcPts val="1300"/>
              </a:spcBef>
              <a:buSzPct val="100000"/>
              <a:buFont typeface="Arial"/>
              <a:buChar char=" "/>
              <a:defRPr/>
            </a:pPr>
            <a:r>
              <a:rPr lang="en-US" sz="2200"/>
              <a:t>Process of taking something apart in order to: </a:t>
            </a:r>
            <a:endParaRPr/>
          </a:p>
          <a:p>
            <a:pPr marL="273050" lvl="1" indent="-342900">
              <a:lnSpc>
                <a:spcPct val="65000"/>
              </a:lnSpc>
              <a:spcBef>
                <a:spcPts val="600"/>
              </a:spcBef>
              <a:buSzPct val="100000"/>
              <a:buFont typeface="Arial"/>
              <a:buChar char=" "/>
              <a:defRPr/>
            </a:pPr>
            <a:r>
              <a:rPr lang="en-US" sz="2200"/>
              <a:t>Understand it</a:t>
            </a:r>
            <a:endParaRPr/>
          </a:p>
          <a:p>
            <a:pPr marL="273050" lvl="1" indent="-342900">
              <a:lnSpc>
                <a:spcPct val="65000"/>
              </a:lnSpc>
              <a:spcBef>
                <a:spcPts val="600"/>
              </a:spcBef>
              <a:buSzPct val="100000"/>
              <a:buFont typeface="Arial"/>
              <a:buChar char=" "/>
              <a:defRPr/>
            </a:pPr>
            <a:r>
              <a:rPr lang="en-US" sz="2200"/>
              <a:t>Build a copy of it</a:t>
            </a:r>
            <a:endParaRPr/>
          </a:p>
          <a:p>
            <a:pPr marL="273050" lvl="1" indent="-342900">
              <a:lnSpc>
                <a:spcPct val="65000"/>
              </a:lnSpc>
              <a:spcBef>
                <a:spcPts val="600"/>
              </a:spcBef>
              <a:buSzPct val="100000"/>
              <a:buFont typeface="Arial"/>
              <a:buChar char=" "/>
              <a:defRPr/>
            </a:pPr>
            <a:r>
              <a:rPr lang="en-US" sz="2200"/>
              <a:t>Improve it</a:t>
            </a:r>
            <a:endParaRPr/>
          </a:p>
          <a:p>
            <a:pPr marL="90487" lvl="0" indent="-90487">
              <a:lnSpc>
                <a:spcPct val="65000"/>
              </a:lnSpc>
              <a:spcBef>
                <a:spcPts val="1300"/>
              </a:spcBef>
              <a:buSzPct val="100000"/>
              <a:buFont typeface="Arial"/>
              <a:buChar char=" "/>
              <a:defRPr/>
            </a:pPr>
            <a:r>
              <a:rPr lang="en-US" sz="2200" b="0" i="0" u="none"/>
              <a:t>Applied to computer:</a:t>
            </a:r>
            <a:endParaRPr/>
          </a:p>
          <a:p>
            <a:pPr marL="273050" lvl="1" indent="-342900">
              <a:lnSpc>
                <a:spcPct val="65000"/>
              </a:lnSpc>
              <a:spcBef>
                <a:spcPts val="600"/>
              </a:spcBef>
              <a:buSzPct val="100000"/>
              <a:buFont typeface="Arial"/>
              <a:buChar char=" "/>
              <a:defRPr/>
            </a:pPr>
            <a:r>
              <a:rPr lang="en-US" sz="2200" b="0" i="0" u="none"/>
              <a:t>Hardware</a:t>
            </a:r>
            <a:endParaRPr/>
          </a:p>
          <a:p>
            <a:pPr marL="273050" lvl="1" indent="-342900">
              <a:lnSpc>
                <a:spcPct val="65000"/>
              </a:lnSpc>
              <a:spcBef>
                <a:spcPts val="600"/>
              </a:spcBef>
              <a:buSzPct val="100000"/>
              <a:buFont typeface="Arial"/>
              <a:buChar char=" "/>
              <a:defRPr/>
            </a:pPr>
            <a:r>
              <a:rPr lang="en-US" sz="2200" b="0" i="0" u="none"/>
              <a:t>Software</a:t>
            </a:r>
            <a:endParaRPr/>
          </a:p>
          <a:p>
            <a:pPr marL="90487" lvl="0" indent="-90487">
              <a:lnSpc>
                <a:spcPct val="65000"/>
              </a:lnSpc>
              <a:spcBef>
                <a:spcPts val="1300"/>
              </a:spcBef>
              <a:buSzPct val="100000"/>
              <a:buFont typeface="Arial"/>
              <a:buChar char=" "/>
              <a:defRPr/>
            </a:pPr>
            <a:r>
              <a:rPr lang="en-US" sz="2200" b="0" i="0" u="none"/>
              <a:t>Convert a program code </a:t>
            </a:r>
            <a:endParaRPr/>
          </a:p>
          <a:p>
            <a:pPr marL="273050" lvl="1" indent="-342900">
              <a:lnSpc>
                <a:spcPct val="65000"/>
              </a:lnSpc>
              <a:spcBef>
                <a:spcPts val="600"/>
              </a:spcBef>
              <a:buSzPct val="100000"/>
              <a:buFont typeface="Arial"/>
              <a:buChar char=" "/>
              <a:defRPr/>
            </a:pPr>
            <a:r>
              <a:rPr lang="en-US" sz="2200" b="0" i="0" u="none"/>
              <a:t>T</a:t>
            </a:r>
            <a:r>
              <a:rPr lang="en-US" sz="2200" b="0" i="0" u="none"/>
              <a:t>o a higher-level design</a:t>
            </a:r>
            <a:endParaRPr/>
          </a:p>
          <a:p>
            <a:pPr marL="273050" lvl="1" indent="-342900">
              <a:lnSpc>
                <a:spcPct val="65000"/>
              </a:lnSpc>
              <a:spcBef>
                <a:spcPts val="600"/>
              </a:spcBef>
              <a:buSzPct val="100000"/>
              <a:buFont typeface="Arial"/>
              <a:buChar char=" "/>
              <a:defRPr/>
            </a:pPr>
            <a:r>
              <a:rPr lang="en-US" sz="2200" b="0" i="0" u="none"/>
              <a:t>To create a new representation</a:t>
            </a:r>
            <a:endParaRPr/>
          </a:p>
          <a:p>
            <a:pPr marL="90487" lvl="0" indent="-90487">
              <a:lnSpc>
                <a:spcPct val="65000"/>
              </a:lnSpc>
              <a:spcBef>
                <a:spcPts val="1300"/>
              </a:spcBef>
              <a:buSzPct val="100000"/>
              <a:buFont typeface="Arial"/>
              <a:buChar char=" "/>
              <a:defRPr/>
            </a:pPr>
            <a:r>
              <a:rPr lang="en-US" sz="2200" b="0" i="0" u="none"/>
              <a:t>Begins by extracting design stage details</a:t>
            </a:r>
            <a:endParaRPr/>
          </a:p>
        </p:txBody>
      </p:sp>
      <p:sp>
        <p:nvSpPr>
          <p:cNvPr id="1120498059"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7866453" name="Rectangle 1026"/>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Reverse Engineering (cont’d.)</a:t>
            </a:r>
            <a:endParaRPr/>
          </a:p>
        </p:txBody>
      </p:sp>
      <p:sp>
        <p:nvSpPr>
          <p:cNvPr id="550919839" name="Rectangle 1027"/>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lnSpc>
                <a:spcPct val="65000"/>
              </a:lnSpc>
              <a:spcBef>
                <a:spcPts val="1300"/>
              </a:spcBef>
              <a:buSzPct val="100000"/>
              <a:buFont typeface="Arial"/>
              <a:buChar char=" "/>
              <a:defRPr/>
            </a:pPr>
            <a:r>
              <a:rPr lang="en-US" sz="2200"/>
              <a:t>Convert an application that ran on one vendor’s database to run on another’s</a:t>
            </a:r>
            <a:endParaRPr/>
          </a:p>
          <a:p>
            <a:pPr marL="90487" lvl="0" indent="-90487">
              <a:lnSpc>
                <a:spcPct val="65000"/>
              </a:lnSpc>
              <a:spcBef>
                <a:spcPts val="1300"/>
              </a:spcBef>
              <a:buSzPct val="100000"/>
              <a:buFont typeface="Arial"/>
              <a:buChar char=" "/>
              <a:defRPr/>
            </a:pPr>
            <a:endParaRPr lang="en-US" sz="2200"/>
          </a:p>
          <a:p>
            <a:pPr marL="90487" lvl="0" indent="-90487">
              <a:lnSpc>
                <a:spcPct val="65000"/>
              </a:lnSpc>
              <a:spcBef>
                <a:spcPts val="1300"/>
              </a:spcBef>
              <a:buSzPct val="100000"/>
              <a:buFont typeface="Arial"/>
              <a:buChar char=" "/>
              <a:defRPr/>
            </a:pPr>
            <a:r>
              <a:rPr lang="en-US" sz="2200" b="0" i="0" u="none"/>
              <a:t>Compiler</a:t>
            </a:r>
            <a:endParaRPr/>
          </a:p>
          <a:p>
            <a:pPr marL="273050" lvl="1" indent="-342900">
              <a:lnSpc>
                <a:spcPct val="65000"/>
              </a:lnSpc>
              <a:spcBef>
                <a:spcPts val="600"/>
              </a:spcBef>
              <a:buSzPct val="100000"/>
              <a:buFont typeface="Arial"/>
              <a:buChar char=" "/>
              <a:defRPr/>
            </a:pPr>
            <a:r>
              <a:rPr lang="en-US" sz="2200" b="0" i="0" u="none"/>
              <a:t>Language translator </a:t>
            </a:r>
            <a:endParaRPr/>
          </a:p>
          <a:p>
            <a:pPr marL="273050" lvl="1" indent="-342900">
              <a:lnSpc>
                <a:spcPct val="65000"/>
              </a:lnSpc>
              <a:spcBef>
                <a:spcPts val="600"/>
              </a:spcBef>
              <a:buSzPct val="100000"/>
              <a:buFont typeface="Arial"/>
              <a:buChar char=" "/>
              <a:defRPr/>
            </a:pPr>
            <a:r>
              <a:rPr lang="en-US" sz="2200" b="0" i="0" u="none"/>
              <a:t>Converts computer program statements expressed in a source language to machine language</a:t>
            </a:r>
            <a:endParaRPr/>
          </a:p>
          <a:p>
            <a:pPr marL="90487" lvl="0" indent="-90487">
              <a:lnSpc>
                <a:spcPct val="65000"/>
              </a:lnSpc>
              <a:spcBef>
                <a:spcPts val="1300"/>
              </a:spcBef>
              <a:buSzPct val="100000"/>
              <a:buFont typeface="Arial"/>
              <a:buChar char=" "/>
              <a:defRPr/>
            </a:pPr>
            <a:r>
              <a:rPr lang="en-US" sz="2200" b="0" i="0" u="none"/>
              <a:t>Software manufacturer</a:t>
            </a:r>
            <a:endParaRPr/>
          </a:p>
          <a:p>
            <a:pPr marL="273050" lvl="1" indent="-342900">
              <a:lnSpc>
                <a:spcPct val="65000"/>
              </a:lnSpc>
              <a:spcBef>
                <a:spcPts val="600"/>
              </a:spcBef>
              <a:buSzPct val="100000"/>
              <a:buFont typeface="Arial"/>
              <a:buChar char=" "/>
              <a:defRPr/>
            </a:pPr>
            <a:r>
              <a:rPr lang="en-US" sz="2200" b="0" i="0" u="none"/>
              <a:t>Provides software in machine language form</a:t>
            </a:r>
            <a:endParaRPr/>
          </a:p>
          <a:p>
            <a:pPr marL="90487" lvl="0" indent="-90487">
              <a:lnSpc>
                <a:spcPct val="65000"/>
              </a:lnSpc>
              <a:spcBef>
                <a:spcPts val="1300"/>
              </a:spcBef>
              <a:buSzPct val="100000"/>
              <a:buFont typeface="Arial"/>
              <a:buChar char=" "/>
              <a:defRPr/>
            </a:pPr>
            <a:r>
              <a:rPr lang="en-US" sz="2200" b="0" i="0" u="none"/>
              <a:t>Decompiler</a:t>
            </a:r>
            <a:endParaRPr/>
          </a:p>
          <a:p>
            <a:pPr marL="273050" lvl="1" indent="-342900">
              <a:lnSpc>
                <a:spcPct val="65000"/>
              </a:lnSpc>
              <a:spcBef>
                <a:spcPts val="600"/>
              </a:spcBef>
              <a:buSzPct val="100000"/>
              <a:buFont typeface="Arial"/>
              <a:buChar char=" "/>
              <a:defRPr/>
            </a:pPr>
            <a:r>
              <a:rPr lang="en-US" sz="2200" b="0" i="0" u="none"/>
              <a:t>Reads machine language </a:t>
            </a:r>
            <a:endParaRPr/>
          </a:p>
          <a:p>
            <a:pPr marL="273050" lvl="1" indent="-342900">
              <a:lnSpc>
                <a:spcPct val="65000"/>
              </a:lnSpc>
              <a:spcBef>
                <a:spcPts val="600"/>
              </a:spcBef>
              <a:buSzPct val="100000"/>
              <a:buFont typeface="Arial"/>
              <a:buChar char=" "/>
              <a:defRPr/>
            </a:pPr>
            <a:r>
              <a:rPr lang="en-US" sz="2200" b="0" i="0" u="none"/>
              <a:t>Produces source code</a:t>
            </a:r>
            <a:endParaRPr/>
          </a:p>
        </p:txBody>
      </p:sp>
      <p:pic>
        <p:nvPicPr>
          <p:cNvPr id="1899005996"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115811341"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97461014"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Reverse Engineering (cont’d.)</a:t>
            </a:r>
            <a:endParaRPr/>
          </a:p>
        </p:txBody>
      </p:sp>
      <p:sp>
        <p:nvSpPr>
          <p:cNvPr id="1690195124"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Courts have ruled in favor of reverse engineering: </a:t>
            </a:r>
            <a:endParaRPr/>
          </a:p>
          <a:p>
            <a:pPr marL="273050" lvl="1" indent="-342900">
              <a:spcBef>
                <a:spcPts val="600"/>
              </a:spcBef>
              <a:buSzPct val="100000"/>
              <a:buFont typeface="Arial"/>
              <a:buChar char=" "/>
              <a:defRPr/>
            </a:pPr>
            <a:r>
              <a:rPr lang="en-US"/>
              <a:t>To enable interoperability</a:t>
            </a:r>
            <a:endParaRPr/>
          </a:p>
          <a:p>
            <a:pPr marL="90487" lvl="0" indent="-90487">
              <a:spcBef>
                <a:spcPts val="1300"/>
              </a:spcBef>
              <a:buSzPct val="100000"/>
              <a:buFont typeface="Arial"/>
              <a:buChar char=" "/>
              <a:defRPr/>
            </a:pPr>
            <a:r>
              <a:rPr lang="en-US" b="0" i="0" u="none"/>
              <a:t>Software license agreements forbid reverse engineering</a:t>
            </a:r>
            <a:endParaRPr/>
          </a:p>
          <a:p>
            <a:pPr marL="90487" lvl="0" indent="-90487">
              <a:spcBef>
                <a:spcPts val="1300"/>
              </a:spcBef>
              <a:buSzPct val="100000"/>
              <a:buFont typeface="Arial"/>
              <a:buChar char=" "/>
              <a:defRPr/>
            </a:pPr>
            <a:r>
              <a:rPr lang="en-US" b="0" i="0" u="none"/>
              <a:t>Ethics of using reverse engineering are debated</a:t>
            </a:r>
            <a:endParaRPr/>
          </a:p>
          <a:p>
            <a:pPr marL="273050" lvl="1" indent="-342900">
              <a:spcBef>
                <a:spcPts val="600"/>
              </a:spcBef>
              <a:buSzPct val="100000"/>
              <a:buFont typeface="Arial"/>
              <a:buChar char=" "/>
              <a:defRPr/>
            </a:pPr>
            <a:r>
              <a:rPr lang="en-US" b="0" i="0" u="none"/>
              <a:t>Fair use if it provides useful function/interoperability</a:t>
            </a:r>
            <a:endParaRPr/>
          </a:p>
          <a:p>
            <a:pPr marL="273050" lvl="1" indent="-342900">
              <a:spcBef>
                <a:spcPts val="600"/>
              </a:spcBef>
              <a:buSzPct val="100000"/>
              <a:buFont typeface="Arial"/>
              <a:buChar char=" "/>
              <a:defRPr/>
            </a:pPr>
            <a:r>
              <a:rPr lang="en-US" b="0" i="0" u="none"/>
              <a:t>Can uncover designs that someone else has developed at great cost and taken care to protect</a:t>
            </a:r>
            <a:endParaRPr/>
          </a:p>
        </p:txBody>
      </p:sp>
      <p:sp>
        <p:nvSpPr>
          <p:cNvPr id="1426741897"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21862045"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Open Source Code</a:t>
            </a:r>
            <a:endParaRPr/>
          </a:p>
        </p:txBody>
      </p:sp>
      <p:sp>
        <p:nvSpPr>
          <p:cNvPr id="2037006287"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Program source code made available for use or modification: </a:t>
            </a:r>
            <a:endParaRPr/>
          </a:p>
          <a:p>
            <a:pPr marL="273050" lvl="1" indent="-342900">
              <a:spcBef>
                <a:spcPts val="600"/>
              </a:spcBef>
              <a:buSzPct val="100000"/>
              <a:buFont typeface="Arial"/>
              <a:buChar char=" "/>
              <a:defRPr/>
            </a:pPr>
            <a:r>
              <a:rPr lang="en-US"/>
              <a:t>As users or other developers see fit</a:t>
            </a:r>
            <a:endParaRPr/>
          </a:p>
          <a:p>
            <a:pPr marL="90487" lvl="0" indent="-90487">
              <a:spcBef>
                <a:spcPts val="1300"/>
              </a:spcBef>
              <a:buSzPct val="100000"/>
              <a:buFont typeface="Arial"/>
              <a:buChar char=" "/>
              <a:defRPr/>
            </a:pPr>
            <a:r>
              <a:rPr lang="en-US" b="0" i="0" u="none"/>
              <a:t>Basic premise</a:t>
            </a:r>
            <a:endParaRPr/>
          </a:p>
          <a:p>
            <a:pPr marL="273050" lvl="1" indent="-342900">
              <a:spcBef>
                <a:spcPts val="600"/>
              </a:spcBef>
              <a:buSzPct val="100000"/>
              <a:buFont typeface="Arial"/>
              <a:buChar char=" "/>
              <a:defRPr/>
            </a:pPr>
            <a:r>
              <a:rPr lang="en-US" b="0" i="0" u="none"/>
              <a:t>Many programmers can help software improve</a:t>
            </a:r>
            <a:endParaRPr/>
          </a:p>
          <a:p>
            <a:pPr marL="273050" lvl="1" indent="-342900">
              <a:spcBef>
                <a:spcPts val="600"/>
              </a:spcBef>
              <a:buSzPct val="100000"/>
              <a:buFont typeface="Arial"/>
              <a:buChar char=" "/>
              <a:defRPr/>
            </a:pPr>
            <a:r>
              <a:rPr lang="en-US" b="0" i="0" u="none"/>
              <a:t>Can be adapted to meet new needs</a:t>
            </a:r>
            <a:endParaRPr/>
          </a:p>
          <a:p>
            <a:pPr marL="273050" lvl="1" indent="-342900">
              <a:spcBef>
                <a:spcPts val="600"/>
              </a:spcBef>
              <a:buSzPct val="100000"/>
              <a:buFont typeface="Arial"/>
              <a:buChar char=" "/>
              <a:defRPr/>
            </a:pPr>
            <a:r>
              <a:rPr lang="en-US" b="0" i="0" u="none"/>
              <a:t>Bugs rapidly identified and fixed</a:t>
            </a:r>
            <a:endParaRPr/>
          </a:p>
          <a:p>
            <a:pPr marL="273050" lvl="1" indent="-342900">
              <a:spcBef>
                <a:spcPts val="600"/>
              </a:spcBef>
              <a:buSzPct val="100000"/>
              <a:buFont typeface="Arial"/>
              <a:buChar char=" "/>
              <a:defRPr/>
            </a:pPr>
            <a:r>
              <a:rPr lang="en-US" b="0" i="0" u="none"/>
              <a:t>High reliability</a:t>
            </a:r>
            <a:endParaRPr/>
          </a:p>
        </p:txBody>
      </p:sp>
      <p:pic>
        <p:nvPicPr>
          <p:cNvPr id="343217407"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1357337058"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84051488" name="Title 1"/>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a:t>Reasons to Create Open Source </a:t>
            </a:r>
            <a:endParaRPr/>
          </a:p>
        </p:txBody>
      </p:sp>
      <p:sp>
        <p:nvSpPr>
          <p:cNvPr id="28493135" name="Content Placeholder 2"/>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To earn respect for solving a common problem</a:t>
            </a:r>
            <a:endParaRPr/>
          </a:p>
          <a:p>
            <a:pPr marL="90487" lvl="0" indent="-90487">
              <a:spcBef>
                <a:spcPts val="1300"/>
              </a:spcBef>
              <a:buSzPct val="100000"/>
              <a:buFont typeface="Arial"/>
              <a:buChar char=" "/>
              <a:defRPr/>
            </a:pPr>
            <a:r>
              <a:rPr lang="en-US"/>
              <a:t>Feel the need to pay back</a:t>
            </a:r>
            <a:endParaRPr/>
          </a:p>
          <a:p>
            <a:pPr marL="90487" lvl="0" indent="-90487">
              <a:spcBef>
                <a:spcPts val="1300"/>
              </a:spcBef>
              <a:buSzPct val="100000"/>
              <a:buFont typeface="Arial"/>
              <a:buChar char=" "/>
              <a:defRPr/>
            </a:pPr>
            <a:r>
              <a:rPr lang="en-US"/>
              <a:t>To attract potential clients</a:t>
            </a:r>
            <a:endParaRPr/>
          </a:p>
          <a:p>
            <a:pPr marL="90487" lvl="0" indent="-90487">
              <a:spcBef>
                <a:spcPts val="1300"/>
              </a:spcBef>
              <a:buSzPct val="100000"/>
              <a:buFont typeface="Arial"/>
              <a:buChar char=" "/>
              <a:defRPr/>
            </a:pPr>
            <a:r>
              <a:rPr lang="en-US"/>
              <a:t>Reluctant to license and market it </a:t>
            </a:r>
            <a:endParaRPr/>
          </a:p>
        </p:txBody>
      </p:sp>
      <p:pic>
        <p:nvPicPr>
          <p:cNvPr id="274770129" name="Slide Number Placeholder 4"/>
          <p:cNvPicPr>
            <a:picLocks noChangeAspect="1" noGrp="1"/>
          </p:cNvPicPr>
          <p:nvPr/>
        </p:nvPicPr>
        <p:blipFill>
          <a:blip r:embed="rId3"/>
          <a:stretch/>
        </p:blipFill>
        <p:spPr bwMode="auto">
          <a:xfrm>
            <a:off x="6540500" y="5456237"/>
            <a:ext cx="2798762" cy="24130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7833003" name="Title 1"/>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sz="4300"/>
              <a:t>Why license is needed for open source software ?</a:t>
            </a:r>
            <a:br>
              <a:rPr sz="4300"/>
            </a:br>
            <a:endParaRPr lang="en-US" sz="4300"/>
          </a:p>
        </p:txBody>
      </p:sp>
      <p:sp>
        <p:nvSpPr>
          <p:cNvPr id="418975076" name="Content Placeholder 2"/>
          <p:cNvSpPr>
            <a:spLocks noChangeShapeType="1" noGrp="1"/>
          </p:cNvSpPr>
          <p:nvPr>
            <p:ph type="obj"/>
          </p:nvPr>
        </p:nvSpPr>
        <p:spPr bwMode="auto">
          <a:xfrm>
            <a:off x="506412" y="1993900"/>
            <a:ext cx="8066087" cy="3765550"/>
          </a:xfrm>
          <a:prstGeom prst="rect">
            <a:avLst/>
          </a:prstGeom>
        </p:spPr>
        <p:txBody>
          <a:bodyPr lIns="91440" tIns="45720" rIns="91440" bIns="45720" anchor="t"/>
          <a:lstStyle/>
          <a:p>
            <a:pPr>
              <a:defRPr/>
            </a:pPr>
            <a:endParaRPr sz="1400"/>
          </a:p>
        </p:txBody>
      </p:sp>
      <p:pic>
        <p:nvPicPr>
          <p:cNvPr id="312806762" name="Footer Placeholder 3"/>
          <p:cNvPicPr>
            <a:picLocks noChangeAspect="1" noGrp="1"/>
          </p:cNvPicPr>
          <p:nvPr/>
        </p:nvPicPr>
        <p:blipFill>
          <a:blip r:embed="rId3"/>
          <a:stretch/>
        </p:blipFill>
        <p:spPr bwMode="auto">
          <a:xfrm>
            <a:off x="512762" y="6553200"/>
            <a:ext cx="3773487" cy="268287"/>
          </a:xfrm>
          <a:prstGeom prst="rect">
            <a:avLst/>
          </a:prstGeom>
          <a:noFill/>
        </p:spPr>
      </p:pic>
      <p:pic>
        <p:nvPicPr>
          <p:cNvPr id="498752119" name="Slide Number Placeholder 4"/>
          <p:cNvPicPr>
            <a:picLocks noChangeAspect="1" noGrp="1"/>
          </p:cNvPicPr>
          <p:nvPr/>
        </p:nvPicPr>
        <p:blipFill>
          <a:blip r:embed="rId4"/>
          <a:stretch/>
        </p:blipFill>
        <p:spPr bwMode="auto">
          <a:xfrm>
            <a:off x="6540500" y="5456237"/>
            <a:ext cx="2798762" cy="2413000"/>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56849065"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Competitive Intelligence</a:t>
            </a:r>
            <a:endParaRPr/>
          </a:p>
        </p:txBody>
      </p:sp>
      <p:sp>
        <p:nvSpPr>
          <p:cNvPr id="1691649153"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Gathering of legally obtainable information</a:t>
            </a:r>
            <a:endParaRPr/>
          </a:p>
          <a:p>
            <a:pPr marL="273050" lvl="1" indent="-342900">
              <a:spcBef>
                <a:spcPts val="600"/>
              </a:spcBef>
              <a:buSzPct val="100000"/>
              <a:buFont typeface="Arial"/>
              <a:buChar char=" "/>
              <a:defRPr/>
            </a:pPr>
            <a:r>
              <a:rPr lang="en-US"/>
              <a:t>To help a company gain an advantage over rivals</a:t>
            </a:r>
            <a:endParaRPr/>
          </a:p>
          <a:p>
            <a:pPr marL="90487" lvl="0" indent="-90487">
              <a:spcBef>
                <a:spcPts val="1300"/>
              </a:spcBef>
              <a:buSzPct val="100000"/>
              <a:buFont typeface="Arial"/>
              <a:buChar char=" "/>
              <a:defRPr/>
            </a:pPr>
            <a:r>
              <a:rPr lang="en-US" b="0" i="0" u="none"/>
              <a:t>Often integrated into a company’s strategic plans and decision making</a:t>
            </a:r>
            <a:endParaRPr/>
          </a:p>
          <a:p>
            <a:pPr marL="90487" lvl="0" indent="-90487">
              <a:spcBef>
                <a:spcPts val="1300"/>
              </a:spcBef>
              <a:buSzPct val="100000"/>
              <a:buFont typeface="Arial"/>
              <a:buChar char=" "/>
              <a:defRPr/>
            </a:pPr>
            <a:r>
              <a:rPr lang="en-US" b="0" i="0" u="none"/>
              <a:t>Not the same as industrial espionage, which uses illegal means to obtain business information not available to the general public</a:t>
            </a:r>
            <a:endParaRPr/>
          </a:p>
          <a:p>
            <a:pPr marL="90487" lvl="0" indent="-90487">
              <a:spcBef>
                <a:spcPts val="1300"/>
              </a:spcBef>
              <a:buSzPct val="100000"/>
              <a:buFont typeface="Arial"/>
              <a:buChar char=" "/>
              <a:defRPr/>
            </a:pPr>
            <a:r>
              <a:rPr lang="en-US" b="0" i="0" u="none"/>
              <a:t>Without proper management safeguards, it can cross over to industrial espionage</a:t>
            </a:r>
            <a:endParaRPr/>
          </a:p>
          <a:p>
            <a:pPr marL="273050" lvl="1" indent="-342900">
              <a:spcBef>
                <a:spcPts val="600"/>
              </a:spcBef>
              <a:buSzPct val="100000"/>
              <a:buFont typeface="Arial"/>
              <a:buChar char=" "/>
              <a:defRPr/>
            </a:pPr>
            <a:endParaRPr/>
          </a:p>
        </p:txBody>
      </p:sp>
      <p:pic>
        <p:nvPicPr>
          <p:cNvPr id="826338018"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2121867191"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03649919"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Competitive Intelligence (cont’d.)</a:t>
            </a:r>
            <a:endParaRPr/>
          </a:p>
        </p:txBody>
      </p:sp>
      <p:pic>
        <p:nvPicPr>
          <p:cNvPr id="430304406"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2019082111"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pic>
        <p:nvPicPr>
          <p:cNvPr id="814808463" name="Picture 6"/>
          <p:cNvPicPr>
            <a:picLocks noChangeAspect="1" noGrp="1"/>
          </p:cNvPicPr>
          <p:nvPr/>
        </p:nvPicPr>
        <p:blipFill>
          <a:blip r:embed="rId4"/>
          <a:stretch/>
        </p:blipFill>
        <p:spPr bwMode="auto">
          <a:xfrm>
            <a:off x="0" y="1676400"/>
            <a:ext cx="9210675" cy="4581525"/>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483342"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Competitive Intelligence (cont’d.)</a:t>
            </a:r>
            <a:endParaRPr/>
          </a:p>
        </p:txBody>
      </p:sp>
      <p:pic>
        <p:nvPicPr>
          <p:cNvPr id="1547087991"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278365837"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pic>
        <p:nvPicPr>
          <p:cNvPr id="1647524712" name="Picture 6"/>
          <p:cNvPicPr>
            <a:picLocks noChangeAspect="1" noGrp="1"/>
          </p:cNvPicPr>
          <p:nvPr/>
        </p:nvPicPr>
        <p:blipFill>
          <a:blip r:embed="rId4"/>
          <a:stretch/>
        </p:blipFill>
        <p:spPr bwMode="auto">
          <a:xfrm>
            <a:off x="252412" y="1652587"/>
            <a:ext cx="8639175" cy="3552825"/>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6515149" name="Title 1"/>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Trademark Infringement</a:t>
            </a:r>
            <a:endParaRPr/>
          </a:p>
        </p:txBody>
      </p:sp>
      <p:sp>
        <p:nvSpPr>
          <p:cNvPr id="51213079" name="Content Placeholder 2"/>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Trademark is logo, package design, phrase, sound, or word that enables consumer to differentiate one company’s product from another’s</a:t>
            </a:r>
            <a:endParaRPr/>
          </a:p>
          <a:p>
            <a:pPr marL="90487" lvl="0" indent="-90487">
              <a:spcBef>
                <a:spcPts val="1300"/>
              </a:spcBef>
              <a:buSzPct val="100000"/>
              <a:buFont typeface="Arial"/>
              <a:buChar char=" "/>
              <a:defRPr/>
            </a:pPr>
            <a:r>
              <a:rPr lang="en-US"/>
              <a:t>Trademark owner can prevent others from using the same mark or a confusingly similar mark on a product’s label</a:t>
            </a:r>
            <a:endParaRPr/>
          </a:p>
          <a:p>
            <a:pPr marL="90487" lvl="0" indent="-90487">
              <a:spcBef>
                <a:spcPts val="1300"/>
              </a:spcBef>
              <a:buSzPct val="100000"/>
              <a:buFont typeface="Arial"/>
              <a:buChar char=" "/>
              <a:defRPr/>
            </a:pPr>
            <a:r>
              <a:rPr lang="en-US"/>
              <a:t>Organizations frequently sue one another over the use of a trademark in a Web site or domain name</a:t>
            </a:r>
            <a:endParaRPr/>
          </a:p>
          <a:p>
            <a:pPr marL="90487" lvl="0" indent="-90487">
              <a:spcBef>
                <a:spcPts val="1300"/>
              </a:spcBef>
              <a:buSzPct val="100000"/>
              <a:buFont typeface="Arial"/>
              <a:buChar char=" "/>
              <a:defRPr/>
            </a:pPr>
            <a:r>
              <a:rPr lang="en-US"/>
              <a:t>Nominative fair use is defense often employed by defendant in trademark infringement case</a:t>
            </a:r>
            <a:endParaRPr/>
          </a:p>
        </p:txBody>
      </p:sp>
      <p:pic>
        <p:nvPicPr>
          <p:cNvPr id="181202747"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1105580528"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06639626" name="Rectangle 1026"/>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Cybersquatting</a:t>
            </a:r>
            <a:endParaRPr/>
          </a:p>
        </p:txBody>
      </p:sp>
      <p:sp>
        <p:nvSpPr>
          <p:cNvPr id="364125380" name="Rectangle 1027"/>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Cybersquatters</a:t>
            </a:r>
            <a:endParaRPr/>
          </a:p>
          <a:p>
            <a:pPr marL="273050" lvl="1" indent="-342900">
              <a:spcBef>
                <a:spcPts val="600"/>
              </a:spcBef>
              <a:buSzPct val="100000"/>
              <a:buFont typeface="Arial"/>
              <a:buChar char=" "/>
              <a:defRPr/>
            </a:pPr>
            <a:r>
              <a:rPr lang="en-US"/>
              <a:t>Register domain names for famous trademarks or company names </a:t>
            </a:r>
            <a:endParaRPr/>
          </a:p>
          <a:p>
            <a:pPr marL="273050" lvl="1" indent="-342900">
              <a:spcBef>
                <a:spcPts val="600"/>
              </a:spcBef>
              <a:buSzPct val="100000"/>
              <a:buFont typeface="Arial"/>
              <a:buChar char=" "/>
              <a:defRPr/>
            </a:pPr>
            <a:r>
              <a:rPr lang="en-US"/>
              <a:t>Hope the trademark’s owner will buy the domain name for a large sum of money</a:t>
            </a:r>
            <a:endParaRPr/>
          </a:p>
          <a:p>
            <a:pPr marL="90487" lvl="0" indent="-90487">
              <a:spcBef>
                <a:spcPts val="1300"/>
              </a:spcBef>
              <a:buSzPct val="100000"/>
              <a:buFont typeface="Arial"/>
              <a:buChar char=" "/>
              <a:defRPr/>
            </a:pPr>
            <a:r>
              <a:rPr lang="en-US" b="0" i="0" u="none"/>
              <a:t>To curb cybersquatting, register all possible domain names</a:t>
            </a:r>
            <a:endParaRPr/>
          </a:p>
          <a:p>
            <a:pPr marL="273050" lvl="1" indent="-342900">
              <a:spcBef>
                <a:spcPts val="600"/>
              </a:spcBef>
              <a:buSzPct val="100000"/>
              <a:buFont typeface="Arial"/>
              <a:buChar char=" "/>
              <a:defRPr/>
            </a:pPr>
            <a:r>
              <a:rPr lang="en-US" b="0" i="0" u="none"/>
              <a:t>.org, .com, .info</a:t>
            </a:r>
            <a:endParaRPr/>
          </a:p>
        </p:txBody>
      </p:sp>
      <p:pic>
        <p:nvPicPr>
          <p:cNvPr id="2146017974"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569680832"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1962965"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Cybersquatting (cont’d.)</a:t>
            </a:r>
            <a:endParaRPr/>
          </a:p>
        </p:txBody>
      </p:sp>
      <p:sp>
        <p:nvSpPr>
          <p:cNvPr id="715946048"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lnSpc>
                <a:spcPct val="75000"/>
              </a:lnSpc>
              <a:spcBef>
                <a:spcPts val="1300"/>
              </a:spcBef>
              <a:buSzPct val="100000"/>
              <a:buFont typeface="Arial"/>
              <a:buChar char=" "/>
              <a:defRPr/>
            </a:pPr>
            <a:r>
              <a:rPr lang="en-US"/>
              <a:t>Internet Corporation for Assigned Names and Numbers (ICANN)</a:t>
            </a:r>
            <a:endParaRPr/>
          </a:p>
          <a:p>
            <a:pPr marL="273050" lvl="1" indent="-342900">
              <a:lnSpc>
                <a:spcPct val="75000"/>
              </a:lnSpc>
              <a:spcBef>
                <a:spcPts val="600"/>
              </a:spcBef>
              <a:buSzPct val="100000"/>
              <a:buFont typeface="Arial"/>
              <a:buChar char=" "/>
              <a:defRPr/>
            </a:pPr>
            <a:r>
              <a:rPr lang="en-US" b="0" i="0" u="none"/>
              <a:t>Several top-level domains (.com, .edu, edu., .gov, .int, .mil, .net, .org, aero, .biz, .coop, .info, .museum, .name, .pro, .asis, .cat, .mobi, .tel, and .travel)</a:t>
            </a:r>
            <a:endParaRPr/>
          </a:p>
          <a:p>
            <a:pPr marL="273050" lvl="1" indent="-342900">
              <a:lnSpc>
                <a:spcPct val="75000"/>
              </a:lnSpc>
              <a:spcBef>
                <a:spcPts val="600"/>
              </a:spcBef>
              <a:buSzPct val="100000"/>
              <a:buFont typeface="Arial"/>
              <a:buChar char=" "/>
              <a:defRPr/>
            </a:pPr>
            <a:endParaRPr lang="en-US"/>
          </a:p>
          <a:p>
            <a:pPr marL="273050" lvl="1" indent="-342900">
              <a:lnSpc>
                <a:spcPct val="75000"/>
              </a:lnSpc>
              <a:spcBef>
                <a:spcPts val="600"/>
              </a:spcBef>
              <a:buSzPct val="100000"/>
              <a:buFont typeface="Arial"/>
              <a:buChar char=" "/>
              <a:defRPr/>
            </a:pPr>
            <a:r>
              <a:rPr lang="en-US" b="0" i="0" u="none"/>
              <a:t>Current trademark holders are given time to assert their rights in the new top-level domains before registrations are opened to the general public</a:t>
            </a:r>
            <a:endParaRPr/>
          </a:p>
          <a:p>
            <a:pPr marL="273050" lvl="1" indent="-342900">
              <a:lnSpc>
                <a:spcPct val="75000"/>
              </a:lnSpc>
              <a:spcBef>
                <a:spcPts val="600"/>
              </a:spcBef>
              <a:buSzPct val="100000"/>
              <a:buFont typeface="Arial"/>
              <a:buChar char=" "/>
              <a:defRPr/>
            </a:pPr>
            <a:endParaRPr lang="en-US"/>
          </a:p>
          <a:p>
            <a:pPr marL="273050" lvl="1" indent="-342900">
              <a:lnSpc>
                <a:spcPct val="75000"/>
              </a:lnSpc>
              <a:spcBef>
                <a:spcPts val="600"/>
              </a:spcBef>
              <a:buSzPct val="100000"/>
              <a:buFont typeface="Arial"/>
              <a:buChar char=" "/>
              <a:defRPr/>
            </a:pPr>
            <a:r>
              <a:rPr lang="en-US" b="0" i="0" u="none"/>
              <a:t>Anti-cybersquatting Consumer Protection Act allows trademark owners to challenge foreign cybersquatters</a:t>
            </a:r>
            <a:endParaRPr/>
          </a:p>
        </p:txBody>
      </p:sp>
      <p:pic>
        <p:nvPicPr>
          <p:cNvPr id="185064295"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148444473"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30686206"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Summary</a:t>
            </a:r>
            <a:endParaRPr/>
          </a:p>
        </p:txBody>
      </p:sp>
      <p:sp>
        <p:nvSpPr>
          <p:cNvPr id="2124253024"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lnSpc>
                <a:spcPct val="75000"/>
              </a:lnSpc>
              <a:spcBef>
                <a:spcPts val="1300"/>
              </a:spcBef>
              <a:buSzPct val="100000"/>
              <a:buFont typeface="Arial"/>
              <a:buChar char=" "/>
              <a:defRPr/>
            </a:pPr>
            <a:r>
              <a:rPr lang="en-US"/>
              <a:t>Intellectual property is protected by laws for:</a:t>
            </a:r>
            <a:endParaRPr/>
          </a:p>
          <a:p>
            <a:pPr marL="273050" lvl="1" indent="-342900">
              <a:lnSpc>
                <a:spcPct val="75000"/>
              </a:lnSpc>
              <a:spcBef>
                <a:spcPts val="600"/>
              </a:spcBef>
              <a:buSzPct val="100000"/>
              <a:buFont typeface="Arial"/>
              <a:buChar char=" "/>
              <a:defRPr/>
            </a:pPr>
            <a:r>
              <a:rPr lang="en-US"/>
              <a:t>Copyrights</a:t>
            </a:r>
            <a:endParaRPr/>
          </a:p>
          <a:p>
            <a:pPr marL="273050" lvl="1" indent="-342900">
              <a:lnSpc>
                <a:spcPct val="75000"/>
              </a:lnSpc>
              <a:spcBef>
                <a:spcPts val="600"/>
              </a:spcBef>
              <a:buSzPct val="100000"/>
              <a:buFont typeface="Arial"/>
              <a:buChar char=" "/>
              <a:defRPr/>
            </a:pPr>
            <a:r>
              <a:rPr lang="en-US"/>
              <a:t>Patents</a:t>
            </a:r>
            <a:endParaRPr/>
          </a:p>
          <a:p>
            <a:pPr marL="273050" lvl="1" indent="-342900">
              <a:lnSpc>
                <a:spcPct val="75000"/>
              </a:lnSpc>
              <a:spcBef>
                <a:spcPts val="600"/>
              </a:spcBef>
              <a:buSzPct val="100000"/>
              <a:buFont typeface="Arial"/>
              <a:buChar char=" "/>
              <a:defRPr/>
            </a:pPr>
            <a:r>
              <a:rPr lang="en-US"/>
              <a:t>Trademarks</a:t>
            </a:r>
            <a:endParaRPr/>
          </a:p>
          <a:p>
            <a:pPr marL="273050" lvl="1" indent="-342900">
              <a:lnSpc>
                <a:spcPct val="75000"/>
              </a:lnSpc>
              <a:spcBef>
                <a:spcPts val="600"/>
              </a:spcBef>
              <a:buSzPct val="100000"/>
              <a:buFont typeface="Arial"/>
              <a:buChar char=" "/>
              <a:defRPr/>
            </a:pPr>
            <a:r>
              <a:rPr lang="en-US"/>
              <a:t>Trade secrets</a:t>
            </a:r>
            <a:endParaRPr/>
          </a:p>
          <a:p>
            <a:pPr marL="90487" lvl="0" indent="-90487">
              <a:lnSpc>
                <a:spcPct val="75000"/>
              </a:lnSpc>
              <a:spcBef>
                <a:spcPts val="1300"/>
              </a:spcBef>
              <a:buSzPct val="100000"/>
              <a:buFont typeface="Arial"/>
              <a:buChar char=" "/>
              <a:defRPr/>
            </a:pPr>
            <a:r>
              <a:rPr lang="en-US" b="0" i="0" u="none"/>
              <a:t>Plagiarism is stealing and passing off the ideas and words of another as one’s own</a:t>
            </a:r>
            <a:endParaRPr/>
          </a:p>
          <a:p>
            <a:pPr marL="90487" lvl="0" indent="-90487">
              <a:lnSpc>
                <a:spcPct val="75000"/>
              </a:lnSpc>
              <a:spcBef>
                <a:spcPts val="1300"/>
              </a:spcBef>
              <a:buSzPct val="100000"/>
              <a:buFont typeface="Arial"/>
              <a:buChar char=" "/>
              <a:defRPr/>
            </a:pPr>
            <a:r>
              <a:rPr lang="en-US" b="0" i="0" u="none"/>
              <a:t>Reverse engineering</a:t>
            </a:r>
            <a:endParaRPr/>
          </a:p>
          <a:p>
            <a:pPr marL="273050" lvl="1" indent="-342900">
              <a:lnSpc>
                <a:spcPct val="75000"/>
              </a:lnSpc>
              <a:spcBef>
                <a:spcPts val="600"/>
              </a:spcBef>
              <a:buSzPct val="100000"/>
              <a:buFont typeface="Arial"/>
              <a:buChar char=" "/>
              <a:defRPr/>
            </a:pPr>
            <a:r>
              <a:rPr lang="en-US" b="0" i="0" u="none"/>
              <a:t>Process of breaking something down in order to understand, build a copy of, or improve it</a:t>
            </a:r>
            <a:endParaRPr/>
          </a:p>
        </p:txBody>
      </p:sp>
      <p:pic>
        <p:nvPicPr>
          <p:cNvPr id="175147249"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1045603268"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1501191" name="Rectangle 2"/>
          <p:cNvSpPr>
            <a:spLocks noChangeShapeType="1" noGrp="1"/>
          </p:cNvSpPr>
          <p:nvPr>
            <p:ph type="title"/>
          </p:nvPr>
        </p:nvSpPr>
        <p:spPr bwMode="auto">
          <a:xfrm>
            <a:off x="493712" y="500062"/>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Summary (cont’d.)</a:t>
            </a:r>
            <a:endParaRPr/>
          </a:p>
        </p:txBody>
      </p:sp>
      <p:sp>
        <p:nvSpPr>
          <p:cNvPr id="1411253762" name="Rectangle 3"/>
          <p:cNvSpPr>
            <a:spLocks noChangeShapeType="1" noGrp="1"/>
          </p:cNvSpPr>
          <p:nvPr>
            <p:ph type="obj"/>
          </p:nvPr>
        </p:nvSpPr>
        <p:spPr bwMode="auto">
          <a:xfrm>
            <a:off x="506412" y="1993900"/>
            <a:ext cx="8066087" cy="3765550"/>
          </a:xfrm>
          <a:prstGeom prst="rect">
            <a:avLst/>
          </a:prstGeom>
        </p:spPr>
        <p:txBody>
          <a:bodyPr lIns="91440" tIns="45720" rIns="91440" bIns="45720" anchor="t"/>
          <a:lstStyle>
            <a:lvl1pPr marL="90487" indent="0" algn="l" defTabSz="914400" rtl="0">
              <a:lnSpc>
                <a:spcPct val="85000"/>
              </a:lnSpc>
              <a:spcBef>
                <a:spcPts val="1300"/>
              </a:spcBef>
              <a:spcAft>
                <a:spcPts val="0"/>
              </a:spcAft>
              <a:buChar char=" "/>
              <a:defRPr sz="2400" b="0" i="0">
                <a:solidFill>
                  <a:srgbClr val="262626"/>
                </a:solidFill>
                <a:latin typeface="Calibri Light"/>
              </a:defRPr>
            </a:lvl1pPr>
            <a:lvl2pPr marL="273050" indent="-69850" algn="l" defTabSz="914400" rtl="0">
              <a:lnSpc>
                <a:spcPct val="85000"/>
              </a:lnSpc>
              <a:spcBef>
                <a:spcPts val="600"/>
              </a:spcBef>
              <a:spcAft>
                <a:spcPts val="0"/>
              </a:spcAft>
              <a:buChar char=" "/>
              <a:defRPr sz="2400" b="0" i="0">
                <a:solidFill>
                  <a:srgbClr val="262626"/>
                </a:solidFill>
                <a:latin typeface="Calibri Light"/>
              </a:defRPr>
            </a:lvl2pPr>
            <a:lvl3pPr marL="547687" indent="0" algn="l" defTabSz="914400" rtl="0">
              <a:lnSpc>
                <a:spcPct val="85000"/>
              </a:lnSpc>
              <a:spcBef>
                <a:spcPts val="600"/>
              </a:spcBef>
              <a:spcAft>
                <a:spcPts val="0"/>
              </a:spcAft>
              <a:buChar char=" "/>
              <a:defRPr sz="2000" b="0" i="1">
                <a:solidFill>
                  <a:srgbClr val="262626"/>
                </a:solidFill>
                <a:latin typeface="Calibri Light"/>
              </a:defRPr>
            </a:lvl3pPr>
            <a:lvl4pPr marL="822325" indent="0" algn="l" defTabSz="914400" rtl="0">
              <a:lnSpc>
                <a:spcPct val="85000"/>
              </a:lnSpc>
              <a:spcBef>
                <a:spcPts val="600"/>
              </a:spcBef>
              <a:spcAft>
                <a:spcPts val="0"/>
              </a:spcAft>
              <a:buChar char=" "/>
              <a:defRPr sz="1800" b="0" i="0">
                <a:solidFill>
                  <a:srgbClr val="262626"/>
                </a:solidFill>
                <a:latin typeface="Calibri Light"/>
              </a:defRPr>
            </a:lvl4pPr>
            <a:lvl5pPr marL="1096962" indent="0" algn="l" defTabSz="914400" rtl="0">
              <a:lnSpc>
                <a:spcPct val="85000"/>
              </a:lnSpc>
              <a:spcBef>
                <a:spcPts val="600"/>
              </a:spcBef>
              <a:spcAft>
                <a:spcPts val="0"/>
              </a:spcAft>
              <a:buChar char=" "/>
              <a:defRPr sz="1800" b="0" i="0">
                <a:solidFill>
                  <a:srgbClr val="262626"/>
                </a:solidFill>
                <a:latin typeface="Calibri Light"/>
              </a:defRPr>
            </a:lvl5pPr>
          </a:lstStyle>
          <a:p>
            <a:pPr marL="90487" lvl="0" indent="-90487">
              <a:spcBef>
                <a:spcPts val="1300"/>
              </a:spcBef>
              <a:buSzPct val="100000"/>
              <a:buFont typeface="Arial"/>
              <a:buChar char=" "/>
              <a:defRPr/>
            </a:pPr>
            <a:r>
              <a:rPr lang="en-US"/>
              <a:t>Open source code</a:t>
            </a:r>
            <a:endParaRPr/>
          </a:p>
          <a:p>
            <a:pPr marL="273050" lvl="1" indent="-342900">
              <a:spcBef>
                <a:spcPts val="600"/>
              </a:spcBef>
              <a:buSzPct val="100000"/>
              <a:buFont typeface="Arial"/>
              <a:buChar char=" "/>
              <a:defRPr/>
            </a:pPr>
            <a:r>
              <a:rPr lang="en-US"/>
              <a:t>Made available for use or modification as users or other developers see fit</a:t>
            </a:r>
            <a:endParaRPr/>
          </a:p>
          <a:p>
            <a:pPr marL="90487" lvl="0" indent="-90487">
              <a:spcBef>
                <a:spcPts val="1300"/>
              </a:spcBef>
              <a:buSzPct val="100000"/>
              <a:buFont typeface="Arial"/>
              <a:buChar char=" "/>
              <a:defRPr/>
            </a:pPr>
            <a:r>
              <a:rPr lang="en-US" b="0" i="0" u="none"/>
              <a:t>Competitive intelligence</a:t>
            </a:r>
            <a:endParaRPr/>
          </a:p>
          <a:p>
            <a:pPr marL="273050" lvl="1" indent="-342900">
              <a:spcBef>
                <a:spcPts val="600"/>
              </a:spcBef>
              <a:buSzPct val="100000"/>
              <a:buFont typeface="Arial"/>
              <a:buChar char=" "/>
              <a:defRPr/>
            </a:pPr>
            <a:r>
              <a:rPr lang="en-US" b="0" i="0" u="none"/>
              <a:t>Uses legal means and public information</a:t>
            </a:r>
            <a:endParaRPr/>
          </a:p>
          <a:p>
            <a:pPr marL="90487" lvl="0" indent="-90487">
              <a:spcBef>
                <a:spcPts val="1300"/>
              </a:spcBef>
              <a:buSzPct val="100000"/>
              <a:buFont typeface="Arial"/>
              <a:buChar char=" "/>
              <a:defRPr/>
            </a:pPr>
            <a:r>
              <a:rPr lang="en-US" b="0" i="0" u="none"/>
              <a:t>Trademark infringement</a:t>
            </a:r>
            <a:endParaRPr/>
          </a:p>
          <a:p>
            <a:pPr marL="273050" lvl="1" indent="-342900">
              <a:spcBef>
                <a:spcPts val="600"/>
              </a:spcBef>
              <a:buSzPct val="100000"/>
              <a:buFont typeface="Arial"/>
              <a:buChar char=" "/>
              <a:defRPr/>
            </a:pPr>
            <a:r>
              <a:rPr lang="en-US" b="0" i="0" u="none"/>
              <a:t>Use of other’s trademark in a Web site can lead to issues</a:t>
            </a:r>
            <a:endParaRPr/>
          </a:p>
          <a:p>
            <a:pPr marL="90487" lvl="0" indent="-90487">
              <a:spcBef>
                <a:spcPts val="1300"/>
              </a:spcBef>
              <a:buSzPct val="100000"/>
              <a:buFont typeface="Arial"/>
              <a:buChar char=" "/>
              <a:defRPr/>
            </a:pPr>
            <a:r>
              <a:rPr lang="en-US" b="0" i="0" u="none"/>
              <a:t>Cybersquatting</a:t>
            </a:r>
            <a:endParaRPr/>
          </a:p>
          <a:p>
            <a:pPr marL="273050" lvl="1" indent="-342900">
              <a:spcBef>
                <a:spcPts val="600"/>
              </a:spcBef>
              <a:buSzPct val="100000"/>
              <a:buFont typeface="Arial"/>
              <a:buChar char=" "/>
              <a:defRPr/>
            </a:pPr>
            <a:r>
              <a:rPr lang="en-US" b="0" i="0" u="none"/>
              <a:t>Registration of a domain name by an unaffiliated party</a:t>
            </a:r>
            <a:endParaRPr/>
          </a:p>
        </p:txBody>
      </p:sp>
      <p:pic>
        <p:nvPicPr>
          <p:cNvPr id="1063496574" name="Footer Placeholder 3"/>
          <p:cNvPicPr>
            <a:picLocks noChangeAspect="1" noGrp="1"/>
          </p:cNvPicPr>
          <p:nvPr/>
        </p:nvPicPr>
        <p:blipFill>
          <a:blip r:embed="rId3"/>
          <a:stretch/>
        </p:blipFill>
        <p:spPr bwMode="auto">
          <a:xfrm>
            <a:off x="512762" y="6553200"/>
            <a:ext cx="3773487" cy="268287"/>
          </a:xfrm>
          <a:prstGeom prst="rect">
            <a:avLst/>
          </a:prstGeom>
          <a:noFill/>
        </p:spPr>
      </p:pic>
      <p:sp>
        <p:nvSpPr>
          <p:cNvPr id="564524395" name="Slide Number Placeholder 4"/>
          <p:cNvSpPr txBox="1">
            <a:spLocks noChangeShapeType="1" noGrp="1"/>
          </p:cNvSpPr>
          <p:nvPr>
            <p:ph type="sldNum"/>
          </p:nvPr>
        </p:nvSpPr>
        <p:spPr bwMode="auto">
          <a:xfrm>
            <a:off x="6540500" y="5829300"/>
            <a:ext cx="2195512" cy="1397000"/>
          </a:xfrm>
          <a:prstGeom prst="rect">
            <a:avLst/>
          </a:prstGeom>
          <a:noFill/>
        </p:spPr>
        <p:txBody>
          <a:bodyPr lIns="91440" tIns="45720" rIns="91440" bIns="45720" anchor="b"/>
          <a:lstStyle/>
          <a:p>
            <a:pPr marL="0" lvl="0" indent="0" algn="r">
              <a:spcBef>
                <a:spcPts val="0"/>
              </a:spcBef>
              <a:buNone/>
              <a:defRPr/>
            </a:pPr>
            <a:fld id="{D038279B-FC19-497E-A7D1-5ADD9CAF016F}" type="slidenum">
              <a:rPr lang="en-US" sz="1400">
                <a:solidFill>
                  <a:srgbClr val="222222"/>
                </a:solidFill>
                <a:latin typeface="Arial"/>
              </a:rPr>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48042528" name="Rectangle 2"/>
          <p:cNvSpPr>
            <a:spLocks noChangeShapeType="1" noGrp="1"/>
          </p:cNvSpPr>
          <p:nvPr>
            <p:ph type="title"/>
          </p:nvPr>
        </p:nvSpPr>
        <p:spPr bwMode="auto">
          <a:xfrm>
            <a:off x="493711" y="500061"/>
            <a:ext cx="8078787" cy="1657350"/>
          </a:xfrm>
          <a:prstGeom prst="rect">
            <a:avLst/>
          </a:prstGeom>
        </p:spPr>
        <p:txBody>
          <a:bodyPr lIns="91440" tIns="45720" rIns="91440" bIns="45720" anchor="ctr" anchorCtr="0"/>
          <a:lstStyle>
            <a:lvl1pPr marL="0" indent="0" algn="l" defTabSz="914400" rtl="0">
              <a:lnSpc>
                <a:spcPct val="90000"/>
              </a:lnSpc>
              <a:spcBef>
                <a:spcPts val="0"/>
              </a:spcBef>
              <a:spcAft>
                <a:spcPts val="0"/>
              </a:spcAft>
              <a:buNone/>
              <a:defRPr sz="4800" b="0" i="0">
                <a:solidFill>
                  <a:schemeClr val="accent1"/>
                </a:solidFill>
                <a:latin typeface="Calibri Light"/>
              </a:defRPr>
            </a:lvl1pPr>
            <a:lvl2pPr marL="0" indent="0" algn="l" defTabSz="914400" rtl="0">
              <a:lnSpc>
                <a:spcPct val="90000"/>
              </a:lnSpc>
              <a:spcBef>
                <a:spcPts val="0"/>
              </a:spcBef>
              <a:spcAft>
                <a:spcPts val="0"/>
              </a:spcAft>
              <a:buNone/>
              <a:defRPr sz="4800" b="0" i="0">
                <a:solidFill>
                  <a:schemeClr val="accent1"/>
                </a:solidFill>
                <a:latin typeface="Calibri Light"/>
              </a:defRPr>
            </a:lvl2pPr>
            <a:lvl3pPr marL="0" indent="0" algn="l" defTabSz="914400" rtl="0">
              <a:lnSpc>
                <a:spcPct val="90000"/>
              </a:lnSpc>
              <a:spcBef>
                <a:spcPts val="0"/>
              </a:spcBef>
              <a:spcAft>
                <a:spcPts val="0"/>
              </a:spcAft>
              <a:buNone/>
              <a:defRPr sz="4800" b="0" i="0">
                <a:solidFill>
                  <a:schemeClr val="accent1"/>
                </a:solidFill>
                <a:latin typeface="Calibri Light"/>
              </a:defRPr>
            </a:lvl3pPr>
            <a:lvl4pPr marL="0" indent="0" algn="l" defTabSz="914400" rtl="0">
              <a:lnSpc>
                <a:spcPct val="90000"/>
              </a:lnSpc>
              <a:spcBef>
                <a:spcPts val="0"/>
              </a:spcBef>
              <a:spcAft>
                <a:spcPts val="0"/>
              </a:spcAft>
              <a:buNone/>
              <a:defRPr sz="4800" b="0" i="0">
                <a:solidFill>
                  <a:schemeClr val="accent1"/>
                </a:solidFill>
                <a:latin typeface="Calibri Light"/>
              </a:defRPr>
            </a:lvl4pPr>
            <a:lvl5pPr marL="0" indent="0" algn="l" defTabSz="914400" rtl="0">
              <a:lnSpc>
                <a:spcPct val="90000"/>
              </a:lnSpc>
              <a:spcBef>
                <a:spcPts val="0"/>
              </a:spcBef>
              <a:spcAft>
                <a:spcPts val="0"/>
              </a:spcAft>
              <a:buNone/>
              <a:defRPr sz="4800" b="0" i="0">
                <a:solidFill>
                  <a:schemeClr val="accent1"/>
                </a:solidFill>
                <a:latin typeface="Calibri Light"/>
              </a:defRPr>
            </a:lvl5pPr>
          </a:lstStyle>
          <a:p>
            <a:pPr marL="0" lvl="0" indent="0">
              <a:spcBef>
                <a:spcPts val="0"/>
              </a:spcBef>
              <a:buNone/>
              <a:defRPr/>
            </a:pPr>
            <a:r>
              <a:rPr lang="en-US"/>
              <a:t>Summary (cont’d.)</a:t>
            </a:r>
            <a:endParaRPr/>
          </a:p>
        </p:txBody>
      </p:sp>
      <p:sp>
        <p:nvSpPr>
          <p:cNvPr id="556086667" name="Rectangle 3"/>
          <p:cNvSpPr>
            <a:spLocks noChangeShapeType="1" noGrp="1"/>
          </p:cNvSpPr>
          <p:nvPr>
            <p:ph type="obj"/>
          </p:nvPr>
        </p:nvSpPr>
        <p:spPr bwMode="auto">
          <a:xfrm>
            <a:off x="506412" y="1993899"/>
            <a:ext cx="8066086" cy="3765549"/>
          </a:xfrm>
          <a:prstGeom prst="rect">
            <a:avLst/>
          </a:prstGeom>
        </p:spPr>
        <p:txBody>
          <a:bodyPr lIns="91440" tIns="45720" rIns="91440" bIns="45720" anchor="t"/>
          <a:lstStyle>
            <a:lvl1pPr marL="90486" indent="0" algn="l" defTabSz="914400" rtl="0">
              <a:lnSpc>
                <a:spcPct val="85000"/>
              </a:lnSpc>
              <a:spcBef>
                <a:spcPts val="1299"/>
              </a:spcBef>
              <a:spcAft>
                <a:spcPts val="0"/>
              </a:spcAft>
              <a:buChar char=" "/>
              <a:defRPr sz="2400" b="0" i="0">
                <a:solidFill>
                  <a:srgbClr val="262626"/>
                </a:solidFill>
                <a:latin typeface="Calibri Light"/>
              </a:defRPr>
            </a:lvl1pPr>
            <a:lvl2pPr marL="273049" indent="-69849" algn="l" defTabSz="914400" rtl="0">
              <a:lnSpc>
                <a:spcPct val="85000"/>
              </a:lnSpc>
              <a:spcBef>
                <a:spcPts val="599"/>
              </a:spcBef>
              <a:spcAft>
                <a:spcPts val="0"/>
              </a:spcAft>
              <a:buChar char=" "/>
              <a:defRPr sz="2400" b="0" i="0">
                <a:solidFill>
                  <a:srgbClr val="262626"/>
                </a:solidFill>
                <a:latin typeface="Calibri Light"/>
              </a:defRPr>
            </a:lvl2pPr>
            <a:lvl3pPr marL="547686" indent="0" algn="l" defTabSz="914400" rtl="0">
              <a:lnSpc>
                <a:spcPct val="85000"/>
              </a:lnSpc>
              <a:spcBef>
                <a:spcPts val="599"/>
              </a:spcBef>
              <a:spcAft>
                <a:spcPts val="0"/>
              </a:spcAft>
              <a:buChar char=" "/>
              <a:defRPr sz="2000" b="0" i="1">
                <a:solidFill>
                  <a:srgbClr val="262626"/>
                </a:solidFill>
                <a:latin typeface="Calibri Light"/>
              </a:defRPr>
            </a:lvl3pPr>
            <a:lvl4pPr marL="822324" indent="0" algn="l" defTabSz="914400" rtl="0">
              <a:lnSpc>
                <a:spcPct val="85000"/>
              </a:lnSpc>
              <a:spcBef>
                <a:spcPts val="599"/>
              </a:spcBef>
              <a:spcAft>
                <a:spcPts val="0"/>
              </a:spcAft>
              <a:buChar char=" "/>
              <a:defRPr sz="1800" b="0" i="0">
                <a:solidFill>
                  <a:srgbClr val="262626"/>
                </a:solidFill>
                <a:latin typeface="Calibri Light"/>
              </a:defRPr>
            </a:lvl4pPr>
            <a:lvl5pPr marL="1096961" indent="0" algn="l" defTabSz="914400" rtl="0">
              <a:lnSpc>
                <a:spcPct val="85000"/>
              </a:lnSpc>
              <a:spcBef>
                <a:spcPts val="599"/>
              </a:spcBef>
              <a:spcAft>
                <a:spcPts val="0"/>
              </a:spcAft>
              <a:buChar char=" "/>
              <a:defRPr sz="1800" b="0" i="0">
                <a:solidFill>
                  <a:srgbClr val="262626"/>
                </a:solidFill>
                <a:latin typeface="Calibri Light"/>
              </a:defRPr>
            </a:lvl5pPr>
          </a:lstStyle>
          <a:p>
            <a:pPr marL="90486" lvl="0" indent="-90486">
              <a:spcBef>
                <a:spcPts val="1299"/>
              </a:spcBef>
              <a:buSzPct val="100000"/>
              <a:buFont typeface="Arial"/>
              <a:buChar char=" "/>
              <a:defRPr/>
            </a:pPr>
            <a:r>
              <a:rPr lang="en-US"/>
              <a:t>Open source code</a:t>
            </a:r>
            <a:endParaRPr/>
          </a:p>
          <a:p>
            <a:pPr marL="273049" lvl="1" indent="-342900">
              <a:spcBef>
                <a:spcPts val="599"/>
              </a:spcBef>
              <a:buSzPct val="100000"/>
              <a:buFont typeface="Arial"/>
              <a:buChar char=" "/>
              <a:defRPr/>
            </a:pPr>
            <a:r>
              <a:rPr lang="en-US"/>
              <a:t>Made available for use or modification as users or other developers see fit</a:t>
            </a:r>
            <a:endParaRPr/>
          </a:p>
          <a:p>
            <a:pPr marL="90486" lvl="0" indent="-90486">
              <a:spcBef>
                <a:spcPts val="1299"/>
              </a:spcBef>
              <a:buSzPct val="100000"/>
              <a:buFont typeface="Arial"/>
              <a:buChar char=" "/>
              <a:defRPr/>
            </a:pPr>
            <a:r>
              <a:rPr lang="en-US" b="0" i="0" u="none"/>
              <a:t>Competitive intelligence</a:t>
            </a:r>
            <a:endParaRPr/>
          </a:p>
          <a:p>
            <a:pPr marL="273049" lvl="1" indent="-342900">
              <a:spcBef>
                <a:spcPts val="599"/>
              </a:spcBef>
              <a:buSzPct val="100000"/>
              <a:buFont typeface="Arial"/>
              <a:buChar char=" "/>
              <a:defRPr/>
            </a:pPr>
            <a:r>
              <a:rPr lang="en-US" b="0" i="0" u="none"/>
              <a:t>Uses legal means and public information</a:t>
            </a:r>
            <a:endParaRPr/>
          </a:p>
          <a:p>
            <a:pPr marL="90486" lvl="0" indent="-90486">
              <a:spcBef>
                <a:spcPts val="1299"/>
              </a:spcBef>
              <a:buSzPct val="100000"/>
              <a:buFont typeface="Arial"/>
              <a:buChar char=" "/>
              <a:defRPr/>
            </a:pPr>
            <a:r>
              <a:rPr lang="en-US" b="0" i="0" u="none"/>
              <a:t>Trademark infringement</a:t>
            </a:r>
            <a:endParaRPr/>
          </a:p>
          <a:p>
            <a:pPr marL="273049" lvl="1" indent="-342900">
              <a:spcBef>
                <a:spcPts val="599"/>
              </a:spcBef>
              <a:buSzPct val="100000"/>
              <a:buFont typeface="Arial"/>
              <a:buChar char=" "/>
              <a:defRPr/>
            </a:pPr>
            <a:r>
              <a:rPr lang="en-US" b="0" i="0" u="none"/>
              <a:t>Use of other’s trademark in a Web site can lead to issues</a:t>
            </a:r>
            <a:endParaRPr/>
          </a:p>
          <a:p>
            <a:pPr marL="90486" lvl="0" indent="-90486">
              <a:spcBef>
                <a:spcPts val="1299"/>
              </a:spcBef>
              <a:buSzPct val="100000"/>
              <a:buFont typeface="Arial"/>
              <a:buChar char=" "/>
              <a:defRPr/>
            </a:pPr>
            <a:r>
              <a:rPr lang="en-US" b="0" i="0" u="none"/>
              <a:t>Cybersquatting</a:t>
            </a:r>
            <a:endParaRPr/>
          </a:p>
          <a:p>
            <a:pPr marL="273049" lvl="1" indent="-342900">
              <a:spcBef>
                <a:spcPts val="599"/>
              </a:spcBef>
              <a:buSzPct val="100000"/>
              <a:buFont typeface="Arial"/>
              <a:buChar char=" "/>
              <a:defRPr/>
            </a:pPr>
            <a:r>
              <a:rPr lang="en-US" b="0" i="0" u="none"/>
              <a:t>Registration of a domain name by an unaffiliated party</a:t>
            </a:r>
            <a:endParaRPr/>
          </a:p>
        </p:txBody>
      </p:sp>
      <p:pic>
        <p:nvPicPr>
          <p:cNvPr id="1092561433" name="Footer Placeholder 3"/>
          <p:cNvPicPr>
            <a:picLocks noChangeAspect="1" noGrp="1"/>
          </p:cNvPicPr>
          <p:nvPr/>
        </p:nvPicPr>
        <p:blipFill>
          <a:blip r:embed="rId3"/>
          <a:stretch/>
        </p:blipFill>
        <p:spPr bwMode="auto">
          <a:xfrm>
            <a:off x="512761" y="6553199"/>
            <a:ext cx="3773486" cy="268286"/>
          </a:xfrm>
          <a:prstGeom prst="rect">
            <a:avLst/>
          </a:prstGeom>
          <a:noFill/>
        </p:spPr>
      </p:pic>
      <p:sp>
        <p:nvSpPr>
          <p:cNvPr id="938186589" name="Slide Number Placeholder 4"/>
          <p:cNvSpPr txBox="1">
            <a:spLocks noChangeShapeType="1" noGrp="1"/>
          </p:cNvSpPr>
          <p:nvPr>
            <p:ph type="sldNum"/>
          </p:nvPr>
        </p:nvSpPr>
        <p:spPr bwMode="auto">
          <a:xfrm>
            <a:off x="6540499" y="5829300"/>
            <a:ext cx="2195511" cy="1396999"/>
          </a:xfrm>
          <a:prstGeom prst="rect">
            <a:avLst/>
          </a:prstGeom>
          <a:noFill/>
        </p:spPr>
        <p:txBody>
          <a:bodyPr lIns="91440" tIns="45720" rIns="91440" bIns="45720" anchor="b"/>
          <a:lstStyle/>
          <a:p>
            <a:pPr marL="0" lvl="0" indent="0" algn="r">
              <a:spcBef>
                <a:spcPts val="0"/>
              </a:spcBef>
              <a:buNone/>
              <a:defRPr/>
            </a:pPr>
            <a:fld id="{11021F34-F47B-2FCD-A515-DB9ED52B6B06}" type="slidenum">
              <a:rPr lang="en-US" sz="1400">
                <a:solidFill>
                  <a:srgbClr val="222222"/>
                </a:solidFill>
                <a:latin typeface="Arial"/>
              </a:rPr>
              <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Metropolitan">
  <a:themeElements>
    <a:clrScheme name="Default">
      <a:dk1>
        <a:srgbClr val="000000"/>
      </a:dk1>
      <a:lt1>
        <a:srgbClr val="FFFFFF"/>
      </a:lt1>
      <a:dk2>
        <a:srgbClr val="162F33"/>
      </a:dk2>
      <a:lt2>
        <a:srgbClr val="EAF0E0"/>
      </a:lt2>
      <a:accent1>
        <a:srgbClr val="50B4C8"/>
      </a:accent1>
      <a:accent2>
        <a:srgbClr val="A8B97F"/>
      </a:accent2>
      <a:accent3>
        <a:srgbClr val="AAAAAA"/>
      </a:accent3>
      <a:accent4>
        <a:srgbClr val="DCDCDC"/>
      </a:accent4>
      <a:accent5>
        <a:srgbClr val="DBF1FA"/>
      </a:accent5>
      <a:accent6>
        <a:srgbClr val="4B9DCA"/>
      </a:accent6>
      <a:hlink>
        <a:srgbClr val="2370CD"/>
      </a:hlink>
      <a:folHlink>
        <a:srgbClr val="877589"/>
      </a:folHlink>
    </a:clrScheme>
    <a:fontScheme name="default">
      <a:majorFont>
        <a:latin typeface="Calibri Light"/>
        <a:ea typeface="Arial"/>
        <a:cs typeface="Arial"/>
      </a:majorFont>
      <a:minorFont>
        <a:latin typeface="Arial"/>
        <a:ea typeface="Arial"/>
        <a:cs typeface="Arial"/>
      </a:minorFont>
    </a:fontScheme>
    <a:fmtScheme name="Default">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extraClrScheme>
      <a:clrScheme name="Metropolitan 1">
        <a:dk1>
          <a:srgbClr val="000000"/>
        </a:dk1>
        <a:lt1>
          <a:srgbClr val="FFFFFF"/>
        </a:lt1>
        <a:dk2>
          <a:srgbClr val="162F33"/>
        </a:dk2>
        <a:lt2>
          <a:srgbClr val="EAF0E0"/>
        </a:lt2>
        <a:accent1>
          <a:srgbClr val="50B4C8"/>
        </a:accent1>
        <a:accent2>
          <a:srgbClr val="A8B97F"/>
        </a:accent2>
        <a:accent3>
          <a:srgbClr val="AAAAAA"/>
        </a:accent3>
        <a:accent4>
          <a:srgbClr val="DCDCDC"/>
        </a:accent4>
        <a:accent5>
          <a:srgbClr val="DBF1FA"/>
        </a:accent5>
        <a:accent6>
          <a:srgbClr val="4B9DCA"/>
        </a:accent6>
        <a:hlink>
          <a:srgbClr val="2370CD"/>
        </a:hlink>
        <a:folHlink>
          <a:srgbClr val="87758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xmlns:r="http://schemas.openxmlformats.org/officeDocument/2006/relationships" xmlns:p="http://schemas.openxmlformats.org/presentationml/2006/main" name="Default">
  <a:themeElements>
    <a:clrScheme name="Default">
      <a:dk1>
        <a:srgbClr val="000000"/>
      </a:dk1>
      <a:lt1>
        <a:srgbClr val="FFFFFF"/>
      </a:lt1>
      <a:dk2>
        <a:srgbClr val="000000"/>
      </a:dk2>
      <a:lt2>
        <a:srgbClr val="808080"/>
      </a:lt2>
      <a:accent1>
        <a:srgbClr val="BBE0E3"/>
      </a:accent1>
      <a:accent2>
        <a:srgbClr val="333399"/>
      </a:accent2>
      <a:accent3>
        <a:srgbClr val="AAAAAA"/>
      </a:accent3>
      <a:accent4>
        <a:srgbClr val="DCDCDC"/>
      </a:accent4>
      <a:accent5>
        <a:srgbClr val="DBF1FA"/>
      </a:accent5>
      <a:accent6>
        <a:srgbClr val="4B9DCA"/>
      </a:accent6>
      <a:hlink>
        <a:srgbClr val="009999"/>
      </a:hlink>
      <a:folHlink>
        <a:srgbClr val="99CC00"/>
      </a:folHlink>
    </a:clrScheme>
    <a:fontScheme name="default">
      <a:majorFont>
        <a:latin typeface="Calibri Light"/>
        <a:ea typeface="Arial"/>
        <a:cs typeface="Arial"/>
      </a:majorFont>
      <a:minorFont>
        <a:latin typeface="Arial"/>
        <a:ea typeface="Arial"/>
        <a:cs typeface="Arial"/>
      </a:minorFont>
    </a:fontScheme>
    <a:fmtScheme name="Default">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TM03457491[[fn=Metropolitan]]</Template>
  <TotalTime>0</TotalTime>
  <Words>0</Words>
  <Application>ONLYOFFICE/9.0.4.50</Application>
  <PresentationFormat>On-screen Show (4:3)</PresentationFormat>
  <Paragraphs>0</Paragraphs>
  <Slides>55</Slides>
  <Notes>55</Notes>
  <HiddenSlides>0</HiddenSlides>
  <MMClips>2</MMClips>
  <ScaleCrop>0</ScaleCrop>
  <HeadingPairs>
    <vt:vector size="4" baseType="variant">
      <vt:variant>
        <vt:lpstr>Theme</vt:lpstr>
      </vt:variant>
      <vt:variant>
        <vt:i4>1</vt:i4>
      </vt:variant>
      <vt:variant>
        <vt:lpstr>Slide Titles</vt:lpstr>
      </vt:variant>
      <vt:variant>
        <vt:i4>55</vt:i4>
      </vt:variant>
    </vt:vector>
  </HeadingPairs>
  <TitlesOfParts>
    <vt:vector size="56"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Ethics in Information Technology</dc:title>
  <dc:creator>sadaf.baloch</dc:creator>
  <cp:lastModifiedBy/>
  <cp:revision>608</cp:revision>
  <dcterms:created xsi:type="dcterms:W3CDTF">2002-09-27T23:29:00Z</dcterms:created>
  <dcterms:modified xsi:type="dcterms:W3CDTF">2026-01-28T05:30:54Z</dcterms:modified>
</cp:coreProperties>
</file>