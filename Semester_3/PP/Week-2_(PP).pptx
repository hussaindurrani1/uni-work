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7" r:id="rId1"/>
  </p:sldMasterIdLst>
  <p:notesMasterIdLst>
    <p:notesMasterId r:id="rId38"/>
  </p:notesMasterIdLst>
  <p:handoutMasterIdLst>
    <p:handoutMasterId r:id="rId39"/>
  </p:handoutMasterIdLst>
  <p:sldIdLst>
    <p:sldId id="258" r:id="rId2"/>
    <p:sldId id="259" r:id="rId3"/>
    <p:sldId id="261" r:id="rId4"/>
    <p:sldId id="262" r:id="rId5"/>
    <p:sldId id="263" r:id="rId6"/>
    <p:sldId id="264" r:id="rId7"/>
    <p:sldId id="265" r:id="rId8"/>
    <p:sldId id="267" r:id="rId9"/>
    <p:sldId id="268" r:id="rId10"/>
    <p:sldId id="269" r:id="rId11"/>
    <p:sldId id="270" r:id="rId12"/>
    <p:sldId id="271" r:id="rId13"/>
    <p:sldId id="272" r:id="rId14"/>
    <p:sldId id="302" r:id="rId15"/>
    <p:sldId id="273" r:id="rId16"/>
    <p:sldId id="274" r:id="rId17"/>
    <p:sldId id="275" r:id="rId18"/>
    <p:sldId id="276" r:id="rId19"/>
    <p:sldId id="277" r:id="rId20"/>
    <p:sldId id="278" r:id="rId21"/>
    <p:sldId id="279" r:id="rId22"/>
    <p:sldId id="280" r:id="rId23"/>
    <p:sldId id="281" r:id="rId24"/>
    <p:sldId id="282" r:id="rId25"/>
    <p:sldId id="283" r:id="rId26"/>
    <p:sldId id="284" r:id="rId27"/>
    <p:sldId id="285" r:id="rId28"/>
    <p:sldId id="286" r:id="rId29"/>
    <p:sldId id="287" r:id="rId30"/>
    <p:sldId id="288" r:id="rId31"/>
    <p:sldId id="289" r:id="rId32"/>
    <p:sldId id="290" r:id="rId33"/>
    <p:sldId id="291" r:id="rId34"/>
    <p:sldId id="299" r:id="rId35"/>
    <p:sldId id="300" r:id="rId36"/>
    <p:sldId id="301"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29" autoAdjust="0"/>
    <p:restoredTop sz="82948" autoAdjust="0"/>
  </p:normalViewPr>
  <p:slideViewPr>
    <p:cSldViewPr snapToGrid="0">
      <p:cViewPr varScale="1">
        <p:scale>
          <a:sx n="70" d="100"/>
          <a:sy n="70" d="100"/>
        </p:scale>
        <p:origin x="1118"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D47714C-0572-4E71-A746-A764B9371F58}" type="datetimeFigureOut">
              <a:rPr lang="en-US" smtClean="0"/>
              <a:t>10/13/2025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76AD270-C230-4B1E-907C-C72FAE3E7761}" type="slidenum">
              <a:rPr lang="en-US" smtClean="0"/>
              <a:t>‹#›</a:t>
            </a:fld>
            <a:endParaRPr lang="en-US"/>
          </a:p>
        </p:txBody>
      </p:sp>
    </p:spTree>
    <p:extLst>
      <p:ext uri="{BB962C8B-B14F-4D97-AF65-F5344CB8AC3E}">
        <p14:creationId xmlns:p14="http://schemas.microsoft.com/office/powerpoint/2010/main" val="394862553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5F7E2C-7B1D-44F5-B12B-14325D3468F2}" type="datetimeFigureOut">
              <a:rPr lang="en-US" smtClean="0"/>
              <a:t>10/13/2025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A41B73-072D-4638-904A-81825175F4EB}" type="slidenum">
              <a:rPr lang="en-US" smtClean="0"/>
              <a:t>‹#›</a:t>
            </a:fld>
            <a:endParaRPr lang="en-US"/>
          </a:p>
        </p:txBody>
      </p:sp>
    </p:spTree>
    <p:extLst>
      <p:ext uri="{BB962C8B-B14F-4D97-AF65-F5344CB8AC3E}">
        <p14:creationId xmlns:p14="http://schemas.microsoft.com/office/powerpoint/2010/main" val="10696370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en.wikipedia.org/wiki/Performance_test_(assessment)" TargetMode="External"/><Relationship Id="rId7" Type="http://schemas.openxmlformats.org/officeDocument/2006/relationships/hyperlink" Target="https://en.wikipedia.org/wiki/Specification" TargetMode="External"/><Relationship Id="rId2" Type="http://schemas.openxmlformats.org/officeDocument/2006/relationships/slide" Target="../slides/slide25.xml"/><Relationship Id="rId1" Type="http://schemas.openxmlformats.org/officeDocument/2006/relationships/notesMaster" Target="../notesMasters/notesMaster1.xml"/><Relationship Id="rId6" Type="http://schemas.openxmlformats.org/officeDocument/2006/relationships/hyperlink" Target="https://en.wikipedia.org/wiki/Regulation" TargetMode="External"/><Relationship Id="rId5" Type="http://schemas.openxmlformats.org/officeDocument/2006/relationships/hyperlink" Target="https://en.wikipedia.org/wiki/Contract" TargetMode="External"/><Relationship Id="rId4" Type="http://schemas.openxmlformats.org/officeDocument/2006/relationships/hyperlink" Target="https://en.wikipedia.org/wiki/Quality_assurance" TargetMode="Externa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42"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31863" algn="l"/>
                <a:tab pos="1463726" algn="l"/>
                <a:tab pos="2195589" algn="l"/>
                <a:tab pos="2927452" algn="l"/>
              </a:tabLst>
              <a:defRPr>
                <a:solidFill>
                  <a:schemeClr val="bg1"/>
                </a:solidFill>
                <a:latin typeface="Arial" pitchFamily="34" charset="0"/>
                <a:cs typeface="Arial" pitchFamily="34" charset="0"/>
              </a:defRPr>
            </a:lvl1pPr>
            <a:lvl2pPr marL="751122" indent="-288893" eaLnBrk="0" hangingPunct="0">
              <a:tabLst>
                <a:tab pos="731863" algn="l"/>
                <a:tab pos="1463726" algn="l"/>
                <a:tab pos="2195589" algn="l"/>
                <a:tab pos="2927452" algn="l"/>
              </a:tabLst>
              <a:defRPr>
                <a:solidFill>
                  <a:schemeClr val="bg1"/>
                </a:solidFill>
                <a:latin typeface="Arial" pitchFamily="34" charset="0"/>
                <a:cs typeface="Arial" pitchFamily="34" charset="0"/>
              </a:defRPr>
            </a:lvl2pPr>
            <a:lvl3pPr marL="1155573"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3pPr>
            <a:lvl4pPr marL="1617802"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4pPr>
            <a:lvl5pPr marL="2080031"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5pPr>
            <a:lvl6pPr marL="2542261"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6pPr>
            <a:lvl7pPr marL="3004490"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7pPr>
            <a:lvl8pPr marL="3466719"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8pPr>
            <a:lvl9pPr marL="3928948"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9pPr>
          </a:lstStyle>
          <a:p>
            <a:pPr eaLnBrk="1" hangingPunct="1"/>
            <a:fld id="{C7E208BB-201B-4D9D-A8ED-5AB6CE53240D}" type="slidenum">
              <a:rPr lang="en-GB" smtClean="0">
                <a:solidFill>
                  <a:srgbClr val="000000"/>
                </a:solidFill>
                <a:latin typeface="Times New Roman" pitchFamily="18" charset="0"/>
                <a:cs typeface="Arial Unicode MS" pitchFamily="34" charset="-128"/>
              </a:rPr>
              <a:pPr eaLnBrk="1" hangingPunct="1"/>
              <a:t>1</a:t>
            </a:fld>
            <a:endParaRPr lang="en-GB">
              <a:solidFill>
                <a:srgbClr val="000000"/>
              </a:solidFill>
              <a:latin typeface="Times New Roman" pitchFamily="18" charset="0"/>
              <a:cs typeface="Arial Unicode MS" pitchFamily="34" charset="-128"/>
            </a:endParaRPr>
          </a:p>
        </p:txBody>
      </p:sp>
      <p:sp>
        <p:nvSpPr>
          <p:cNvPr id="61443" name="Text Box 1"/>
          <p:cNvSpPr txBox="1">
            <a:spLocks noChangeArrowheads="1"/>
          </p:cNvSpPr>
          <p:nvPr/>
        </p:nvSpPr>
        <p:spPr bwMode="auto">
          <a:xfrm>
            <a:off x="1146969" y="697230"/>
            <a:ext cx="4587875" cy="3486150"/>
          </a:xfrm>
          <a:prstGeom prst="rect">
            <a:avLst/>
          </a:prstGeom>
          <a:solidFill>
            <a:srgbClr val="FFFFFF"/>
          </a:solidFill>
          <a:ln w="9525">
            <a:solidFill>
              <a:srgbClr val="000000"/>
            </a:solidFill>
            <a:miter lim="800000"/>
            <a:headEnd/>
            <a:tailEnd/>
          </a:ln>
        </p:spPr>
        <p:txBody>
          <a:bodyPr wrap="none" lIns="92446" tIns="46223" rIns="92446" bIns="46223" anchor="ctr"/>
          <a:lstStyle>
            <a:lvl1pPr eaLnBrk="0" hangingPunct="0">
              <a:defRPr>
                <a:solidFill>
                  <a:schemeClr val="bg1"/>
                </a:solidFill>
                <a:latin typeface="Arial" pitchFamily="34" charset="0"/>
                <a:cs typeface="Arial" pitchFamily="34" charset="0"/>
              </a:defRPr>
            </a:lvl1pPr>
            <a:lvl2pPr marL="742950" indent="-285750" eaLnBrk="0" hangingPunct="0">
              <a:defRPr>
                <a:solidFill>
                  <a:schemeClr val="bg1"/>
                </a:solidFill>
                <a:latin typeface="Arial" pitchFamily="34" charset="0"/>
                <a:cs typeface="Arial" pitchFamily="34" charset="0"/>
              </a:defRPr>
            </a:lvl2pPr>
            <a:lvl3pPr marL="1143000" indent="-228600" eaLnBrk="0" hangingPunct="0">
              <a:defRPr>
                <a:solidFill>
                  <a:schemeClr val="bg1"/>
                </a:solidFill>
                <a:latin typeface="Arial" pitchFamily="34" charset="0"/>
                <a:cs typeface="Arial" pitchFamily="34" charset="0"/>
              </a:defRPr>
            </a:lvl3pPr>
            <a:lvl4pPr marL="1600200" indent="-228600" eaLnBrk="0" hangingPunct="0">
              <a:defRPr>
                <a:solidFill>
                  <a:schemeClr val="bg1"/>
                </a:solidFill>
                <a:latin typeface="Arial" pitchFamily="34" charset="0"/>
                <a:cs typeface="Arial" pitchFamily="34" charset="0"/>
              </a:defRPr>
            </a:lvl4pPr>
            <a:lvl5pPr marL="2057400" indent="-228600" eaLnBrk="0" hangingPunct="0">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defRPr>
                <a:solidFill>
                  <a:schemeClr val="bg1"/>
                </a:solidFill>
                <a:latin typeface="Arial" pitchFamily="34" charset="0"/>
                <a:cs typeface="Arial" pitchFamily="34" charset="0"/>
              </a:defRPr>
            </a:lvl9pPr>
          </a:lstStyle>
          <a:p>
            <a:pPr eaLnBrk="1" hangingPunct="1">
              <a:lnSpc>
                <a:spcPct val="93000"/>
              </a:lnSpc>
              <a:buClr>
                <a:srgbClr val="000000"/>
              </a:buClr>
              <a:buSzPct val="100000"/>
              <a:buFont typeface="Arial" pitchFamily="34" charset="0"/>
              <a:buNone/>
            </a:pPr>
            <a:endParaRPr lang="en-US"/>
          </a:p>
        </p:txBody>
      </p:sp>
      <p:sp>
        <p:nvSpPr>
          <p:cNvPr id="61444" name="Rectangle 2"/>
          <p:cNvSpPr>
            <a:spLocks noGrp="1" noChangeArrowheads="1"/>
          </p:cNvSpPr>
          <p:nvPr>
            <p:ph type="body"/>
          </p:nvPr>
        </p:nvSpPr>
        <p:spPr>
          <a:xfrm>
            <a:off x="688182" y="4415790"/>
            <a:ext cx="5505450" cy="418499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Tree>
    <p:extLst>
      <p:ext uri="{BB962C8B-B14F-4D97-AF65-F5344CB8AC3E}">
        <p14:creationId xmlns:p14="http://schemas.microsoft.com/office/powerpoint/2010/main" val="18852241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5538"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31863" algn="l"/>
                <a:tab pos="1463726" algn="l"/>
                <a:tab pos="2195589" algn="l"/>
                <a:tab pos="2927452" algn="l"/>
              </a:tabLst>
              <a:defRPr>
                <a:solidFill>
                  <a:schemeClr val="bg1"/>
                </a:solidFill>
                <a:latin typeface="Arial" pitchFamily="34" charset="0"/>
                <a:cs typeface="Arial" pitchFamily="34" charset="0"/>
              </a:defRPr>
            </a:lvl1pPr>
            <a:lvl2pPr marL="751122" indent="-288893" eaLnBrk="0" hangingPunct="0">
              <a:tabLst>
                <a:tab pos="731863" algn="l"/>
                <a:tab pos="1463726" algn="l"/>
                <a:tab pos="2195589" algn="l"/>
                <a:tab pos="2927452" algn="l"/>
              </a:tabLst>
              <a:defRPr>
                <a:solidFill>
                  <a:schemeClr val="bg1"/>
                </a:solidFill>
                <a:latin typeface="Arial" pitchFamily="34" charset="0"/>
                <a:cs typeface="Arial" pitchFamily="34" charset="0"/>
              </a:defRPr>
            </a:lvl2pPr>
            <a:lvl3pPr marL="1155573"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3pPr>
            <a:lvl4pPr marL="1617802"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4pPr>
            <a:lvl5pPr marL="2080031"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5pPr>
            <a:lvl6pPr marL="2542261"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6pPr>
            <a:lvl7pPr marL="3004490"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7pPr>
            <a:lvl8pPr marL="3466719"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8pPr>
            <a:lvl9pPr marL="3928948"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9pPr>
          </a:lstStyle>
          <a:p>
            <a:pPr eaLnBrk="1" hangingPunct="1"/>
            <a:fld id="{04AE312A-CC3B-4E18-8ADE-BCADBB64ABE9}" type="slidenum">
              <a:rPr lang="en-GB" smtClean="0">
                <a:solidFill>
                  <a:srgbClr val="000000"/>
                </a:solidFill>
                <a:latin typeface="Times New Roman" pitchFamily="18" charset="0"/>
                <a:cs typeface="Arial Unicode MS" pitchFamily="34" charset="-128"/>
              </a:rPr>
              <a:pPr eaLnBrk="1" hangingPunct="1"/>
              <a:t>3</a:t>
            </a:fld>
            <a:endParaRPr lang="en-GB">
              <a:solidFill>
                <a:srgbClr val="000000"/>
              </a:solidFill>
              <a:latin typeface="Times New Roman" pitchFamily="18" charset="0"/>
              <a:cs typeface="Arial Unicode MS" pitchFamily="34" charset="-128"/>
            </a:endParaRPr>
          </a:p>
        </p:txBody>
      </p:sp>
      <p:sp>
        <p:nvSpPr>
          <p:cNvPr id="65539" name="Rectangle 1025"/>
          <p:cNvSpPr>
            <a:spLocks noGrp="1" noRot="1" noChangeAspect="1" noChangeArrowheads="1" noTextEdit="1"/>
          </p:cNvSpPr>
          <p:nvPr>
            <p:ph type="sldImg"/>
          </p:nvPr>
        </p:nvSpPr>
        <p:spPr>
          <a:xfrm>
            <a:off x="342900" y="706438"/>
            <a:ext cx="6197600" cy="3486150"/>
          </a:xfrm>
          <a:ln/>
        </p:spPr>
      </p:sp>
      <p:sp>
        <p:nvSpPr>
          <p:cNvPr id="65540" name="Rectangle 1026"/>
          <p:cNvSpPr>
            <a:spLocks noGrp="1" noChangeArrowheads="1"/>
          </p:cNvSpPr>
          <p:nvPr>
            <p:ph type="body" idx="1"/>
          </p:nvPr>
        </p:nvSpPr>
        <p:spPr>
          <a:xfrm>
            <a:off x="688182" y="4415790"/>
            <a:ext cx="5505450" cy="418338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Tree>
    <p:extLst>
      <p:ext uri="{BB962C8B-B14F-4D97-AF65-F5344CB8AC3E}">
        <p14:creationId xmlns:p14="http://schemas.microsoft.com/office/powerpoint/2010/main" val="29847601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6562"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31863" algn="l"/>
                <a:tab pos="1463726" algn="l"/>
                <a:tab pos="2195589" algn="l"/>
                <a:tab pos="2927452" algn="l"/>
              </a:tabLst>
              <a:defRPr>
                <a:solidFill>
                  <a:schemeClr val="bg1"/>
                </a:solidFill>
                <a:latin typeface="Arial" pitchFamily="34" charset="0"/>
                <a:cs typeface="Arial" pitchFamily="34" charset="0"/>
              </a:defRPr>
            </a:lvl1pPr>
            <a:lvl2pPr marL="751122" indent="-288893" eaLnBrk="0" hangingPunct="0">
              <a:tabLst>
                <a:tab pos="731863" algn="l"/>
                <a:tab pos="1463726" algn="l"/>
                <a:tab pos="2195589" algn="l"/>
                <a:tab pos="2927452" algn="l"/>
              </a:tabLst>
              <a:defRPr>
                <a:solidFill>
                  <a:schemeClr val="bg1"/>
                </a:solidFill>
                <a:latin typeface="Arial" pitchFamily="34" charset="0"/>
                <a:cs typeface="Arial" pitchFamily="34" charset="0"/>
              </a:defRPr>
            </a:lvl2pPr>
            <a:lvl3pPr marL="1155573"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3pPr>
            <a:lvl4pPr marL="1617802"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4pPr>
            <a:lvl5pPr marL="2080031"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5pPr>
            <a:lvl6pPr marL="2542261"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6pPr>
            <a:lvl7pPr marL="3004490"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7pPr>
            <a:lvl8pPr marL="3466719"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8pPr>
            <a:lvl9pPr marL="3928948"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9pPr>
          </a:lstStyle>
          <a:p>
            <a:pPr eaLnBrk="1" hangingPunct="1"/>
            <a:fld id="{044169C6-CD15-4EB5-AD81-18A8012F6E7F}" type="slidenum">
              <a:rPr lang="en-GB" smtClean="0">
                <a:solidFill>
                  <a:srgbClr val="000000"/>
                </a:solidFill>
                <a:latin typeface="Times New Roman" pitchFamily="18" charset="0"/>
                <a:cs typeface="Arial Unicode MS" pitchFamily="34" charset="-128"/>
              </a:rPr>
              <a:pPr eaLnBrk="1" hangingPunct="1"/>
              <a:t>4</a:t>
            </a:fld>
            <a:endParaRPr lang="en-GB">
              <a:solidFill>
                <a:srgbClr val="000000"/>
              </a:solidFill>
              <a:latin typeface="Times New Roman" pitchFamily="18" charset="0"/>
              <a:cs typeface="Arial Unicode MS" pitchFamily="34" charset="-128"/>
            </a:endParaRPr>
          </a:p>
        </p:txBody>
      </p:sp>
      <p:sp>
        <p:nvSpPr>
          <p:cNvPr id="66563" name="Rectangle 1025"/>
          <p:cNvSpPr>
            <a:spLocks noGrp="1" noRot="1" noChangeAspect="1" noChangeArrowheads="1" noTextEdit="1"/>
          </p:cNvSpPr>
          <p:nvPr>
            <p:ph type="sldImg"/>
          </p:nvPr>
        </p:nvSpPr>
        <p:spPr>
          <a:xfrm>
            <a:off x="342900" y="706438"/>
            <a:ext cx="6197600" cy="3486150"/>
          </a:xfrm>
          <a:ln/>
        </p:spPr>
      </p:sp>
      <p:sp>
        <p:nvSpPr>
          <p:cNvPr id="66564" name="Rectangle 1026"/>
          <p:cNvSpPr>
            <a:spLocks noGrp="1" noChangeArrowheads="1"/>
          </p:cNvSpPr>
          <p:nvPr>
            <p:ph type="body" idx="1"/>
          </p:nvPr>
        </p:nvSpPr>
        <p:spPr>
          <a:xfrm>
            <a:off x="688182" y="4415790"/>
            <a:ext cx="5505450" cy="418338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Tree>
    <p:extLst>
      <p:ext uri="{BB962C8B-B14F-4D97-AF65-F5344CB8AC3E}">
        <p14:creationId xmlns:p14="http://schemas.microsoft.com/office/powerpoint/2010/main" val="29646548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The</a:t>
            </a:r>
            <a:r>
              <a:rPr lang="en-US" baseline="0" dirty="0"/>
              <a:t> way client deal with service providers is changing over time. They are adopting these factors mentioned so the way they interact is changing over time. </a:t>
            </a:r>
          </a:p>
          <a:p>
            <a:r>
              <a:rPr lang="en-US" dirty="0"/>
              <a:t>https://blogs.vmware.com/accelerate/2015/09/commodity-it-services.html</a:t>
            </a:r>
          </a:p>
        </p:txBody>
      </p:sp>
      <p:sp>
        <p:nvSpPr>
          <p:cNvPr id="4" name="Slide Number Placeholder 3"/>
          <p:cNvSpPr>
            <a:spLocks noGrp="1"/>
          </p:cNvSpPr>
          <p:nvPr>
            <p:ph type="sldNum" sz="quarter" idx="10"/>
          </p:nvPr>
        </p:nvSpPr>
        <p:spPr/>
        <p:txBody>
          <a:bodyPr/>
          <a:lstStyle/>
          <a:p>
            <a:fld id="{E7A41B73-072D-4638-904A-81825175F4EB}" type="slidenum">
              <a:rPr lang="en-US" smtClean="0"/>
              <a:t>5</a:t>
            </a:fld>
            <a:endParaRPr lang="en-US"/>
          </a:p>
        </p:txBody>
      </p:sp>
    </p:spTree>
    <p:extLst>
      <p:ext uri="{BB962C8B-B14F-4D97-AF65-F5344CB8AC3E}">
        <p14:creationId xmlns:p14="http://schemas.microsoft.com/office/powerpoint/2010/main" val="15848798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7586"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31863" algn="l"/>
                <a:tab pos="1463726" algn="l"/>
                <a:tab pos="2195589" algn="l"/>
                <a:tab pos="2927452" algn="l"/>
              </a:tabLst>
              <a:defRPr>
                <a:solidFill>
                  <a:schemeClr val="bg1"/>
                </a:solidFill>
                <a:latin typeface="Arial" pitchFamily="34" charset="0"/>
                <a:cs typeface="Arial" pitchFamily="34" charset="0"/>
              </a:defRPr>
            </a:lvl1pPr>
            <a:lvl2pPr marL="751122" indent="-288893" eaLnBrk="0" hangingPunct="0">
              <a:tabLst>
                <a:tab pos="731863" algn="l"/>
                <a:tab pos="1463726" algn="l"/>
                <a:tab pos="2195589" algn="l"/>
                <a:tab pos="2927452" algn="l"/>
              </a:tabLst>
              <a:defRPr>
                <a:solidFill>
                  <a:schemeClr val="bg1"/>
                </a:solidFill>
                <a:latin typeface="Arial" pitchFamily="34" charset="0"/>
                <a:cs typeface="Arial" pitchFamily="34" charset="0"/>
              </a:defRPr>
            </a:lvl2pPr>
            <a:lvl3pPr marL="1155573"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3pPr>
            <a:lvl4pPr marL="1617802"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4pPr>
            <a:lvl5pPr marL="2080031"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5pPr>
            <a:lvl6pPr marL="2542261"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6pPr>
            <a:lvl7pPr marL="3004490"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7pPr>
            <a:lvl8pPr marL="3466719"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8pPr>
            <a:lvl9pPr marL="3928948"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9pPr>
          </a:lstStyle>
          <a:p>
            <a:pPr eaLnBrk="1" hangingPunct="1"/>
            <a:fld id="{85E6F0F7-7C40-4A2B-A323-CCCE0B873586}" type="slidenum">
              <a:rPr lang="en-GB" smtClean="0">
                <a:solidFill>
                  <a:srgbClr val="000000"/>
                </a:solidFill>
                <a:latin typeface="Times New Roman" pitchFamily="18" charset="0"/>
                <a:cs typeface="Arial Unicode MS" pitchFamily="34" charset="-128"/>
              </a:rPr>
              <a:pPr eaLnBrk="1" hangingPunct="1"/>
              <a:t>6</a:t>
            </a:fld>
            <a:endParaRPr lang="en-GB">
              <a:solidFill>
                <a:srgbClr val="000000"/>
              </a:solidFill>
              <a:latin typeface="Times New Roman" pitchFamily="18" charset="0"/>
              <a:cs typeface="Arial Unicode MS" pitchFamily="34" charset="-128"/>
            </a:endParaRPr>
          </a:p>
        </p:txBody>
      </p:sp>
      <p:sp>
        <p:nvSpPr>
          <p:cNvPr id="67587" name="Rectangle 1025"/>
          <p:cNvSpPr>
            <a:spLocks noGrp="1" noRot="1" noChangeAspect="1" noChangeArrowheads="1" noTextEdit="1"/>
          </p:cNvSpPr>
          <p:nvPr>
            <p:ph type="sldImg"/>
          </p:nvPr>
        </p:nvSpPr>
        <p:spPr>
          <a:xfrm>
            <a:off x="342900" y="706438"/>
            <a:ext cx="6197600" cy="3486150"/>
          </a:xfrm>
          <a:ln/>
        </p:spPr>
      </p:sp>
      <p:sp>
        <p:nvSpPr>
          <p:cNvPr id="67588" name="Rectangle 1026"/>
          <p:cNvSpPr>
            <a:spLocks noGrp="1" noChangeArrowheads="1"/>
          </p:cNvSpPr>
          <p:nvPr>
            <p:ph type="body" idx="1"/>
          </p:nvPr>
        </p:nvSpPr>
        <p:spPr>
          <a:xfrm>
            <a:off x="688182" y="4415790"/>
            <a:ext cx="5505450" cy="418338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Tree>
    <p:extLst>
      <p:ext uri="{BB962C8B-B14F-4D97-AF65-F5344CB8AC3E}">
        <p14:creationId xmlns:p14="http://schemas.microsoft.com/office/powerpoint/2010/main" val="30241742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8610"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31863" algn="l"/>
                <a:tab pos="1463726" algn="l"/>
                <a:tab pos="2195589" algn="l"/>
                <a:tab pos="2927452" algn="l"/>
              </a:tabLst>
              <a:defRPr>
                <a:solidFill>
                  <a:schemeClr val="bg1"/>
                </a:solidFill>
                <a:latin typeface="Arial" pitchFamily="34" charset="0"/>
                <a:cs typeface="Arial" pitchFamily="34" charset="0"/>
              </a:defRPr>
            </a:lvl1pPr>
            <a:lvl2pPr marL="751122" indent="-288893" eaLnBrk="0" hangingPunct="0">
              <a:tabLst>
                <a:tab pos="731863" algn="l"/>
                <a:tab pos="1463726" algn="l"/>
                <a:tab pos="2195589" algn="l"/>
                <a:tab pos="2927452" algn="l"/>
              </a:tabLst>
              <a:defRPr>
                <a:solidFill>
                  <a:schemeClr val="bg1"/>
                </a:solidFill>
                <a:latin typeface="Arial" pitchFamily="34" charset="0"/>
                <a:cs typeface="Arial" pitchFamily="34" charset="0"/>
              </a:defRPr>
            </a:lvl2pPr>
            <a:lvl3pPr marL="1155573"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3pPr>
            <a:lvl4pPr marL="1617802"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4pPr>
            <a:lvl5pPr marL="2080031"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5pPr>
            <a:lvl6pPr marL="2542261"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6pPr>
            <a:lvl7pPr marL="3004490"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7pPr>
            <a:lvl8pPr marL="3466719"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8pPr>
            <a:lvl9pPr marL="3928948"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9pPr>
          </a:lstStyle>
          <a:p>
            <a:pPr eaLnBrk="1" hangingPunct="1"/>
            <a:fld id="{BE0551FF-F12F-46BA-B0A2-CB1B443F7CF4}" type="slidenum">
              <a:rPr lang="en-GB" smtClean="0">
                <a:solidFill>
                  <a:srgbClr val="000000"/>
                </a:solidFill>
                <a:latin typeface="Times New Roman" pitchFamily="18" charset="0"/>
                <a:cs typeface="Arial Unicode MS" pitchFamily="34" charset="-128"/>
              </a:rPr>
              <a:pPr eaLnBrk="1" hangingPunct="1"/>
              <a:t>7</a:t>
            </a:fld>
            <a:endParaRPr lang="en-GB">
              <a:solidFill>
                <a:srgbClr val="000000"/>
              </a:solidFill>
              <a:latin typeface="Times New Roman" pitchFamily="18" charset="0"/>
              <a:cs typeface="Arial Unicode MS" pitchFamily="34" charset="-128"/>
            </a:endParaRPr>
          </a:p>
        </p:txBody>
      </p:sp>
      <p:sp>
        <p:nvSpPr>
          <p:cNvPr id="68611" name="Rectangle 1025"/>
          <p:cNvSpPr>
            <a:spLocks noGrp="1" noRot="1" noChangeAspect="1" noChangeArrowheads="1" noTextEdit="1"/>
          </p:cNvSpPr>
          <p:nvPr>
            <p:ph type="sldImg"/>
          </p:nvPr>
        </p:nvSpPr>
        <p:spPr>
          <a:xfrm>
            <a:off x="342900" y="706438"/>
            <a:ext cx="6197600" cy="3486150"/>
          </a:xfrm>
          <a:ln/>
        </p:spPr>
      </p:sp>
      <p:sp>
        <p:nvSpPr>
          <p:cNvPr id="68612" name="Rectangle 1026"/>
          <p:cNvSpPr>
            <a:spLocks noGrp="1" noChangeArrowheads="1"/>
          </p:cNvSpPr>
          <p:nvPr>
            <p:ph type="body" idx="1"/>
          </p:nvPr>
        </p:nvSpPr>
        <p:spPr>
          <a:xfrm>
            <a:off x="688182" y="4415790"/>
            <a:ext cx="5505450" cy="418338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dirty="0"/>
          </a:p>
        </p:txBody>
      </p:sp>
    </p:spTree>
    <p:extLst>
      <p:ext uri="{BB962C8B-B14F-4D97-AF65-F5344CB8AC3E}">
        <p14:creationId xmlns:p14="http://schemas.microsoft.com/office/powerpoint/2010/main" val="38928710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0658"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31863" algn="l"/>
                <a:tab pos="1463726" algn="l"/>
                <a:tab pos="2195589" algn="l"/>
                <a:tab pos="2927452" algn="l"/>
              </a:tabLst>
              <a:defRPr>
                <a:solidFill>
                  <a:schemeClr val="bg1"/>
                </a:solidFill>
                <a:latin typeface="Arial" pitchFamily="34" charset="0"/>
                <a:cs typeface="Arial" pitchFamily="34" charset="0"/>
              </a:defRPr>
            </a:lvl1pPr>
            <a:lvl2pPr marL="751122" indent="-288893" eaLnBrk="0" hangingPunct="0">
              <a:tabLst>
                <a:tab pos="731863" algn="l"/>
                <a:tab pos="1463726" algn="l"/>
                <a:tab pos="2195589" algn="l"/>
                <a:tab pos="2927452" algn="l"/>
              </a:tabLst>
              <a:defRPr>
                <a:solidFill>
                  <a:schemeClr val="bg1"/>
                </a:solidFill>
                <a:latin typeface="Arial" pitchFamily="34" charset="0"/>
                <a:cs typeface="Arial" pitchFamily="34" charset="0"/>
              </a:defRPr>
            </a:lvl2pPr>
            <a:lvl3pPr marL="1155573"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3pPr>
            <a:lvl4pPr marL="1617802"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4pPr>
            <a:lvl5pPr marL="2080031"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5pPr>
            <a:lvl6pPr marL="2542261"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6pPr>
            <a:lvl7pPr marL="3004490"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7pPr>
            <a:lvl8pPr marL="3466719"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8pPr>
            <a:lvl9pPr marL="3928948"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9pPr>
          </a:lstStyle>
          <a:p>
            <a:pPr eaLnBrk="1" hangingPunct="1"/>
            <a:fld id="{E64C431B-8494-4ACE-8FB5-65DDE85017C6}" type="slidenum">
              <a:rPr lang="en-GB" smtClean="0">
                <a:solidFill>
                  <a:srgbClr val="000000"/>
                </a:solidFill>
                <a:latin typeface="Times New Roman" pitchFamily="18" charset="0"/>
                <a:cs typeface="Arial Unicode MS" pitchFamily="34" charset="-128"/>
              </a:rPr>
              <a:pPr eaLnBrk="1" hangingPunct="1"/>
              <a:t>9</a:t>
            </a:fld>
            <a:endParaRPr lang="en-GB">
              <a:solidFill>
                <a:srgbClr val="000000"/>
              </a:solidFill>
              <a:latin typeface="Times New Roman" pitchFamily="18" charset="0"/>
              <a:cs typeface="Arial Unicode MS" pitchFamily="34" charset="-128"/>
            </a:endParaRPr>
          </a:p>
        </p:txBody>
      </p:sp>
      <p:sp>
        <p:nvSpPr>
          <p:cNvPr id="70659" name="Rectangle 1"/>
          <p:cNvSpPr>
            <a:spLocks noGrp="1" noRot="1" noChangeAspect="1" noChangeArrowheads="1" noTextEdit="1"/>
          </p:cNvSpPr>
          <p:nvPr>
            <p:ph type="sldImg"/>
          </p:nvPr>
        </p:nvSpPr>
        <p:spPr>
          <a:xfrm>
            <a:off x="342900" y="706438"/>
            <a:ext cx="6197600" cy="3486150"/>
          </a:xfrm>
          <a:ln/>
        </p:spPr>
      </p:sp>
      <p:sp>
        <p:nvSpPr>
          <p:cNvPr id="70660" name="Rectangle 2"/>
          <p:cNvSpPr>
            <a:spLocks noGrp="1" noChangeArrowheads="1"/>
          </p:cNvSpPr>
          <p:nvPr>
            <p:ph type="body" idx="1"/>
          </p:nvPr>
        </p:nvSpPr>
        <p:spPr>
          <a:xfrm>
            <a:off x="688182" y="4415790"/>
            <a:ext cx="5505450" cy="418338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r>
              <a:rPr lang="en-US" dirty="0"/>
              <a:t>Examples of</a:t>
            </a:r>
            <a:r>
              <a:rPr lang="en-US" baseline="0" dirty="0"/>
              <a:t> trade secrets:  new software code, hardware designs, business plans, design of UI, manufacturing process. Secret recipe of colonels chicken, Coke. Intel manufacturing process for i7.</a:t>
            </a:r>
            <a:endParaRPr lang="en-US" dirty="0"/>
          </a:p>
        </p:txBody>
      </p:sp>
    </p:spTree>
    <p:extLst>
      <p:ext uri="{BB962C8B-B14F-4D97-AF65-F5344CB8AC3E}">
        <p14:creationId xmlns:p14="http://schemas.microsoft.com/office/powerpoint/2010/main" val="893527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682"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31863" algn="l"/>
                <a:tab pos="1463726" algn="l"/>
                <a:tab pos="2195589" algn="l"/>
                <a:tab pos="2927452" algn="l"/>
              </a:tabLst>
              <a:defRPr>
                <a:solidFill>
                  <a:schemeClr val="bg1"/>
                </a:solidFill>
                <a:latin typeface="Arial" pitchFamily="34" charset="0"/>
                <a:cs typeface="Arial" pitchFamily="34" charset="0"/>
              </a:defRPr>
            </a:lvl1pPr>
            <a:lvl2pPr marL="751122" indent="-288893" eaLnBrk="0" hangingPunct="0">
              <a:tabLst>
                <a:tab pos="731863" algn="l"/>
                <a:tab pos="1463726" algn="l"/>
                <a:tab pos="2195589" algn="l"/>
                <a:tab pos="2927452" algn="l"/>
              </a:tabLst>
              <a:defRPr>
                <a:solidFill>
                  <a:schemeClr val="bg1"/>
                </a:solidFill>
                <a:latin typeface="Arial" pitchFamily="34" charset="0"/>
                <a:cs typeface="Arial" pitchFamily="34" charset="0"/>
              </a:defRPr>
            </a:lvl2pPr>
            <a:lvl3pPr marL="1155573"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3pPr>
            <a:lvl4pPr marL="1617802"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4pPr>
            <a:lvl5pPr marL="2080031"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5pPr>
            <a:lvl6pPr marL="2542261"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6pPr>
            <a:lvl7pPr marL="3004490"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7pPr>
            <a:lvl8pPr marL="3466719"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8pPr>
            <a:lvl9pPr marL="3928948"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9pPr>
          </a:lstStyle>
          <a:p>
            <a:pPr eaLnBrk="1" hangingPunct="1"/>
            <a:fld id="{D6750BCB-1015-4CCF-89F9-6A9E8E6325A6}" type="slidenum">
              <a:rPr lang="en-GB" smtClean="0">
                <a:solidFill>
                  <a:srgbClr val="000000"/>
                </a:solidFill>
                <a:latin typeface="Times New Roman" pitchFamily="18" charset="0"/>
                <a:cs typeface="Arial Unicode MS" pitchFamily="34" charset="-128"/>
              </a:rPr>
              <a:pPr eaLnBrk="1" hangingPunct="1"/>
              <a:t>10</a:t>
            </a:fld>
            <a:endParaRPr lang="en-GB">
              <a:solidFill>
                <a:srgbClr val="000000"/>
              </a:solidFill>
              <a:latin typeface="Times New Roman" pitchFamily="18" charset="0"/>
              <a:cs typeface="Arial Unicode MS" pitchFamily="34" charset="-128"/>
            </a:endParaRPr>
          </a:p>
        </p:txBody>
      </p:sp>
      <p:sp>
        <p:nvSpPr>
          <p:cNvPr id="71683" name="Rectangle 1"/>
          <p:cNvSpPr>
            <a:spLocks noGrp="1" noRot="1" noChangeAspect="1" noChangeArrowheads="1" noTextEdit="1"/>
          </p:cNvSpPr>
          <p:nvPr>
            <p:ph type="sldImg"/>
          </p:nvPr>
        </p:nvSpPr>
        <p:spPr>
          <a:xfrm>
            <a:off x="342900" y="706438"/>
            <a:ext cx="6197600" cy="3486150"/>
          </a:xfrm>
          <a:ln/>
        </p:spPr>
      </p:sp>
      <p:sp>
        <p:nvSpPr>
          <p:cNvPr id="71684" name="Rectangle 2"/>
          <p:cNvSpPr>
            <a:spLocks noGrp="1" noChangeArrowheads="1"/>
          </p:cNvSpPr>
          <p:nvPr>
            <p:ph type="body" idx="1"/>
          </p:nvPr>
        </p:nvSpPr>
        <p:spPr>
          <a:xfrm>
            <a:off x="688182" y="4415790"/>
            <a:ext cx="5505450" cy="418338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Tree>
    <p:extLst>
      <p:ext uri="{BB962C8B-B14F-4D97-AF65-F5344CB8AC3E}">
        <p14:creationId xmlns:p14="http://schemas.microsoft.com/office/powerpoint/2010/main" val="17670305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2706"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31863" algn="l"/>
                <a:tab pos="1463726" algn="l"/>
                <a:tab pos="2195589" algn="l"/>
                <a:tab pos="2927452" algn="l"/>
              </a:tabLst>
              <a:defRPr>
                <a:solidFill>
                  <a:schemeClr val="bg1"/>
                </a:solidFill>
                <a:latin typeface="Arial" pitchFamily="34" charset="0"/>
                <a:cs typeface="Arial" pitchFamily="34" charset="0"/>
              </a:defRPr>
            </a:lvl1pPr>
            <a:lvl2pPr marL="751122" indent="-288893" eaLnBrk="0" hangingPunct="0">
              <a:tabLst>
                <a:tab pos="731863" algn="l"/>
                <a:tab pos="1463726" algn="l"/>
                <a:tab pos="2195589" algn="l"/>
                <a:tab pos="2927452" algn="l"/>
              </a:tabLst>
              <a:defRPr>
                <a:solidFill>
                  <a:schemeClr val="bg1"/>
                </a:solidFill>
                <a:latin typeface="Arial" pitchFamily="34" charset="0"/>
                <a:cs typeface="Arial" pitchFamily="34" charset="0"/>
              </a:defRPr>
            </a:lvl2pPr>
            <a:lvl3pPr marL="1155573"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3pPr>
            <a:lvl4pPr marL="1617802"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4pPr>
            <a:lvl5pPr marL="2080031"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5pPr>
            <a:lvl6pPr marL="2542261"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6pPr>
            <a:lvl7pPr marL="3004490"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7pPr>
            <a:lvl8pPr marL="3466719"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8pPr>
            <a:lvl9pPr marL="3928948"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9pPr>
          </a:lstStyle>
          <a:p>
            <a:pPr eaLnBrk="1" hangingPunct="1"/>
            <a:fld id="{C1B6AE59-E465-4827-9F45-56A1B99E93B4}" type="slidenum">
              <a:rPr lang="en-GB" smtClean="0">
                <a:solidFill>
                  <a:srgbClr val="000000"/>
                </a:solidFill>
                <a:latin typeface="Times New Roman" pitchFamily="18" charset="0"/>
                <a:cs typeface="Arial Unicode MS" pitchFamily="34" charset="-128"/>
              </a:rPr>
              <a:pPr eaLnBrk="1" hangingPunct="1"/>
              <a:t>12</a:t>
            </a:fld>
            <a:endParaRPr lang="en-GB">
              <a:solidFill>
                <a:srgbClr val="000000"/>
              </a:solidFill>
              <a:latin typeface="Times New Roman" pitchFamily="18" charset="0"/>
              <a:cs typeface="Arial Unicode MS" pitchFamily="34" charset="-128"/>
            </a:endParaRPr>
          </a:p>
        </p:txBody>
      </p:sp>
      <p:sp>
        <p:nvSpPr>
          <p:cNvPr id="72707" name="Rectangle 1"/>
          <p:cNvSpPr>
            <a:spLocks noGrp="1" noRot="1" noChangeAspect="1" noChangeArrowheads="1" noTextEdit="1"/>
          </p:cNvSpPr>
          <p:nvPr>
            <p:ph type="sldImg"/>
          </p:nvPr>
        </p:nvSpPr>
        <p:spPr>
          <a:xfrm>
            <a:off x="342900" y="706438"/>
            <a:ext cx="6197600" cy="3486150"/>
          </a:xfrm>
          <a:ln/>
        </p:spPr>
      </p:sp>
      <p:sp>
        <p:nvSpPr>
          <p:cNvPr id="72708" name="Rectangle 2"/>
          <p:cNvSpPr>
            <a:spLocks noGrp="1" noChangeArrowheads="1"/>
          </p:cNvSpPr>
          <p:nvPr>
            <p:ph type="body" idx="1"/>
          </p:nvPr>
        </p:nvSpPr>
        <p:spPr>
          <a:xfrm>
            <a:off x="688182" y="4415790"/>
            <a:ext cx="5505450" cy="418338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Tree>
    <p:extLst>
      <p:ext uri="{BB962C8B-B14F-4D97-AF65-F5344CB8AC3E}">
        <p14:creationId xmlns:p14="http://schemas.microsoft.com/office/powerpoint/2010/main" val="28923174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3730"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31863" algn="l"/>
                <a:tab pos="1463726" algn="l"/>
                <a:tab pos="2195589" algn="l"/>
                <a:tab pos="2927452" algn="l"/>
              </a:tabLst>
              <a:defRPr>
                <a:solidFill>
                  <a:schemeClr val="bg1"/>
                </a:solidFill>
                <a:latin typeface="Arial" pitchFamily="34" charset="0"/>
                <a:cs typeface="Arial" pitchFamily="34" charset="0"/>
              </a:defRPr>
            </a:lvl1pPr>
            <a:lvl2pPr marL="751122" indent="-288893" eaLnBrk="0" hangingPunct="0">
              <a:tabLst>
                <a:tab pos="731863" algn="l"/>
                <a:tab pos="1463726" algn="l"/>
                <a:tab pos="2195589" algn="l"/>
                <a:tab pos="2927452" algn="l"/>
              </a:tabLst>
              <a:defRPr>
                <a:solidFill>
                  <a:schemeClr val="bg1"/>
                </a:solidFill>
                <a:latin typeface="Arial" pitchFamily="34" charset="0"/>
                <a:cs typeface="Arial" pitchFamily="34" charset="0"/>
              </a:defRPr>
            </a:lvl2pPr>
            <a:lvl3pPr marL="1155573"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3pPr>
            <a:lvl4pPr marL="1617802"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4pPr>
            <a:lvl5pPr marL="2080031"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5pPr>
            <a:lvl6pPr marL="2542261"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6pPr>
            <a:lvl7pPr marL="3004490"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7pPr>
            <a:lvl8pPr marL="3466719"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8pPr>
            <a:lvl9pPr marL="3928948"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9pPr>
          </a:lstStyle>
          <a:p>
            <a:pPr eaLnBrk="1" hangingPunct="1"/>
            <a:fld id="{58B9D22F-9DE1-4D79-90A0-59B19EFF301E}" type="slidenum">
              <a:rPr lang="en-GB" smtClean="0">
                <a:solidFill>
                  <a:srgbClr val="000000"/>
                </a:solidFill>
                <a:latin typeface="Times New Roman" pitchFamily="18" charset="0"/>
                <a:cs typeface="Arial Unicode MS" pitchFamily="34" charset="-128"/>
              </a:rPr>
              <a:pPr eaLnBrk="1" hangingPunct="1"/>
              <a:t>13</a:t>
            </a:fld>
            <a:endParaRPr lang="en-GB">
              <a:solidFill>
                <a:srgbClr val="000000"/>
              </a:solidFill>
              <a:latin typeface="Times New Roman" pitchFamily="18" charset="0"/>
              <a:cs typeface="Arial Unicode MS" pitchFamily="34" charset="-128"/>
            </a:endParaRPr>
          </a:p>
        </p:txBody>
      </p:sp>
      <p:sp>
        <p:nvSpPr>
          <p:cNvPr id="73731" name="Rectangle 1"/>
          <p:cNvSpPr>
            <a:spLocks noGrp="1" noRot="1" noChangeAspect="1" noChangeArrowheads="1" noTextEdit="1"/>
          </p:cNvSpPr>
          <p:nvPr>
            <p:ph type="sldImg"/>
          </p:nvPr>
        </p:nvSpPr>
        <p:spPr>
          <a:xfrm>
            <a:off x="342900" y="706438"/>
            <a:ext cx="6197600" cy="3486150"/>
          </a:xfrm>
          <a:ln/>
        </p:spPr>
      </p:sp>
      <p:sp>
        <p:nvSpPr>
          <p:cNvPr id="73732" name="Rectangle 2"/>
          <p:cNvSpPr>
            <a:spLocks noGrp="1" noChangeArrowheads="1"/>
          </p:cNvSpPr>
          <p:nvPr>
            <p:ph type="body" idx="1"/>
          </p:nvPr>
        </p:nvSpPr>
        <p:spPr>
          <a:xfrm>
            <a:off x="688182" y="4415790"/>
            <a:ext cx="5505450" cy="418338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Tree>
    <p:extLst>
      <p:ext uri="{BB962C8B-B14F-4D97-AF65-F5344CB8AC3E}">
        <p14:creationId xmlns:p14="http://schemas.microsoft.com/office/powerpoint/2010/main" val="16255546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3730"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31863" algn="l"/>
                <a:tab pos="1463726" algn="l"/>
                <a:tab pos="2195589" algn="l"/>
                <a:tab pos="2927452" algn="l"/>
              </a:tabLst>
              <a:defRPr>
                <a:solidFill>
                  <a:schemeClr val="bg1"/>
                </a:solidFill>
                <a:latin typeface="Arial" pitchFamily="34" charset="0"/>
                <a:cs typeface="Arial" pitchFamily="34" charset="0"/>
              </a:defRPr>
            </a:lvl1pPr>
            <a:lvl2pPr marL="751122" indent="-288893" eaLnBrk="0" hangingPunct="0">
              <a:tabLst>
                <a:tab pos="731863" algn="l"/>
                <a:tab pos="1463726" algn="l"/>
                <a:tab pos="2195589" algn="l"/>
                <a:tab pos="2927452" algn="l"/>
              </a:tabLst>
              <a:defRPr>
                <a:solidFill>
                  <a:schemeClr val="bg1"/>
                </a:solidFill>
                <a:latin typeface="Arial" pitchFamily="34" charset="0"/>
                <a:cs typeface="Arial" pitchFamily="34" charset="0"/>
              </a:defRPr>
            </a:lvl2pPr>
            <a:lvl3pPr marL="1155573"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3pPr>
            <a:lvl4pPr marL="1617802"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4pPr>
            <a:lvl5pPr marL="2080031"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5pPr>
            <a:lvl6pPr marL="2542261"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6pPr>
            <a:lvl7pPr marL="3004490"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7pPr>
            <a:lvl8pPr marL="3466719"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8pPr>
            <a:lvl9pPr marL="3928948"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9pPr>
          </a:lstStyle>
          <a:p>
            <a:pPr eaLnBrk="1" hangingPunct="1"/>
            <a:fld id="{58B9D22F-9DE1-4D79-90A0-59B19EFF301E}" type="slidenum">
              <a:rPr lang="en-GB" smtClean="0">
                <a:solidFill>
                  <a:srgbClr val="000000"/>
                </a:solidFill>
                <a:latin typeface="Times New Roman" pitchFamily="18" charset="0"/>
                <a:cs typeface="Arial Unicode MS" pitchFamily="34" charset="-128"/>
              </a:rPr>
              <a:pPr eaLnBrk="1" hangingPunct="1"/>
              <a:t>14</a:t>
            </a:fld>
            <a:endParaRPr lang="en-GB">
              <a:solidFill>
                <a:srgbClr val="000000"/>
              </a:solidFill>
              <a:latin typeface="Times New Roman" pitchFamily="18" charset="0"/>
              <a:cs typeface="Arial Unicode MS" pitchFamily="34" charset="-128"/>
            </a:endParaRPr>
          </a:p>
        </p:txBody>
      </p:sp>
      <p:sp>
        <p:nvSpPr>
          <p:cNvPr id="73731" name="Rectangle 1"/>
          <p:cNvSpPr>
            <a:spLocks noGrp="1" noRot="1" noChangeAspect="1" noChangeArrowheads="1" noTextEdit="1"/>
          </p:cNvSpPr>
          <p:nvPr>
            <p:ph type="sldImg"/>
          </p:nvPr>
        </p:nvSpPr>
        <p:spPr>
          <a:xfrm>
            <a:off x="342900" y="706438"/>
            <a:ext cx="6197600" cy="3486150"/>
          </a:xfrm>
          <a:ln/>
        </p:spPr>
      </p:sp>
      <p:sp>
        <p:nvSpPr>
          <p:cNvPr id="73732" name="Rectangle 2"/>
          <p:cNvSpPr>
            <a:spLocks noGrp="1" noChangeArrowheads="1"/>
          </p:cNvSpPr>
          <p:nvPr>
            <p:ph type="body" idx="1"/>
          </p:nvPr>
        </p:nvSpPr>
        <p:spPr>
          <a:xfrm>
            <a:off x="688182" y="4415790"/>
            <a:ext cx="5505450" cy="418338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Tree>
    <p:extLst>
      <p:ext uri="{BB962C8B-B14F-4D97-AF65-F5344CB8AC3E}">
        <p14:creationId xmlns:p14="http://schemas.microsoft.com/office/powerpoint/2010/main" val="20027859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4754"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31863" algn="l"/>
                <a:tab pos="1463726" algn="l"/>
                <a:tab pos="2195589" algn="l"/>
                <a:tab pos="2927452" algn="l"/>
              </a:tabLst>
              <a:defRPr>
                <a:solidFill>
                  <a:schemeClr val="bg1"/>
                </a:solidFill>
                <a:latin typeface="Arial" pitchFamily="34" charset="0"/>
                <a:cs typeface="Arial" pitchFamily="34" charset="0"/>
              </a:defRPr>
            </a:lvl1pPr>
            <a:lvl2pPr marL="751122" indent="-288893" eaLnBrk="0" hangingPunct="0">
              <a:tabLst>
                <a:tab pos="731863" algn="l"/>
                <a:tab pos="1463726" algn="l"/>
                <a:tab pos="2195589" algn="l"/>
                <a:tab pos="2927452" algn="l"/>
              </a:tabLst>
              <a:defRPr>
                <a:solidFill>
                  <a:schemeClr val="bg1"/>
                </a:solidFill>
                <a:latin typeface="Arial" pitchFamily="34" charset="0"/>
                <a:cs typeface="Arial" pitchFamily="34" charset="0"/>
              </a:defRPr>
            </a:lvl2pPr>
            <a:lvl3pPr marL="1155573"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3pPr>
            <a:lvl4pPr marL="1617802"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4pPr>
            <a:lvl5pPr marL="2080031"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5pPr>
            <a:lvl6pPr marL="2542261"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6pPr>
            <a:lvl7pPr marL="3004490"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7pPr>
            <a:lvl8pPr marL="3466719"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8pPr>
            <a:lvl9pPr marL="3928948"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9pPr>
          </a:lstStyle>
          <a:p>
            <a:pPr eaLnBrk="1" hangingPunct="1"/>
            <a:fld id="{A57AB0AE-FD55-4833-A2A5-3F5461B0CDA2}" type="slidenum">
              <a:rPr lang="en-GB" smtClean="0">
                <a:solidFill>
                  <a:srgbClr val="000000"/>
                </a:solidFill>
                <a:latin typeface="Times New Roman" pitchFamily="18" charset="0"/>
                <a:cs typeface="Arial Unicode MS" pitchFamily="34" charset="-128"/>
              </a:rPr>
              <a:pPr eaLnBrk="1" hangingPunct="1"/>
              <a:t>15</a:t>
            </a:fld>
            <a:endParaRPr lang="en-GB">
              <a:solidFill>
                <a:srgbClr val="000000"/>
              </a:solidFill>
              <a:latin typeface="Times New Roman" pitchFamily="18" charset="0"/>
              <a:cs typeface="Arial Unicode MS" pitchFamily="34" charset="-128"/>
            </a:endParaRPr>
          </a:p>
        </p:txBody>
      </p:sp>
      <p:sp>
        <p:nvSpPr>
          <p:cNvPr id="74755" name="Rectangle 1"/>
          <p:cNvSpPr>
            <a:spLocks noGrp="1" noRot="1" noChangeAspect="1" noChangeArrowheads="1" noTextEdit="1"/>
          </p:cNvSpPr>
          <p:nvPr>
            <p:ph type="sldImg"/>
          </p:nvPr>
        </p:nvSpPr>
        <p:spPr>
          <a:xfrm>
            <a:off x="342900" y="706438"/>
            <a:ext cx="6197600" cy="3486150"/>
          </a:xfrm>
          <a:ln/>
        </p:spPr>
      </p:sp>
      <p:sp>
        <p:nvSpPr>
          <p:cNvPr id="74756" name="Rectangle 2"/>
          <p:cNvSpPr>
            <a:spLocks noGrp="1" noChangeArrowheads="1"/>
          </p:cNvSpPr>
          <p:nvPr>
            <p:ph type="body" idx="1"/>
          </p:nvPr>
        </p:nvSpPr>
        <p:spPr>
          <a:xfrm>
            <a:off x="688182" y="4415790"/>
            <a:ext cx="5505450" cy="418338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Tree>
    <p:extLst>
      <p:ext uri="{BB962C8B-B14F-4D97-AF65-F5344CB8AC3E}">
        <p14:creationId xmlns:p14="http://schemas.microsoft.com/office/powerpoint/2010/main" val="24736994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5778"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31863" algn="l"/>
                <a:tab pos="1463726" algn="l"/>
                <a:tab pos="2195589" algn="l"/>
                <a:tab pos="2927452" algn="l"/>
              </a:tabLst>
              <a:defRPr>
                <a:solidFill>
                  <a:schemeClr val="bg1"/>
                </a:solidFill>
                <a:latin typeface="Arial" pitchFamily="34" charset="0"/>
                <a:cs typeface="Arial" pitchFamily="34" charset="0"/>
              </a:defRPr>
            </a:lvl1pPr>
            <a:lvl2pPr marL="751122" indent="-288893" eaLnBrk="0" hangingPunct="0">
              <a:tabLst>
                <a:tab pos="731863" algn="l"/>
                <a:tab pos="1463726" algn="l"/>
                <a:tab pos="2195589" algn="l"/>
                <a:tab pos="2927452" algn="l"/>
              </a:tabLst>
              <a:defRPr>
                <a:solidFill>
                  <a:schemeClr val="bg1"/>
                </a:solidFill>
                <a:latin typeface="Arial" pitchFamily="34" charset="0"/>
                <a:cs typeface="Arial" pitchFamily="34" charset="0"/>
              </a:defRPr>
            </a:lvl2pPr>
            <a:lvl3pPr marL="1155573"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3pPr>
            <a:lvl4pPr marL="1617802"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4pPr>
            <a:lvl5pPr marL="2080031"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5pPr>
            <a:lvl6pPr marL="2542261"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6pPr>
            <a:lvl7pPr marL="3004490"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7pPr>
            <a:lvl8pPr marL="3466719"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8pPr>
            <a:lvl9pPr marL="3928948"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9pPr>
          </a:lstStyle>
          <a:p>
            <a:pPr eaLnBrk="1" hangingPunct="1"/>
            <a:fld id="{2ABB5C07-6826-40AA-A1D5-92540557E61D}" type="slidenum">
              <a:rPr lang="en-GB" smtClean="0">
                <a:solidFill>
                  <a:srgbClr val="000000"/>
                </a:solidFill>
                <a:latin typeface="Times New Roman" pitchFamily="18" charset="0"/>
                <a:cs typeface="Arial Unicode MS" pitchFamily="34" charset="-128"/>
              </a:rPr>
              <a:pPr eaLnBrk="1" hangingPunct="1"/>
              <a:t>16</a:t>
            </a:fld>
            <a:endParaRPr lang="en-GB">
              <a:solidFill>
                <a:srgbClr val="000000"/>
              </a:solidFill>
              <a:latin typeface="Times New Roman" pitchFamily="18" charset="0"/>
              <a:cs typeface="Arial Unicode MS" pitchFamily="34" charset="-128"/>
            </a:endParaRPr>
          </a:p>
        </p:txBody>
      </p:sp>
      <p:sp>
        <p:nvSpPr>
          <p:cNvPr id="75779" name="Rectangle 1"/>
          <p:cNvSpPr>
            <a:spLocks noGrp="1" noRot="1" noChangeAspect="1" noChangeArrowheads="1" noTextEdit="1"/>
          </p:cNvSpPr>
          <p:nvPr>
            <p:ph type="sldImg"/>
          </p:nvPr>
        </p:nvSpPr>
        <p:spPr>
          <a:xfrm>
            <a:off x="342900" y="706438"/>
            <a:ext cx="6197600" cy="3486150"/>
          </a:xfrm>
          <a:ln/>
        </p:spPr>
      </p:sp>
      <p:sp>
        <p:nvSpPr>
          <p:cNvPr id="75780" name="Rectangle 2"/>
          <p:cNvSpPr>
            <a:spLocks noGrp="1" noChangeArrowheads="1"/>
          </p:cNvSpPr>
          <p:nvPr>
            <p:ph type="body" idx="1"/>
          </p:nvPr>
        </p:nvSpPr>
        <p:spPr>
          <a:xfrm>
            <a:off x="688182" y="4415790"/>
            <a:ext cx="5505450" cy="418338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Tree>
    <p:extLst>
      <p:ext uri="{BB962C8B-B14F-4D97-AF65-F5344CB8AC3E}">
        <p14:creationId xmlns:p14="http://schemas.microsoft.com/office/powerpoint/2010/main" val="7185999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6802"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31863" algn="l"/>
                <a:tab pos="1463726" algn="l"/>
                <a:tab pos="2195589" algn="l"/>
                <a:tab pos="2927452" algn="l"/>
              </a:tabLst>
              <a:defRPr>
                <a:solidFill>
                  <a:schemeClr val="bg1"/>
                </a:solidFill>
                <a:latin typeface="Arial" pitchFamily="34" charset="0"/>
                <a:cs typeface="Arial" pitchFamily="34" charset="0"/>
              </a:defRPr>
            </a:lvl1pPr>
            <a:lvl2pPr marL="751122" indent="-288893" eaLnBrk="0" hangingPunct="0">
              <a:tabLst>
                <a:tab pos="731863" algn="l"/>
                <a:tab pos="1463726" algn="l"/>
                <a:tab pos="2195589" algn="l"/>
                <a:tab pos="2927452" algn="l"/>
              </a:tabLst>
              <a:defRPr>
                <a:solidFill>
                  <a:schemeClr val="bg1"/>
                </a:solidFill>
                <a:latin typeface="Arial" pitchFamily="34" charset="0"/>
                <a:cs typeface="Arial" pitchFamily="34" charset="0"/>
              </a:defRPr>
            </a:lvl2pPr>
            <a:lvl3pPr marL="1155573"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3pPr>
            <a:lvl4pPr marL="1617802"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4pPr>
            <a:lvl5pPr marL="2080031"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5pPr>
            <a:lvl6pPr marL="2542261"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6pPr>
            <a:lvl7pPr marL="3004490"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7pPr>
            <a:lvl8pPr marL="3466719"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8pPr>
            <a:lvl9pPr marL="3928948"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9pPr>
          </a:lstStyle>
          <a:p>
            <a:pPr eaLnBrk="1" hangingPunct="1"/>
            <a:fld id="{44331522-E9D0-4E7A-AB3B-87EEF8FFE1A0}" type="slidenum">
              <a:rPr lang="en-GB" smtClean="0">
                <a:solidFill>
                  <a:srgbClr val="000000"/>
                </a:solidFill>
                <a:latin typeface="Times New Roman" pitchFamily="18" charset="0"/>
                <a:cs typeface="Arial Unicode MS" pitchFamily="34" charset="-128"/>
              </a:rPr>
              <a:pPr eaLnBrk="1" hangingPunct="1"/>
              <a:t>17</a:t>
            </a:fld>
            <a:endParaRPr lang="en-GB">
              <a:solidFill>
                <a:srgbClr val="000000"/>
              </a:solidFill>
              <a:latin typeface="Times New Roman" pitchFamily="18" charset="0"/>
              <a:cs typeface="Arial Unicode MS" pitchFamily="34" charset="-128"/>
            </a:endParaRPr>
          </a:p>
        </p:txBody>
      </p:sp>
      <p:sp>
        <p:nvSpPr>
          <p:cNvPr id="76803" name="Rectangle 1"/>
          <p:cNvSpPr>
            <a:spLocks noGrp="1" noRot="1" noChangeAspect="1" noChangeArrowheads="1" noTextEdit="1"/>
          </p:cNvSpPr>
          <p:nvPr>
            <p:ph type="sldImg"/>
          </p:nvPr>
        </p:nvSpPr>
        <p:spPr>
          <a:xfrm>
            <a:off x="342900" y="706438"/>
            <a:ext cx="6197600" cy="3486150"/>
          </a:xfrm>
          <a:ln/>
        </p:spPr>
      </p:sp>
      <p:sp>
        <p:nvSpPr>
          <p:cNvPr id="76804" name="Rectangle 2"/>
          <p:cNvSpPr>
            <a:spLocks noGrp="1" noChangeArrowheads="1"/>
          </p:cNvSpPr>
          <p:nvPr>
            <p:ph type="body" idx="1"/>
          </p:nvPr>
        </p:nvSpPr>
        <p:spPr>
          <a:xfrm>
            <a:off x="688182" y="4415790"/>
            <a:ext cx="5505450" cy="418338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Tree>
    <p:extLst>
      <p:ext uri="{BB962C8B-B14F-4D97-AF65-F5344CB8AC3E}">
        <p14:creationId xmlns:p14="http://schemas.microsoft.com/office/powerpoint/2010/main" val="23130674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7826"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31863" algn="l"/>
                <a:tab pos="1463726" algn="l"/>
                <a:tab pos="2195589" algn="l"/>
                <a:tab pos="2927452" algn="l"/>
              </a:tabLst>
              <a:defRPr>
                <a:solidFill>
                  <a:schemeClr val="bg1"/>
                </a:solidFill>
                <a:latin typeface="Arial" pitchFamily="34" charset="0"/>
                <a:cs typeface="Arial" pitchFamily="34" charset="0"/>
              </a:defRPr>
            </a:lvl1pPr>
            <a:lvl2pPr marL="751122" indent="-288893" eaLnBrk="0" hangingPunct="0">
              <a:tabLst>
                <a:tab pos="731863" algn="l"/>
                <a:tab pos="1463726" algn="l"/>
                <a:tab pos="2195589" algn="l"/>
                <a:tab pos="2927452" algn="l"/>
              </a:tabLst>
              <a:defRPr>
                <a:solidFill>
                  <a:schemeClr val="bg1"/>
                </a:solidFill>
                <a:latin typeface="Arial" pitchFamily="34" charset="0"/>
                <a:cs typeface="Arial" pitchFamily="34" charset="0"/>
              </a:defRPr>
            </a:lvl2pPr>
            <a:lvl3pPr marL="1155573"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3pPr>
            <a:lvl4pPr marL="1617802"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4pPr>
            <a:lvl5pPr marL="2080031"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5pPr>
            <a:lvl6pPr marL="2542261"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6pPr>
            <a:lvl7pPr marL="3004490"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7pPr>
            <a:lvl8pPr marL="3466719"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8pPr>
            <a:lvl9pPr marL="3928948"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9pPr>
          </a:lstStyle>
          <a:p>
            <a:pPr eaLnBrk="1" hangingPunct="1"/>
            <a:fld id="{19ADB228-A3FF-4B34-9003-50ADF878FF94}" type="slidenum">
              <a:rPr lang="en-GB" smtClean="0">
                <a:solidFill>
                  <a:srgbClr val="000000"/>
                </a:solidFill>
                <a:latin typeface="Times New Roman" pitchFamily="18" charset="0"/>
                <a:cs typeface="Arial Unicode MS" pitchFamily="34" charset="-128"/>
              </a:rPr>
              <a:pPr eaLnBrk="1" hangingPunct="1"/>
              <a:t>18</a:t>
            </a:fld>
            <a:endParaRPr lang="en-GB">
              <a:solidFill>
                <a:srgbClr val="000000"/>
              </a:solidFill>
              <a:latin typeface="Times New Roman" pitchFamily="18" charset="0"/>
              <a:cs typeface="Arial Unicode MS" pitchFamily="34" charset="-128"/>
            </a:endParaRPr>
          </a:p>
        </p:txBody>
      </p:sp>
      <p:sp>
        <p:nvSpPr>
          <p:cNvPr id="77827" name="Rectangle 1"/>
          <p:cNvSpPr>
            <a:spLocks noGrp="1" noRot="1" noChangeAspect="1" noChangeArrowheads="1" noTextEdit="1"/>
          </p:cNvSpPr>
          <p:nvPr>
            <p:ph type="sldImg"/>
          </p:nvPr>
        </p:nvSpPr>
        <p:spPr>
          <a:xfrm>
            <a:off x="342900" y="706438"/>
            <a:ext cx="6197600" cy="3486150"/>
          </a:xfrm>
          <a:ln/>
        </p:spPr>
      </p:sp>
      <p:sp>
        <p:nvSpPr>
          <p:cNvPr id="77828" name="Rectangle 2"/>
          <p:cNvSpPr>
            <a:spLocks noGrp="1" noChangeArrowheads="1"/>
          </p:cNvSpPr>
          <p:nvPr>
            <p:ph type="body" idx="1"/>
          </p:nvPr>
        </p:nvSpPr>
        <p:spPr>
          <a:xfrm>
            <a:off x="688182" y="4415790"/>
            <a:ext cx="5505450" cy="418338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Tree>
    <p:extLst>
      <p:ext uri="{BB962C8B-B14F-4D97-AF65-F5344CB8AC3E}">
        <p14:creationId xmlns:p14="http://schemas.microsoft.com/office/powerpoint/2010/main" val="31860637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8850"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31863" algn="l"/>
                <a:tab pos="1463726" algn="l"/>
                <a:tab pos="2195589" algn="l"/>
                <a:tab pos="2927452" algn="l"/>
              </a:tabLst>
              <a:defRPr>
                <a:solidFill>
                  <a:schemeClr val="bg1"/>
                </a:solidFill>
                <a:latin typeface="Arial" pitchFamily="34" charset="0"/>
                <a:cs typeface="Arial" pitchFamily="34" charset="0"/>
              </a:defRPr>
            </a:lvl1pPr>
            <a:lvl2pPr marL="751122" indent="-288893" eaLnBrk="0" hangingPunct="0">
              <a:tabLst>
                <a:tab pos="731863" algn="l"/>
                <a:tab pos="1463726" algn="l"/>
                <a:tab pos="2195589" algn="l"/>
                <a:tab pos="2927452" algn="l"/>
              </a:tabLst>
              <a:defRPr>
                <a:solidFill>
                  <a:schemeClr val="bg1"/>
                </a:solidFill>
                <a:latin typeface="Arial" pitchFamily="34" charset="0"/>
                <a:cs typeface="Arial" pitchFamily="34" charset="0"/>
              </a:defRPr>
            </a:lvl2pPr>
            <a:lvl3pPr marL="1155573"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3pPr>
            <a:lvl4pPr marL="1617802"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4pPr>
            <a:lvl5pPr marL="2080031"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5pPr>
            <a:lvl6pPr marL="2542261"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6pPr>
            <a:lvl7pPr marL="3004490"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7pPr>
            <a:lvl8pPr marL="3466719"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8pPr>
            <a:lvl9pPr marL="3928948"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9pPr>
          </a:lstStyle>
          <a:p>
            <a:pPr eaLnBrk="1" hangingPunct="1"/>
            <a:fld id="{783F37F8-BE03-4F4F-9879-C44CD633E035}" type="slidenum">
              <a:rPr lang="en-GB" smtClean="0">
                <a:solidFill>
                  <a:srgbClr val="000000"/>
                </a:solidFill>
                <a:latin typeface="Times New Roman" pitchFamily="18" charset="0"/>
                <a:cs typeface="Arial Unicode MS" pitchFamily="34" charset="-128"/>
              </a:rPr>
              <a:pPr eaLnBrk="1" hangingPunct="1"/>
              <a:t>19</a:t>
            </a:fld>
            <a:endParaRPr lang="en-GB">
              <a:solidFill>
                <a:srgbClr val="000000"/>
              </a:solidFill>
              <a:latin typeface="Times New Roman" pitchFamily="18" charset="0"/>
              <a:cs typeface="Arial Unicode MS" pitchFamily="34" charset="-128"/>
            </a:endParaRPr>
          </a:p>
        </p:txBody>
      </p:sp>
      <p:sp>
        <p:nvSpPr>
          <p:cNvPr id="78851" name="Rectangle 1"/>
          <p:cNvSpPr>
            <a:spLocks noGrp="1" noRot="1" noChangeAspect="1" noChangeArrowheads="1" noTextEdit="1"/>
          </p:cNvSpPr>
          <p:nvPr>
            <p:ph type="sldImg"/>
          </p:nvPr>
        </p:nvSpPr>
        <p:spPr>
          <a:xfrm>
            <a:off x="342900" y="706438"/>
            <a:ext cx="6197600" cy="3486150"/>
          </a:xfrm>
          <a:ln/>
        </p:spPr>
      </p:sp>
      <p:sp>
        <p:nvSpPr>
          <p:cNvPr id="78852" name="Rectangle 2"/>
          <p:cNvSpPr>
            <a:spLocks noGrp="1" noChangeArrowheads="1"/>
          </p:cNvSpPr>
          <p:nvPr>
            <p:ph type="body" idx="1"/>
          </p:nvPr>
        </p:nvSpPr>
        <p:spPr>
          <a:xfrm>
            <a:off x="688182" y="4415790"/>
            <a:ext cx="5505450" cy="418338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Tree>
    <p:extLst>
      <p:ext uri="{BB962C8B-B14F-4D97-AF65-F5344CB8AC3E}">
        <p14:creationId xmlns:p14="http://schemas.microsoft.com/office/powerpoint/2010/main" val="7017151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9874"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31863" algn="l"/>
                <a:tab pos="1463726" algn="l"/>
                <a:tab pos="2195589" algn="l"/>
                <a:tab pos="2927452" algn="l"/>
              </a:tabLst>
              <a:defRPr>
                <a:solidFill>
                  <a:schemeClr val="bg1"/>
                </a:solidFill>
                <a:latin typeface="Arial" pitchFamily="34" charset="0"/>
                <a:cs typeface="Arial" pitchFamily="34" charset="0"/>
              </a:defRPr>
            </a:lvl1pPr>
            <a:lvl2pPr marL="751122" indent="-288893" eaLnBrk="0" hangingPunct="0">
              <a:tabLst>
                <a:tab pos="731863" algn="l"/>
                <a:tab pos="1463726" algn="l"/>
                <a:tab pos="2195589" algn="l"/>
                <a:tab pos="2927452" algn="l"/>
              </a:tabLst>
              <a:defRPr>
                <a:solidFill>
                  <a:schemeClr val="bg1"/>
                </a:solidFill>
                <a:latin typeface="Arial" pitchFamily="34" charset="0"/>
                <a:cs typeface="Arial" pitchFamily="34" charset="0"/>
              </a:defRPr>
            </a:lvl2pPr>
            <a:lvl3pPr marL="1155573"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3pPr>
            <a:lvl4pPr marL="1617802"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4pPr>
            <a:lvl5pPr marL="2080031"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5pPr>
            <a:lvl6pPr marL="2542261"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6pPr>
            <a:lvl7pPr marL="3004490"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7pPr>
            <a:lvl8pPr marL="3466719"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8pPr>
            <a:lvl9pPr marL="3928948"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9pPr>
          </a:lstStyle>
          <a:p>
            <a:pPr eaLnBrk="1" hangingPunct="1"/>
            <a:fld id="{ED356944-34E8-4B03-81AC-94671D890207}" type="slidenum">
              <a:rPr lang="en-GB" smtClean="0">
                <a:solidFill>
                  <a:srgbClr val="000000"/>
                </a:solidFill>
                <a:latin typeface="Times New Roman" pitchFamily="18" charset="0"/>
                <a:cs typeface="Arial Unicode MS" pitchFamily="34" charset="-128"/>
              </a:rPr>
              <a:pPr eaLnBrk="1" hangingPunct="1"/>
              <a:t>20</a:t>
            </a:fld>
            <a:endParaRPr lang="en-GB">
              <a:solidFill>
                <a:srgbClr val="000000"/>
              </a:solidFill>
              <a:latin typeface="Times New Roman" pitchFamily="18" charset="0"/>
              <a:cs typeface="Arial Unicode MS" pitchFamily="34" charset="-128"/>
            </a:endParaRPr>
          </a:p>
        </p:txBody>
      </p:sp>
      <p:sp>
        <p:nvSpPr>
          <p:cNvPr id="79875" name="Rectangle 1"/>
          <p:cNvSpPr>
            <a:spLocks noGrp="1" noRot="1" noChangeAspect="1" noChangeArrowheads="1" noTextEdit="1"/>
          </p:cNvSpPr>
          <p:nvPr>
            <p:ph type="sldImg"/>
          </p:nvPr>
        </p:nvSpPr>
        <p:spPr>
          <a:xfrm>
            <a:off x="342900" y="706438"/>
            <a:ext cx="6197600" cy="3486150"/>
          </a:xfrm>
          <a:ln/>
        </p:spPr>
      </p:sp>
      <p:sp>
        <p:nvSpPr>
          <p:cNvPr id="79876" name="Rectangle 2"/>
          <p:cNvSpPr>
            <a:spLocks noGrp="1" noChangeArrowheads="1"/>
          </p:cNvSpPr>
          <p:nvPr>
            <p:ph type="body" idx="1"/>
          </p:nvPr>
        </p:nvSpPr>
        <p:spPr>
          <a:xfrm>
            <a:off x="688182" y="4415790"/>
            <a:ext cx="5505450" cy="418338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Tree>
    <p:extLst>
      <p:ext uri="{BB962C8B-B14F-4D97-AF65-F5344CB8AC3E}">
        <p14:creationId xmlns:p14="http://schemas.microsoft.com/office/powerpoint/2010/main" val="35002601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0898"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31863" algn="l"/>
                <a:tab pos="1463726" algn="l"/>
                <a:tab pos="2195589" algn="l"/>
                <a:tab pos="2927452" algn="l"/>
              </a:tabLst>
              <a:defRPr>
                <a:solidFill>
                  <a:schemeClr val="bg1"/>
                </a:solidFill>
                <a:latin typeface="Arial" pitchFamily="34" charset="0"/>
                <a:cs typeface="Arial" pitchFamily="34" charset="0"/>
              </a:defRPr>
            </a:lvl1pPr>
            <a:lvl2pPr marL="751122" indent="-288893" eaLnBrk="0" hangingPunct="0">
              <a:tabLst>
                <a:tab pos="731863" algn="l"/>
                <a:tab pos="1463726" algn="l"/>
                <a:tab pos="2195589" algn="l"/>
                <a:tab pos="2927452" algn="l"/>
              </a:tabLst>
              <a:defRPr>
                <a:solidFill>
                  <a:schemeClr val="bg1"/>
                </a:solidFill>
                <a:latin typeface="Arial" pitchFamily="34" charset="0"/>
                <a:cs typeface="Arial" pitchFamily="34" charset="0"/>
              </a:defRPr>
            </a:lvl2pPr>
            <a:lvl3pPr marL="1155573"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3pPr>
            <a:lvl4pPr marL="1617802"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4pPr>
            <a:lvl5pPr marL="2080031"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5pPr>
            <a:lvl6pPr marL="2542261"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6pPr>
            <a:lvl7pPr marL="3004490"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7pPr>
            <a:lvl8pPr marL="3466719"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8pPr>
            <a:lvl9pPr marL="3928948"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9pPr>
          </a:lstStyle>
          <a:p>
            <a:pPr eaLnBrk="1" hangingPunct="1"/>
            <a:fld id="{CB465235-0516-4B04-98C0-D4A6183D8823}" type="slidenum">
              <a:rPr lang="en-GB" smtClean="0">
                <a:solidFill>
                  <a:srgbClr val="000000"/>
                </a:solidFill>
                <a:latin typeface="Times New Roman" pitchFamily="18" charset="0"/>
                <a:cs typeface="Arial Unicode MS" pitchFamily="34" charset="-128"/>
              </a:rPr>
              <a:pPr eaLnBrk="1" hangingPunct="1"/>
              <a:t>21</a:t>
            </a:fld>
            <a:endParaRPr lang="en-GB">
              <a:solidFill>
                <a:srgbClr val="000000"/>
              </a:solidFill>
              <a:latin typeface="Times New Roman" pitchFamily="18" charset="0"/>
              <a:cs typeface="Arial Unicode MS" pitchFamily="34" charset="-128"/>
            </a:endParaRPr>
          </a:p>
        </p:txBody>
      </p:sp>
      <p:sp>
        <p:nvSpPr>
          <p:cNvPr id="80899" name="Rectangle 1"/>
          <p:cNvSpPr>
            <a:spLocks noGrp="1" noRot="1" noChangeAspect="1" noChangeArrowheads="1" noTextEdit="1"/>
          </p:cNvSpPr>
          <p:nvPr>
            <p:ph type="sldImg"/>
          </p:nvPr>
        </p:nvSpPr>
        <p:spPr>
          <a:xfrm>
            <a:off x="342900" y="706438"/>
            <a:ext cx="6197600" cy="3486150"/>
          </a:xfrm>
          <a:ln/>
        </p:spPr>
      </p:sp>
      <p:sp>
        <p:nvSpPr>
          <p:cNvPr id="80900" name="Rectangle 2"/>
          <p:cNvSpPr>
            <a:spLocks noGrp="1" noChangeArrowheads="1"/>
          </p:cNvSpPr>
          <p:nvPr>
            <p:ph type="body" idx="1"/>
          </p:nvPr>
        </p:nvSpPr>
        <p:spPr>
          <a:xfrm>
            <a:off x="688182" y="4415790"/>
            <a:ext cx="5505450" cy="418338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Tree>
    <p:extLst>
      <p:ext uri="{BB962C8B-B14F-4D97-AF65-F5344CB8AC3E}">
        <p14:creationId xmlns:p14="http://schemas.microsoft.com/office/powerpoint/2010/main" val="25623529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22"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31863" algn="l"/>
                <a:tab pos="1463726" algn="l"/>
                <a:tab pos="2195589" algn="l"/>
                <a:tab pos="2927452" algn="l"/>
              </a:tabLst>
              <a:defRPr>
                <a:solidFill>
                  <a:schemeClr val="bg1"/>
                </a:solidFill>
                <a:latin typeface="Arial" pitchFamily="34" charset="0"/>
                <a:cs typeface="Arial" pitchFamily="34" charset="0"/>
              </a:defRPr>
            </a:lvl1pPr>
            <a:lvl2pPr marL="751122" indent="-288893" eaLnBrk="0" hangingPunct="0">
              <a:tabLst>
                <a:tab pos="731863" algn="l"/>
                <a:tab pos="1463726" algn="l"/>
                <a:tab pos="2195589" algn="l"/>
                <a:tab pos="2927452" algn="l"/>
              </a:tabLst>
              <a:defRPr>
                <a:solidFill>
                  <a:schemeClr val="bg1"/>
                </a:solidFill>
                <a:latin typeface="Arial" pitchFamily="34" charset="0"/>
                <a:cs typeface="Arial" pitchFamily="34" charset="0"/>
              </a:defRPr>
            </a:lvl2pPr>
            <a:lvl3pPr marL="1155573"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3pPr>
            <a:lvl4pPr marL="1617802"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4pPr>
            <a:lvl5pPr marL="2080031" indent="-231115" eaLnBrk="0" hangingPunct="0">
              <a:tabLst>
                <a:tab pos="731863" algn="l"/>
                <a:tab pos="1463726" algn="l"/>
                <a:tab pos="2195589" algn="l"/>
                <a:tab pos="2927452" algn="l"/>
              </a:tabLst>
              <a:defRPr>
                <a:solidFill>
                  <a:schemeClr val="bg1"/>
                </a:solidFill>
                <a:latin typeface="Arial" pitchFamily="34" charset="0"/>
                <a:cs typeface="Arial" pitchFamily="34" charset="0"/>
              </a:defRPr>
            </a:lvl5pPr>
            <a:lvl6pPr marL="2542261"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6pPr>
            <a:lvl7pPr marL="3004490"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7pPr>
            <a:lvl8pPr marL="3466719"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8pPr>
            <a:lvl9pPr marL="3928948" indent="-231115" defTabSz="462229" eaLnBrk="0" fontAlgn="base" hangingPunct="0">
              <a:spcBef>
                <a:spcPct val="0"/>
              </a:spcBef>
              <a:spcAft>
                <a:spcPct val="0"/>
              </a:spcAft>
              <a:tabLst>
                <a:tab pos="731863" algn="l"/>
                <a:tab pos="1463726" algn="l"/>
                <a:tab pos="2195589" algn="l"/>
                <a:tab pos="2927452" algn="l"/>
              </a:tabLst>
              <a:defRPr>
                <a:solidFill>
                  <a:schemeClr val="bg1"/>
                </a:solidFill>
                <a:latin typeface="Arial" pitchFamily="34" charset="0"/>
                <a:cs typeface="Arial" pitchFamily="34" charset="0"/>
              </a:defRPr>
            </a:lvl9pPr>
          </a:lstStyle>
          <a:p>
            <a:pPr eaLnBrk="1" hangingPunct="1"/>
            <a:fld id="{9608EB33-16B9-4F5D-8D4D-31913B43104E}" type="slidenum">
              <a:rPr lang="en-GB" smtClean="0">
                <a:solidFill>
                  <a:srgbClr val="000000"/>
                </a:solidFill>
                <a:latin typeface="Times New Roman" pitchFamily="18" charset="0"/>
                <a:cs typeface="Arial Unicode MS" pitchFamily="34" charset="-128"/>
              </a:rPr>
              <a:pPr eaLnBrk="1" hangingPunct="1"/>
              <a:t>24</a:t>
            </a:fld>
            <a:endParaRPr lang="en-GB">
              <a:solidFill>
                <a:srgbClr val="000000"/>
              </a:solidFill>
              <a:latin typeface="Times New Roman" pitchFamily="18" charset="0"/>
              <a:cs typeface="Arial Unicode MS" pitchFamily="34" charset="-128"/>
            </a:endParaRPr>
          </a:p>
        </p:txBody>
      </p:sp>
      <p:sp>
        <p:nvSpPr>
          <p:cNvPr id="81923" name="Rectangle 1"/>
          <p:cNvSpPr>
            <a:spLocks noGrp="1" noRot="1" noChangeAspect="1" noChangeArrowheads="1" noTextEdit="1"/>
          </p:cNvSpPr>
          <p:nvPr>
            <p:ph type="sldImg"/>
          </p:nvPr>
        </p:nvSpPr>
        <p:spPr>
          <a:xfrm>
            <a:off x="342900" y="706438"/>
            <a:ext cx="6197600" cy="3486150"/>
          </a:xfrm>
          <a:ln/>
        </p:spPr>
      </p:sp>
      <p:sp>
        <p:nvSpPr>
          <p:cNvPr id="81924" name="Rectangle 2"/>
          <p:cNvSpPr>
            <a:spLocks noGrp="1" noChangeArrowheads="1"/>
          </p:cNvSpPr>
          <p:nvPr>
            <p:ph type="body" idx="1"/>
          </p:nvPr>
        </p:nvSpPr>
        <p:spPr>
          <a:xfrm>
            <a:off x="688182" y="4415790"/>
            <a:ext cx="5505450" cy="418338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Tree>
    <p:extLst>
      <p:ext uri="{BB962C8B-B14F-4D97-AF65-F5344CB8AC3E}">
        <p14:creationId xmlns:p14="http://schemas.microsoft.com/office/powerpoint/2010/main" val="40778724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2946"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23900" algn="l"/>
                <a:tab pos="1447800" algn="l"/>
                <a:tab pos="2171700" algn="l"/>
                <a:tab pos="2895600" algn="l"/>
              </a:tabLst>
              <a:defRPr>
                <a:solidFill>
                  <a:schemeClr val="bg1"/>
                </a:solidFill>
                <a:latin typeface="Arial" charset="0"/>
                <a:cs typeface="Arial" charset="0"/>
              </a:defRPr>
            </a:lvl1pPr>
            <a:lvl2pPr marL="742950" indent="-285750" eaLnBrk="0" hangingPunct="0">
              <a:tabLst>
                <a:tab pos="723900" algn="l"/>
                <a:tab pos="1447800" algn="l"/>
                <a:tab pos="2171700" algn="l"/>
                <a:tab pos="2895600" algn="l"/>
              </a:tabLst>
              <a:defRPr>
                <a:solidFill>
                  <a:schemeClr val="bg1"/>
                </a:solidFill>
                <a:latin typeface="Arial" charset="0"/>
                <a:cs typeface="Arial" charset="0"/>
              </a:defRPr>
            </a:lvl2pPr>
            <a:lvl3pPr marL="1143000" indent="-228600" eaLnBrk="0" hangingPunct="0">
              <a:tabLst>
                <a:tab pos="723900" algn="l"/>
                <a:tab pos="1447800" algn="l"/>
                <a:tab pos="2171700" algn="l"/>
                <a:tab pos="2895600" algn="l"/>
              </a:tabLst>
              <a:defRPr>
                <a:solidFill>
                  <a:schemeClr val="bg1"/>
                </a:solidFill>
                <a:latin typeface="Arial" charset="0"/>
                <a:cs typeface="Arial" charset="0"/>
              </a:defRPr>
            </a:lvl3pPr>
            <a:lvl4pPr marL="1600200" indent="-228600" eaLnBrk="0" hangingPunct="0">
              <a:tabLst>
                <a:tab pos="723900" algn="l"/>
                <a:tab pos="1447800" algn="l"/>
                <a:tab pos="2171700" algn="l"/>
                <a:tab pos="2895600" algn="l"/>
              </a:tabLst>
              <a:defRPr>
                <a:solidFill>
                  <a:schemeClr val="bg1"/>
                </a:solidFill>
                <a:latin typeface="Arial" charset="0"/>
                <a:cs typeface="Arial" charset="0"/>
              </a:defRPr>
            </a:lvl4pPr>
            <a:lvl5pPr marL="2057400" indent="-228600" eaLnBrk="0" hangingPunct="0">
              <a:tabLst>
                <a:tab pos="723900" algn="l"/>
                <a:tab pos="1447800" algn="l"/>
                <a:tab pos="2171700" algn="l"/>
                <a:tab pos="28956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9pPr>
          </a:lstStyle>
          <a:p>
            <a:pPr eaLnBrk="1" hangingPunct="1"/>
            <a:fld id="{01819905-217A-4BFC-A056-E147FAFDEB81}" type="slidenum">
              <a:rPr lang="en-GB" smtClean="0">
                <a:solidFill>
                  <a:srgbClr val="000000"/>
                </a:solidFill>
                <a:latin typeface="Times New Roman" pitchFamily="18" charset="0"/>
                <a:cs typeface="Arial Unicode MS" pitchFamily="34" charset="-128"/>
              </a:rPr>
              <a:pPr eaLnBrk="1" hangingPunct="1"/>
              <a:t>25</a:t>
            </a:fld>
            <a:endParaRPr lang="en-GB">
              <a:solidFill>
                <a:srgbClr val="000000"/>
              </a:solidFill>
              <a:latin typeface="Times New Roman" pitchFamily="18" charset="0"/>
              <a:cs typeface="Arial Unicode MS" pitchFamily="34" charset="-128"/>
            </a:endParaRPr>
          </a:p>
        </p:txBody>
      </p:sp>
      <p:sp>
        <p:nvSpPr>
          <p:cNvPr id="82947" name="Rectangle 1"/>
          <p:cNvSpPr>
            <a:spLocks noGrp="1" noRot="1" noChangeAspect="1" noChangeArrowheads="1" noTextEdit="1"/>
          </p:cNvSpPr>
          <p:nvPr>
            <p:ph type="sldImg"/>
          </p:nvPr>
        </p:nvSpPr>
        <p:spPr>
          <a:xfrm>
            <a:off x="381000" y="695325"/>
            <a:ext cx="6096000" cy="3429000"/>
          </a:xfrm>
          <a:ln/>
        </p:spPr>
      </p:sp>
      <p:sp>
        <p:nvSpPr>
          <p:cNvPr id="82948" name="Rectangle 2"/>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r>
              <a:rPr lang="en-US" sz="1200" b="1" i="0" kern="1200" dirty="0">
                <a:solidFill>
                  <a:schemeClr val="tx1"/>
                </a:solidFill>
                <a:effectLst/>
                <a:latin typeface="+mn-lt"/>
                <a:ea typeface="+mn-ea"/>
                <a:cs typeface="+mn-cs"/>
              </a:rPr>
              <a:t>Product certification</a:t>
            </a:r>
            <a:r>
              <a:rPr lang="en-US" sz="1200" b="0" i="0" kern="1200" dirty="0">
                <a:solidFill>
                  <a:schemeClr val="tx1"/>
                </a:solidFill>
                <a:effectLst/>
                <a:latin typeface="+mn-lt"/>
                <a:ea typeface="+mn-ea"/>
                <a:cs typeface="+mn-cs"/>
              </a:rPr>
              <a:t> or </a:t>
            </a:r>
            <a:r>
              <a:rPr lang="en-US" sz="1200" b="1" i="0" kern="1200" dirty="0">
                <a:solidFill>
                  <a:schemeClr val="tx1"/>
                </a:solidFill>
                <a:effectLst/>
                <a:latin typeface="+mn-lt"/>
                <a:ea typeface="+mn-ea"/>
                <a:cs typeface="+mn-cs"/>
              </a:rPr>
              <a:t>product qualification</a:t>
            </a:r>
            <a:r>
              <a:rPr lang="en-US" sz="1200" b="0" i="0" kern="1200" dirty="0">
                <a:solidFill>
                  <a:schemeClr val="tx1"/>
                </a:solidFill>
                <a:effectLst/>
                <a:latin typeface="+mn-lt"/>
                <a:ea typeface="+mn-ea"/>
                <a:cs typeface="+mn-cs"/>
              </a:rPr>
              <a:t> is the process of certifying that a certain product has passed </a:t>
            </a:r>
            <a:r>
              <a:rPr lang="en-US" sz="1200" b="0" i="0" u="none" strike="noStrike" kern="1200" dirty="0">
                <a:solidFill>
                  <a:schemeClr val="tx1"/>
                </a:solidFill>
                <a:effectLst/>
                <a:latin typeface="+mn-lt"/>
                <a:ea typeface="+mn-ea"/>
                <a:cs typeface="+mn-cs"/>
                <a:hlinkClick r:id="rId3" tooltip="Performance test (assessment)"/>
              </a:rPr>
              <a:t>performance tests</a:t>
            </a:r>
            <a:r>
              <a:rPr lang="en-US" sz="1200" b="0" i="0" kern="1200" dirty="0">
                <a:solidFill>
                  <a:schemeClr val="tx1"/>
                </a:solidFill>
                <a:effectLst/>
                <a:latin typeface="+mn-lt"/>
                <a:ea typeface="+mn-ea"/>
                <a:cs typeface="+mn-cs"/>
              </a:rPr>
              <a:t> and </a:t>
            </a:r>
            <a:r>
              <a:rPr lang="en-US" sz="1200" b="0" i="0" u="none" strike="noStrike" kern="1200" dirty="0">
                <a:solidFill>
                  <a:schemeClr val="tx1"/>
                </a:solidFill>
                <a:effectLst/>
                <a:latin typeface="+mn-lt"/>
                <a:ea typeface="+mn-ea"/>
                <a:cs typeface="+mn-cs"/>
                <a:hlinkClick r:id="rId4" tooltip="Quality assurance"/>
              </a:rPr>
              <a:t>quality assurance</a:t>
            </a:r>
            <a:r>
              <a:rPr lang="en-US" sz="1200" b="0" i="0" kern="1200" dirty="0">
                <a:solidFill>
                  <a:schemeClr val="tx1"/>
                </a:solidFill>
                <a:effectLst/>
                <a:latin typeface="+mn-lt"/>
                <a:ea typeface="+mn-ea"/>
                <a:cs typeface="+mn-cs"/>
              </a:rPr>
              <a:t> tests, and meets qualification criteria stipulated in </a:t>
            </a:r>
            <a:r>
              <a:rPr lang="en-US" sz="1200" b="0" i="0" u="none" strike="noStrike" kern="1200" dirty="0">
                <a:solidFill>
                  <a:schemeClr val="tx1"/>
                </a:solidFill>
                <a:effectLst/>
                <a:latin typeface="+mn-lt"/>
                <a:ea typeface="+mn-ea"/>
                <a:cs typeface="+mn-cs"/>
                <a:hlinkClick r:id="rId5" tooltip="Contract"/>
              </a:rPr>
              <a:t>contracts</a:t>
            </a:r>
            <a:r>
              <a:rPr lang="en-US" sz="1200" b="0" i="0" kern="1200" dirty="0">
                <a:solidFill>
                  <a:schemeClr val="tx1"/>
                </a:solidFill>
                <a:effectLst/>
                <a:latin typeface="+mn-lt"/>
                <a:ea typeface="+mn-ea"/>
                <a:cs typeface="+mn-cs"/>
              </a:rPr>
              <a:t>, </a:t>
            </a:r>
            <a:r>
              <a:rPr lang="en-US" sz="1200" b="0" i="0" u="none" strike="noStrike" kern="1200" dirty="0">
                <a:solidFill>
                  <a:schemeClr val="tx1"/>
                </a:solidFill>
                <a:effectLst/>
                <a:latin typeface="+mn-lt"/>
                <a:ea typeface="+mn-ea"/>
                <a:cs typeface="+mn-cs"/>
                <a:hlinkClick r:id="rId6" tooltip="Regulation"/>
              </a:rPr>
              <a:t>regulations</a:t>
            </a:r>
            <a:r>
              <a:rPr lang="en-US" sz="1200" b="0" i="0" kern="1200" dirty="0">
                <a:solidFill>
                  <a:schemeClr val="tx1"/>
                </a:solidFill>
                <a:effectLst/>
                <a:latin typeface="+mn-lt"/>
                <a:ea typeface="+mn-ea"/>
                <a:cs typeface="+mn-cs"/>
              </a:rPr>
              <a:t>, or </a:t>
            </a:r>
            <a:r>
              <a:rPr lang="en-US" sz="1200" b="0" i="0" u="none" strike="noStrike" kern="1200" dirty="0">
                <a:solidFill>
                  <a:schemeClr val="tx1"/>
                </a:solidFill>
                <a:effectLst/>
                <a:latin typeface="+mn-lt"/>
                <a:ea typeface="+mn-ea"/>
                <a:cs typeface="+mn-cs"/>
                <a:hlinkClick r:id="rId7" tooltip="Specification"/>
              </a:rPr>
              <a:t>specifications</a:t>
            </a:r>
            <a:endParaRPr lang="en-US" dirty="0"/>
          </a:p>
        </p:txBody>
      </p:sp>
    </p:spTree>
    <p:extLst>
      <p:ext uri="{BB962C8B-B14F-4D97-AF65-F5344CB8AC3E}">
        <p14:creationId xmlns:p14="http://schemas.microsoft.com/office/powerpoint/2010/main" val="18957222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3970"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23900" algn="l"/>
                <a:tab pos="1447800" algn="l"/>
                <a:tab pos="2171700" algn="l"/>
                <a:tab pos="2895600" algn="l"/>
              </a:tabLst>
              <a:defRPr>
                <a:solidFill>
                  <a:schemeClr val="bg1"/>
                </a:solidFill>
                <a:latin typeface="Arial" charset="0"/>
                <a:cs typeface="Arial" charset="0"/>
              </a:defRPr>
            </a:lvl1pPr>
            <a:lvl2pPr marL="742950" indent="-285750" eaLnBrk="0" hangingPunct="0">
              <a:tabLst>
                <a:tab pos="723900" algn="l"/>
                <a:tab pos="1447800" algn="l"/>
                <a:tab pos="2171700" algn="l"/>
                <a:tab pos="2895600" algn="l"/>
              </a:tabLst>
              <a:defRPr>
                <a:solidFill>
                  <a:schemeClr val="bg1"/>
                </a:solidFill>
                <a:latin typeface="Arial" charset="0"/>
                <a:cs typeface="Arial" charset="0"/>
              </a:defRPr>
            </a:lvl2pPr>
            <a:lvl3pPr marL="1143000" indent="-228600" eaLnBrk="0" hangingPunct="0">
              <a:tabLst>
                <a:tab pos="723900" algn="l"/>
                <a:tab pos="1447800" algn="l"/>
                <a:tab pos="2171700" algn="l"/>
                <a:tab pos="2895600" algn="l"/>
              </a:tabLst>
              <a:defRPr>
                <a:solidFill>
                  <a:schemeClr val="bg1"/>
                </a:solidFill>
                <a:latin typeface="Arial" charset="0"/>
                <a:cs typeface="Arial" charset="0"/>
              </a:defRPr>
            </a:lvl3pPr>
            <a:lvl4pPr marL="1600200" indent="-228600" eaLnBrk="0" hangingPunct="0">
              <a:tabLst>
                <a:tab pos="723900" algn="l"/>
                <a:tab pos="1447800" algn="l"/>
                <a:tab pos="2171700" algn="l"/>
                <a:tab pos="2895600" algn="l"/>
              </a:tabLst>
              <a:defRPr>
                <a:solidFill>
                  <a:schemeClr val="bg1"/>
                </a:solidFill>
                <a:latin typeface="Arial" charset="0"/>
                <a:cs typeface="Arial" charset="0"/>
              </a:defRPr>
            </a:lvl4pPr>
            <a:lvl5pPr marL="2057400" indent="-228600" eaLnBrk="0" hangingPunct="0">
              <a:tabLst>
                <a:tab pos="723900" algn="l"/>
                <a:tab pos="1447800" algn="l"/>
                <a:tab pos="2171700" algn="l"/>
                <a:tab pos="28956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9pPr>
          </a:lstStyle>
          <a:p>
            <a:pPr eaLnBrk="1" hangingPunct="1"/>
            <a:fld id="{DE144025-3E34-44FE-B66E-4B386D9A9B8D}" type="slidenum">
              <a:rPr lang="en-GB" smtClean="0">
                <a:solidFill>
                  <a:srgbClr val="000000"/>
                </a:solidFill>
                <a:latin typeface="Times New Roman" pitchFamily="18" charset="0"/>
                <a:cs typeface="Arial Unicode MS" pitchFamily="34" charset="-128"/>
              </a:rPr>
              <a:pPr eaLnBrk="1" hangingPunct="1"/>
              <a:t>26</a:t>
            </a:fld>
            <a:endParaRPr lang="en-GB">
              <a:solidFill>
                <a:srgbClr val="000000"/>
              </a:solidFill>
              <a:latin typeface="Times New Roman" pitchFamily="18" charset="0"/>
              <a:cs typeface="Arial Unicode MS" pitchFamily="34" charset="-128"/>
            </a:endParaRPr>
          </a:p>
        </p:txBody>
      </p:sp>
      <p:sp>
        <p:nvSpPr>
          <p:cNvPr id="83971" name="Rectangle 1"/>
          <p:cNvSpPr>
            <a:spLocks noGrp="1" noRot="1" noChangeAspect="1" noChangeArrowheads="1" noTextEdit="1"/>
          </p:cNvSpPr>
          <p:nvPr>
            <p:ph type="sldImg"/>
          </p:nvPr>
        </p:nvSpPr>
        <p:spPr>
          <a:xfrm>
            <a:off x="381000" y="695325"/>
            <a:ext cx="6096000" cy="3429000"/>
          </a:xfrm>
          <a:ln/>
        </p:spPr>
      </p:sp>
      <p:sp>
        <p:nvSpPr>
          <p:cNvPr id="83972" name="Rectangle 2"/>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Tree>
    <p:extLst>
      <p:ext uri="{BB962C8B-B14F-4D97-AF65-F5344CB8AC3E}">
        <p14:creationId xmlns:p14="http://schemas.microsoft.com/office/powerpoint/2010/main" val="16700075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4994"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23900" algn="l"/>
                <a:tab pos="1447800" algn="l"/>
                <a:tab pos="2171700" algn="l"/>
                <a:tab pos="2895600" algn="l"/>
              </a:tabLst>
              <a:defRPr>
                <a:solidFill>
                  <a:schemeClr val="bg1"/>
                </a:solidFill>
                <a:latin typeface="Arial" charset="0"/>
                <a:cs typeface="Arial" charset="0"/>
              </a:defRPr>
            </a:lvl1pPr>
            <a:lvl2pPr marL="742950" indent="-285750" eaLnBrk="0" hangingPunct="0">
              <a:tabLst>
                <a:tab pos="723900" algn="l"/>
                <a:tab pos="1447800" algn="l"/>
                <a:tab pos="2171700" algn="l"/>
                <a:tab pos="2895600" algn="l"/>
              </a:tabLst>
              <a:defRPr>
                <a:solidFill>
                  <a:schemeClr val="bg1"/>
                </a:solidFill>
                <a:latin typeface="Arial" charset="0"/>
                <a:cs typeface="Arial" charset="0"/>
              </a:defRPr>
            </a:lvl2pPr>
            <a:lvl3pPr marL="1143000" indent="-228600" eaLnBrk="0" hangingPunct="0">
              <a:tabLst>
                <a:tab pos="723900" algn="l"/>
                <a:tab pos="1447800" algn="l"/>
                <a:tab pos="2171700" algn="l"/>
                <a:tab pos="2895600" algn="l"/>
              </a:tabLst>
              <a:defRPr>
                <a:solidFill>
                  <a:schemeClr val="bg1"/>
                </a:solidFill>
                <a:latin typeface="Arial" charset="0"/>
                <a:cs typeface="Arial" charset="0"/>
              </a:defRPr>
            </a:lvl3pPr>
            <a:lvl4pPr marL="1600200" indent="-228600" eaLnBrk="0" hangingPunct="0">
              <a:tabLst>
                <a:tab pos="723900" algn="l"/>
                <a:tab pos="1447800" algn="l"/>
                <a:tab pos="2171700" algn="l"/>
                <a:tab pos="2895600" algn="l"/>
              </a:tabLst>
              <a:defRPr>
                <a:solidFill>
                  <a:schemeClr val="bg1"/>
                </a:solidFill>
                <a:latin typeface="Arial" charset="0"/>
                <a:cs typeface="Arial" charset="0"/>
              </a:defRPr>
            </a:lvl4pPr>
            <a:lvl5pPr marL="2057400" indent="-228600" eaLnBrk="0" hangingPunct="0">
              <a:tabLst>
                <a:tab pos="723900" algn="l"/>
                <a:tab pos="1447800" algn="l"/>
                <a:tab pos="2171700" algn="l"/>
                <a:tab pos="28956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9pPr>
          </a:lstStyle>
          <a:p>
            <a:pPr eaLnBrk="1" hangingPunct="1"/>
            <a:fld id="{0FFE5A3B-50E7-4E44-B7B6-07B37582D2C6}" type="slidenum">
              <a:rPr lang="en-GB" smtClean="0">
                <a:solidFill>
                  <a:srgbClr val="000000"/>
                </a:solidFill>
                <a:latin typeface="Times New Roman" pitchFamily="18" charset="0"/>
                <a:cs typeface="Arial Unicode MS" pitchFamily="34" charset="-128"/>
              </a:rPr>
              <a:pPr eaLnBrk="1" hangingPunct="1"/>
              <a:t>27</a:t>
            </a:fld>
            <a:endParaRPr lang="en-GB">
              <a:solidFill>
                <a:srgbClr val="000000"/>
              </a:solidFill>
              <a:latin typeface="Times New Roman" pitchFamily="18" charset="0"/>
              <a:cs typeface="Arial Unicode MS" pitchFamily="34" charset="-128"/>
            </a:endParaRPr>
          </a:p>
        </p:txBody>
      </p:sp>
      <p:sp>
        <p:nvSpPr>
          <p:cNvPr id="84995" name="Rectangle 1"/>
          <p:cNvSpPr>
            <a:spLocks noGrp="1" noRot="1" noChangeAspect="1" noChangeArrowheads="1" noTextEdit="1"/>
          </p:cNvSpPr>
          <p:nvPr>
            <p:ph type="sldImg"/>
          </p:nvPr>
        </p:nvSpPr>
        <p:spPr>
          <a:xfrm>
            <a:off x="381000" y="695325"/>
            <a:ext cx="6096000" cy="3429000"/>
          </a:xfrm>
          <a:ln/>
        </p:spPr>
      </p:sp>
      <p:sp>
        <p:nvSpPr>
          <p:cNvPr id="84996" name="Rectangle 2"/>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Tree>
    <p:extLst>
      <p:ext uri="{BB962C8B-B14F-4D97-AF65-F5344CB8AC3E}">
        <p14:creationId xmlns:p14="http://schemas.microsoft.com/office/powerpoint/2010/main" val="395378224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6018"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23900" algn="l"/>
                <a:tab pos="1447800" algn="l"/>
                <a:tab pos="2171700" algn="l"/>
                <a:tab pos="2895600" algn="l"/>
              </a:tabLst>
              <a:defRPr>
                <a:solidFill>
                  <a:schemeClr val="bg1"/>
                </a:solidFill>
                <a:latin typeface="Arial" charset="0"/>
                <a:cs typeface="Arial" charset="0"/>
              </a:defRPr>
            </a:lvl1pPr>
            <a:lvl2pPr marL="742950" indent="-285750" eaLnBrk="0" hangingPunct="0">
              <a:tabLst>
                <a:tab pos="723900" algn="l"/>
                <a:tab pos="1447800" algn="l"/>
                <a:tab pos="2171700" algn="l"/>
                <a:tab pos="2895600" algn="l"/>
              </a:tabLst>
              <a:defRPr>
                <a:solidFill>
                  <a:schemeClr val="bg1"/>
                </a:solidFill>
                <a:latin typeface="Arial" charset="0"/>
                <a:cs typeface="Arial" charset="0"/>
              </a:defRPr>
            </a:lvl2pPr>
            <a:lvl3pPr marL="1143000" indent="-228600" eaLnBrk="0" hangingPunct="0">
              <a:tabLst>
                <a:tab pos="723900" algn="l"/>
                <a:tab pos="1447800" algn="l"/>
                <a:tab pos="2171700" algn="l"/>
                <a:tab pos="2895600" algn="l"/>
              </a:tabLst>
              <a:defRPr>
                <a:solidFill>
                  <a:schemeClr val="bg1"/>
                </a:solidFill>
                <a:latin typeface="Arial" charset="0"/>
                <a:cs typeface="Arial" charset="0"/>
              </a:defRPr>
            </a:lvl3pPr>
            <a:lvl4pPr marL="1600200" indent="-228600" eaLnBrk="0" hangingPunct="0">
              <a:tabLst>
                <a:tab pos="723900" algn="l"/>
                <a:tab pos="1447800" algn="l"/>
                <a:tab pos="2171700" algn="l"/>
                <a:tab pos="2895600" algn="l"/>
              </a:tabLst>
              <a:defRPr>
                <a:solidFill>
                  <a:schemeClr val="bg1"/>
                </a:solidFill>
                <a:latin typeface="Arial" charset="0"/>
                <a:cs typeface="Arial" charset="0"/>
              </a:defRPr>
            </a:lvl4pPr>
            <a:lvl5pPr marL="2057400" indent="-228600" eaLnBrk="0" hangingPunct="0">
              <a:tabLst>
                <a:tab pos="723900" algn="l"/>
                <a:tab pos="1447800" algn="l"/>
                <a:tab pos="2171700" algn="l"/>
                <a:tab pos="28956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9pPr>
          </a:lstStyle>
          <a:p>
            <a:pPr eaLnBrk="1" hangingPunct="1"/>
            <a:fld id="{102E75FF-5882-4D19-8712-C581548E18BC}" type="slidenum">
              <a:rPr lang="en-GB" smtClean="0">
                <a:solidFill>
                  <a:srgbClr val="000000"/>
                </a:solidFill>
                <a:latin typeface="Times New Roman" pitchFamily="18" charset="0"/>
                <a:cs typeface="Arial Unicode MS" pitchFamily="34" charset="-128"/>
              </a:rPr>
              <a:pPr eaLnBrk="1" hangingPunct="1"/>
              <a:t>28</a:t>
            </a:fld>
            <a:endParaRPr lang="en-GB">
              <a:solidFill>
                <a:srgbClr val="000000"/>
              </a:solidFill>
              <a:latin typeface="Times New Roman" pitchFamily="18" charset="0"/>
              <a:cs typeface="Arial Unicode MS" pitchFamily="34" charset="-128"/>
            </a:endParaRPr>
          </a:p>
        </p:txBody>
      </p:sp>
      <p:sp>
        <p:nvSpPr>
          <p:cNvPr id="86019" name="Rectangle 1"/>
          <p:cNvSpPr>
            <a:spLocks noGrp="1" noRot="1" noChangeAspect="1" noChangeArrowheads="1" noTextEdit="1"/>
          </p:cNvSpPr>
          <p:nvPr>
            <p:ph type="sldImg"/>
          </p:nvPr>
        </p:nvSpPr>
        <p:spPr>
          <a:xfrm>
            <a:off x="381000" y="695325"/>
            <a:ext cx="6096000" cy="3429000"/>
          </a:xfrm>
          <a:ln/>
        </p:spPr>
      </p:sp>
      <p:sp>
        <p:nvSpPr>
          <p:cNvPr id="86020" name="Rectangle 2"/>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Tree>
    <p:extLst>
      <p:ext uri="{BB962C8B-B14F-4D97-AF65-F5344CB8AC3E}">
        <p14:creationId xmlns:p14="http://schemas.microsoft.com/office/powerpoint/2010/main" val="326492737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7042"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23900" algn="l"/>
                <a:tab pos="1447800" algn="l"/>
                <a:tab pos="2171700" algn="l"/>
                <a:tab pos="2895600" algn="l"/>
              </a:tabLst>
              <a:defRPr>
                <a:solidFill>
                  <a:schemeClr val="bg1"/>
                </a:solidFill>
                <a:latin typeface="Arial" charset="0"/>
                <a:cs typeface="Arial" charset="0"/>
              </a:defRPr>
            </a:lvl1pPr>
            <a:lvl2pPr marL="742950" indent="-285750" eaLnBrk="0" hangingPunct="0">
              <a:tabLst>
                <a:tab pos="723900" algn="l"/>
                <a:tab pos="1447800" algn="l"/>
                <a:tab pos="2171700" algn="l"/>
                <a:tab pos="2895600" algn="l"/>
              </a:tabLst>
              <a:defRPr>
                <a:solidFill>
                  <a:schemeClr val="bg1"/>
                </a:solidFill>
                <a:latin typeface="Arial" charset="0"/>
                <a:cs typeface="Arial" charset="0"/>
              </a:defRPr>
            </a:lvl2pPr>
            <a:lvl3pPr marL="1143000" indent="-228600" eaLnBrk="0" hangingPunct="0">
              <a:tabLst>
                <a:tab pos="723900" algn="l"/>
                <a:tab pos="1447800" algn="l"/>
                <a:tab pos="2171700" algn="l"/>
                <a:tab pos="2895600" algn="l"/>
              </a:tabLst>
              <a:defRPr>
                <a:solidFill>
                  <a:schemeClr val="bg1"/>
                </a:solidFill>
                <a:latin typeface="Arial" charset="0"/>
                <a:cs typeface="Arial" charset="0"/>
              </a:defRPr>
            </a:lvl3pPr>
            <a:lvl4pPr marL="1600200" indent="-228600" eaLnBrk="0" hangingPunct="0">
              <a:tabLst>
                <a:tab pos="723900" algn="l"/>
                <a:tab pos="1447800" algn="l"/>
                <a:tab pos="2171700" algn="l"/>
                <a:tab pos="2895600" algn="l"/>
              </a:tabLst>
              <a:defRPr>
                <a:solidFill>
                  <a:schemeClr val="bg1"/>
                </a:solidFill>
                <a:latin typeface="Arial" charset="0"/>
                <a:cs typeface="Arial" charset="0"/>
              </a:defRPr>
            </a:lvl4pPr>
            <a:lvl5pPr marL="2057400" indent="-228600" eaLnBrk="0" hangingPunct="0">
              <a:tabLst>
                <a:tab pos="723900" algn="l"/>
                <a:tab pos="1447800" algn="l"/>
                <a:tab pos="2171700" algn="l"/>
                <a:tab pos="28956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9pPr>
          </a:lstStyle>
          <a:p>
            <a:pPr eaLnBrk="1" hangingPunct="1"/>
            <a:fld id="{B4AEB27A-08AC-4583-83AF-1F69A1ACACDC}" type="slidenum">
              <a:rPr lang="en-GB" smtClean="0">
                <a:solidFill>
                  <a:srgbClr val="000000"/>
                </a:solidFill>
                <a:latin typeface="Times New Roman" pitchFamily="18" charset="0"/>
                <a:cs typeface="Arial Unicode MS" pitchFamily="34" charset="-128"/>
              </a:rPr>
              <a:pPr eaLnBrk="1" hangingPunct="1"/>
              <a:t>30</a:t>
            </a:fld>
            <a:endParaRPr lang="en-GB">
              <a:solidFill>
                <a:srgbClr val="000000"/>
              </a:solidFill>
              <a:latin typeface="Times New Roman" pitchFamily="18" charset="0"/>
              <a:cs typeface="Arial Unicode MS" pitchFamily="34" charset="-128"/>
            </a:endParaRPr>
          </a:p>
        </p:txBody>
      </p:sp>
      <p:sp>
        <p:nvSpPr>
          <p:cNvPr id="87043" name="Rectangle 1"/>
          <p:cNvSpPr>
            <a:spLocks noGrp="1" noRot="1" noChangeAspect="1" noChangeArrowheads="1" noTextEdit="1"/>
          </p:cNvSpPr>
          <p:nvPr>
            <p:ph type="sldImg"/>
          </p:nvPr>
        </p:nvSpPr>
        <p:spPr>
          <a:xfrm>
            <a:off x="381000" y="695325"/>
            <a:ext cx="6096000" cy="3429000"/>
          </a:xfrm>
          <a:ln/>
        </p:spPr>
      </p:sp>
      <p:sp>
        <p:nvSpPr>
          <p:cNvPr id="87044" name="Rectangle 2"/>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Tree>
    <p:extLst>
      <p:ext uri="{BB962C8B-B14F-4D97-AF65-F5344CB8AC3E}">
        <p14:creationId xmlns:p14="http://schemas.microsoft.com/office/powerpoint/2010/main" val="88964526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8066"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23900" algn="l"/>
                <a:tab pos="1447800" algn="l"/>
                <a:tab pos="2171700" algn="l"/>
                <a:tab pos="2895600" algn="l"/>
              </a:tabLst>
              <a:defRPr>
                <a:solidFill>
                  <a:schemeClr val="bg1"/>
                </a:solidFill>
                <a:latin typeface="Arial" charset="0"/>
                <a:cs typeface="Arial" charset="0"/>
              </a:defRPr>
            </a:lvl1pPr>
            <a:lvl2pPr marL="742950" indent="-285750" eaLnBrk="0" hangingPunct="0">
              <a:tabLst>
                <a:tab pos="723900" algn="l"/>
                <a:tab pos="1447800" algn="l"/>
                <a:tab pos="2171700" algn="l"/>
                <a:tab pos="2895600" algn="l"/>
              </a:tabLst>
              <a:defRPr>
                <a:solidFill>
                  <a:schemeClr val="bg1"/>
                </a:solidFill>
                <a:latin typeface="Arial" charset="0"/>
                <a:cs typeface="Arial" charset="0"/>
              </a:defRPr>
            </a:lvl2pPr>
            <a:lvl3pPr marL="1143000" indent="-228600" eaLnBrk="0" hangingPunct="0">
              <a:tabLst>
                <a:tab pos="723900" algn="l"/>
                <a:tab pos="1447800" algn="l"/>
                <a:tab pos="2171700" algn="l"/>
                <a:tab pos="2895600" algn="l"/>
              </a:tabLst>
              <a:defRPr>
                <a:solidFill>
                  <a:schemeClr val="bg1"/>
                </a:solidFill>
                <a:latin typeface="Arial" charset="0"/>
                <a:cs typeface="Arial" charset="0"/>
              </a:defRPr>
            </a:lvl3pPr>
            <a:lvl4pPr marL="1600200" indent="-228600" eaLnBrk="0" hangingPunct="0">
              <a:tabLst>
                <a:tab pos="723900" algn="l"/>
                <a:tab pos="1447800" algn="l"/>
                <a:tab pos="2171700" algn="l"/>
                <a:tab pos="2895600" algn="l"/>
              </a:tabLst>
              <a:defRPr>
                <a:solidFill>
                  <a:schemeClr val="bg1"/>
                </a:solidFill>
                <a:latin typeface="Arial" charset="0"/>
                <a:cs typeface="Arial" charset="0"/>
              </a:defRPr>
            </a:lvl4pPr>
            <a:lvl5pPr marL="2057400" indent="-228600" eaLnBrk="0" hangingPunct="0">
              <a:tabLst>
                <a:tab pos="723900" algn="l"/>
                <a:tab pos="1447800" algn="l"/>
                <a:tab pos="2171700" algn="l"/>
                <a:tab pos="28956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9pPr>
          </a:lstStyle>
          <a:p>
            <a:pPr eaLnBrk="1" hangingPunct="1"/>
            <a:fld id="{81CEA068-23C3-4AB1-8EAC-AFF3E605E365}" type="slidenum">
              <a:rPr lang="en-GB" smtClean="0">
                <a:solidFill>
                  <a:srgbClr val="000000"/>
                </a:solidFill>
                <a:latin typeface="Times New Roman" pitchFamily="18" charset="0"/>
                <a:cs typeface="Arial Unicode MS" pitchFamily="34" charset="-128"/>
              </a:rPr>
              <a:pPr eaLnBrk="1" hangingPunct="1"/>
              <a:t>31</a:t>
            </a:fld>
            <a:endParaRPr lang="en-GB">
              <a:solidFill>
                <a:srgbClr val="000000"/>
              </a:solidFill>
              <a:latin typeface="Times New Roman" pitchFamily="18" charset="0"/>
              <a:cs typeface="Arial Unicode MS" pitchFamily="34" charset="-128"/>
            </a:endParaRPr>
          </a:p>
        </p:txBody>
      </p:sp>
      <p:sp>
        <p:nvSpPr>
          <p:cNvPr id="88067" name="Rectangle 1"/>
          <p:cNvSpPr>
            <a:spLocks noGrp="1" noRot="1" noChangeAspect="1" noChangeArrowheads="1" noTextEdit="1"/>
          </p:cNvSpPr>
          <p:nvPr>
            <p:ph type="sldImg"/>
          </p:nvPr>
        </p:nvSpPr>
        <p:spPr>
          <a:xfrm>
            <a:off x="381000" y="695325"/>
            <a:ext cx="6096000" cy="3429000"/>
          </a:xfrm>
          <a:ln/>
        </p:spPr>
      </p:sp>
      <p:sp>
        <p:nvSpPr>
          <p:cNvPr id="88068" name="Rectangle 2"/>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Tree>
    <p:extLst>
      <p:ext uri="{BB962C8B-B14F-4D97-AF65-F5344CB8AC3E}">
        <p14:creationId xmlns:p14="http://schemas.microsoft.com/office/powerpoint/2010/main" val="169845495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9090"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23900" algn="l"/>
                <a:tab pos="1447800" algn="l"/>
                <a:tab pos="2171700" algn="l"/>
                <a:tab pos="2895600" algn="l"/>
              </a:tabLst>
              <a:defRPr>
                <a:solidFill>
                  <a:schemeClr val="bg1"/>
                </a:solidFill>
                <a:latin typeface="Arial" charset="0"/>
                <a:cs typeface="Arial" charset="0"/>
              </a:defRPr>
            </a:lvl1pPr>
            <a:lvl2pPr marL="742950" indent="-285750" eaLnBrk="0" hangingPunct="0">
              <a:tabLst>
                <a:tab pos="723900" algn="l"/>
                <a:tab pos="1447800" algn="l"/>
                <a:tab pos="2171700" algn="l"/>
                <a:tab pos="2895600" algn="l"/>
              </a:tabLst>
              <a:defRPr>
                <a:solidFill>
                  <a:schemeClr val="bg1"/>
                </a:solidFill>
                <a:latin typeface="Arial" charset="0"/>
                <a:cs typeface="Arial" charset="0"/>
              </a:defRPr>
            </a:lvl2pPr>
            <a:lvl3pPr marL="1143000" indent="-228600" eaLnBrk="0" hangingPunct="0">
              <a:tabLst>
                <a:tab pos="723900" algn="l"/>
                <a:tab pos="1447800" algn="l"/>
                <a:tab pos="2171700" algn="l"/>
                <a:tab pos="2895600" algn="l"/>
              </a:tabLst>
              <a:defRPr>
                <a:solidFill>
                  <a:schemeClr val="bg1"/>
                </a:solidFill>
                <a:latin typeface="Arial" charset="0"/>
                <a:cs typeface="Arial" charset="0"/>
              </a:defRPr>
            </a:lvl3pPr>
            <a:lvl4pPr marL="1600200" indent="-228600" eaLnBrk="0" hangingPunct="0">
              <a:tabLst>
                <a:tab pos="723900" algn="l"/>
                <a:tab pos="1447800" algn="l"/>
                <a:tab pos="2171700" algn="l"/>
                <a:tab pos="2895600" algn="l"/>
              </a:tabLst>
              <a:defRPr>
                <a:solidFill>
                  <a:schemeClr val="bg1"/>
                </a:solidFill>
                <a:latin typeface="Arial" charset="0"/>
                <a:cs typeface="Arial" charset="0"/>
              </a:defRPr>
            </a:lvl4pPr>
            <a:lvl5pPr marL="2057400" indent="-228600" eaLnBrk="0" hangingPunct="0">
              <a:tabLst>
                <a:tab pos="723900" algn="l"/>
                <a:tab pos="1447800" algn="l"/>
                <a:tab pos="2171700" algn="l"/>
                <a:tab pos="28956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9pPr>
          </a:lstStyle>
          <a:p>
            <a:pPr eaLnBrk="1" hangingPunct="1"/>
            <a:fld id="{7226ED14-3870-42C4-8DEB-BAA69B847475}" type="slidenum">
              <a:rPr lang="en-GB" smtClean="0">
                <a:solidFill>
                  <a:srgbClr val="000000"/>
                </a:solidFill>
                <a:latin typeface="Times New Roman" pitchFamily="18" charset="0"/>
                <a:cs typeface="Arial Unicode MS" pitchFamily="34" charset="-128"/>
              </a:rPr>
              <a:pPr eaLnBrk="1" hangingPunct="1"/>
              <a:t>32</a:t>
            </a:fld>
            <a:endParaRPr lang="en-GB">
              <a:solidFill>
                <a:srgbClr val="000000"/>
              </a:solidFill>
              <a:latin typeface="Times New Roman" pitchFamily="18" charset="0"/>
              <a:cs typeface="Arial Unicode MS" pitchFamily="34" charset="-128"/>
            </a:endParaRPr>
          </a:p>
        </p:txBody>
      </p:sp>
      <p:sp>
        <p:nvSpPr>
          <p:cNvPr id="89091" name="Rectangle 1"/>
          <p:cNvSpPr>
            <a:spLocks noGrp="1" noRot="1" noChangeAspect="1" noChangeArrowheads="1" noTextEdit="1"/>
          </p:cNvSpPr>
          <p:nvPr>
            <p:ph type="sldImg"/>
          </p:nvPr>
        </p:nvSpPr>
        <p:spPr>
          <a:xfrm>
            <a:off x="381000" y="695325"/>
            <a:ext cx="6096000" cy="3429000"/>
          </a:xfrm>
          <a:ln/>
        </p:spPr>
      </p:sp>
      <p:sp>
        <p:nvSpPr>
          <p:cNvPr id="89092" name="Rectangle 2"/>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Tree>
    <p:extLst>
      <p:ext uri="{BB962C8B-B14F-4D97-AF65-F5344CB8AC3E}">
        <p14:creationId xmlns:p14="http://schemas.microsoft.com/office/powerpoint/2010/main" val="380022589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0114"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23900" algn="l"/>
                <a:tab pos="1447800" algn="l"/>
                <a:tab pos="2171700" algn="l"/>
                <a:tab pos="2895600" algn="l"/>
              </a:tabLst>
              <a:defRPr>
                <a:solidFill>
                  <a:schemeClr val="bg1"/>
                </a:solidFill>
                <a:latin typeface="Arial" charset="0"/>
                <a:cs typeface="Arial" charset="0"/>
              </a:defRPr>
            </a:lvl1pPr>
            <a:lvl2pPr marL="742950" indent="-285750" eaLnBrk="0" hangingPunct="0">
              <a:tabLst>
                <a:tab pos="723900" algn="l"/>
                <a:tab pos="1447800" algn="l"/>
                <a:tab pos="2171700" algn="l"/>
                <a:tab pos="2895600" algn="l"/>
              </a:tabLst>
              <a:defRPr>
                <a:solidFill>
                  <a:schemeClr val="bg1"/>
                </a:solidFill>
                <a:latin typeface="Arial" charset="0"/>
                <a:cs typeface="Arial" charset="0"/>
              </a:defRPr>
            </a:lvl2pPr>
            <a:lvl3pPr marL="1143000" indent="-228600" eaLnBrk="0" hangingPunct="0">
              <a:tabLst>
                <a:tab pos="723900" algn="l"/>
                <a:tab pos="1447800" algn="l"/>
                <a:tab pos="2171700" algn="l"/>
                <a:tab pos="2895600" algn="l"/>
              </a:tabLst>
              <a:defRPr>
                <a:solidFill>
                  <a:schemeClr val="bg1"/>
                </a:solidFill>
                <a:latin typeface="Arial" charset="0"/>
                <a:cs typeface="Arial" charset="0"/>
              </a:defRPr>
            </a:lvl3pPr>
            <a:lvl4pPr marL="1600200" indent="-228600" eaLnBrk="0" hangingPunct="0">
              <a:tabLst>
                <a:tab pos="723900" algn="l"/>
                <a:tab pos="1447800" algn="l"/>
                <a:tab pos="2171700" algn="l"/>
                <a:tab pos="2895600" algn="l"/>
              </a:tabLst>
              <a:defRPr>
                <a:solidFill>
                  <a:schemeClr val="bg1"/>
                </a:solidFill>
                <a:latin typeface="Arial" charset="0"/>
                <a:cs typeface="Arial" charset="0"/>
              </a:defRPr>
            </a:lvl4pPr>
            <a:lvl5pPr marL="2057400" indent="-228600" eaLnBrk="0" hangingPunct="0">
              <a:tabLst>
                <a:tab pos="723900" algn="l"/>
                <a:tab pos="1447800" algn="l"/>
                <a:tab pos="2171700" algn="l"/>
                <a:tab pos="28956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9pPr>
          </a:lstStyle>
          <a:p>
            <a:pPr eaLnBrk="1" hangingPunct="1"/>
            <a:fld id="{D79A5CD5-C094-4F3A-9C69-6ADD513D452C}" type="slidenum">
              <a:rPr lang="en-GB" smtClean="0">
                <a:solidFill>
                  <a:srgbClr val="000000"/>
                </a:solidFill>
                <a:latin typeface="Times New Roman" pitchFamily="18" charset="0"/>
                <a:cs typeface="Arial Unicode MS" pitchFamily="34" charset="-128"/>
              </a:rPr>
              <a:pPr eaLnBrk="1" hangingPunct="1"/>
              <a:t>33</a:t>
            </a:fld>
            <a:endParaRPr lang="en-GB">
              <a:solidFill>
                <a:srgbClr val="000000"/>
              </a:solidFill>
              <a:latin typeface="Times New Roman" pitchFamily="18" charset="0"/>
              <a:cs typeface="Arial Unicode MS" pitchFamily="34" charset="-128"/>
            </a:endParaRPr>
          </a:p>
        </p:txBody>
      </p:sp>
      <p:sp>
        <p:nvSpPr>
          <p:cNvPr id="90115" name="Rectangle 1"/>
          <p:cNvSpPr>
            <a:spLocks noGrp="1" noRot="1" noChangeAspect="1" noChangeArrowheads="1" noTextEdit="1"/>
          </p:cNvSpPr>
          <p:nvPr>
            <p:ph type="sldImg"/>
          </p:nvPr>
        </p:nvSpPr>
        <p:spPr>
          <a:xfrm>
            <a:off x="381000" y="695325"/>
            <a:ext cx="6096000" cy="3429000"/>
          </a:xfrm>
          <a:ln/>
        </p:spPr>
      </p:sp>
      <p:sp>
        <p:nvSpPr>
          <p:cNvPr id="90116" name="Rectangle 2"/>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Tree>
    <p:extLst>
      <p:ext uri="{BB962C8B-B14F-4D97-AF65-F5344CB8AC3E}">
        <p14:creationId xmlns:p14="http://schemas.microsoft.com/office/powerpoint/2010/main" val="34452516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4210"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23900" algn="l"/>
                <a:tab pos="1447800" algn="l"/>
                <a:tab pos="2171700" algn="l"/>
                <a:tab pos="2895600" algn="l"/>
              </a:tabLst>
              <a:defRPr>
                <a:solidFill>
                  <a:schemeClr val="bg1"/>
                </a:solidFill>
                <a:latin typeface="Arial" charset="0"/>
                <a:cs typeface="Arial" charset="0"/>
              </a:defRPr>
            </a:lvl1pPr>
            <a:lvl2pPr marL="742950" indent="-285750" eaLnBrk="0" hangingPunct="0">
              <a:tabLst>
                <a:tab pos="723900" algn="l"/>
                <a:tab pos="1447800" algn="l"/>
                <a:tab pos="2171700" algn="l"/>
                <a:tab pos="2895600" algn="l"/>
              </a:tabLst>
              <a:defRPr>
                <a:solidFill>
                  <a:schemeClr val="bg1"/>
                </a:solidFill>
                <a:latin typeface="Arial" charset="0"/>
                <a:cs typeface="Arial" charset="0"/>
              </a:defRPr>
            </a:lvl2pPr>
            <a:lvl3pPr marL="1143000" indent="-228600" eaLnBrk="0" hangingPunct="0">
              <a:tabLst>
                <a:tab pos="723900" algn="l"/>
                <a:tab pos="1447800" algn="l"/>
                <a:tab pos="2171700" algn="l"/>
                <a:tab pos="2895600" algn="l"/>
              </a:tabLst>
              <a:defRPr>
                <a:solidFill>
                  <a:schemeClr val="bg1"/>
                </a:solidFill>
                <a:latin typeface="Arial" charset="0"/>
                <a:cs typeface="Arial" charset="0"/>
              </a:defRPr>
            </a:lvl3pPr>
            <a:lvl4pPr marL="1600200" indent="-228600" eaLnBrk="0" hangingPunct="0">
              <a:tabLst>
                <a:tab pos="723900" algn="l"/>
                <a:tab pos="1447800" algn="l"/>
                <a:tab pos="2171700" algn="l"/>
                <a:tab pos="2895600" algn="l"/>
              </a:tabLst>
              <a:defRPr>
                <a:solidFill>
                  <a:schemeClr val="bg1"/>
                </a:solidFill>
                <a:latin typeface="Arial" charset="0"/>
                <a:cs typeface="Arial" charset="0"/>
              </a:defRPr>
            </a:lvl4pPr>
            <a:lvl5pPr marL="2057400" indent="-228600" eaLnBrk="0" hangingPunct="0">
              <a:tabLst>
                <a:tab pos="723900" algn="l"/>
                <a:tab pos="1447800" algn="l"/>
                <a:tab pos="2171700" algn="l"/>
                <a:tab pos="28956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9pPr>
          </a:lstStyle>
          <a:p>
            <a:pPr eaLnBrk="1" hangingPunct="1"/>
            <a:fld id="{BB0F2F17-81FB-4CA1-8EB0-58AFAA24FAF8}" type="slidenum">
              <a:rPr lang="en-GB" smtClean="0">
                <a:solidFill>
                  <a:srgbClr val="000000"/>
                </a:solidFill>
                <a:latin typeface="Times New Roman" pitchFamily="18" charset="0"/>
                <a:cs typeface="Arial Unicode MS" pitchFamily="34" charset="-128"/>
              </a:rPr>
              <a:pPr eaLnBrk="1" hangingPunct="1"/>
              <a:t>34</a:t>
            </a:fld>
            <a:endParaRPr lang="en-GB">
              <a:solidFill>
                <a:srgbClr val="000000"/>
              </a:solidFill>
              <a:latin typeface="Times New Roman" pitchFamily="18" charset="0"/>
              <a:cs typeface="Arial Unicode MS" pitchFamily="34" charset="-128"/>
            </a:endParaRPr>
          </a:p>
        </p:txBody>
      </p:sp>
      <p:sp>
        <p:nvSpPr>
          <p:cNvPr id="94211" name="Rectangle 1"/>
          <p:cNvSpPr>
            <a:spLocks noGrp="1" noRot="1" noChangeAspect="1" noChangeArrowheads="1" noTextEdit="1"/>
          </p:cNvSpPr>
          <p:nvPr>
            <p:ph type="sldImg"/>
          </p:nvPr>
        </p:nvSpPr>
        <p:spPr>
          <a:xfrm>
            <a:off x="381000" y="695325"/>
            <a:ext cx="6096000" cy="3429000"/>
          </a:xfrm>
          <a:ln/>
        </p:spPr>
      </p:sp>
      <p:sp>
        <p:nvSpPr>
          <p:cNvPr id="94212" name="Rectangle 2"/>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Tree>
    <p:extLst>
      <p:ext uri="{BB962C8B-B14F-4D97-AF65-F5344CB8AC3E}">
        <p14:creationId xmlns:p14="http://schemas.microsoft.com/office/powerpoint/2010/main" val="40255624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5234" name="Rectangle 7"/>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723900" algn="l"/>
                <a:tab pos="1447800" algn="l"/>
                <a:tab pos="2171700" algn="l"/>
                <a:tab pos="2895600" algn="l"/>
              </a:tabLst>
              <a:defRPr>
                <a:solidFill>
                  <a:schemeClr val="bg1"/>
                </a:solidFill>
                <a:latin typeface="Arial" charset="0"/>
                <a:cs typeface="Arial" charset="0"/>
              </a:defRPr>
            </a:lvl1pPr>
            <a:lvl2pPr marL="742950" indent="-285750" eaLnBrk="0" hangingPunct="0">
              <a:tabLst>
                <a:tab pos="723900" algn="l"/>
                <a:tab pos="1447800" algn="l"/>
                <a:tab pos="2171700" algn="l"/>
                <a:tab pos="2895600" algn="l"/>
              </a:tabLst>
              <a:defRPr>
                <a:solidFill>
                  <a:schemeClr val="bg1"/>
                </a:solidFill>
                <a:latin typeface="Arial" charset="0"/>
                <a:cs typeface="Arial" charset="0"/>
              </a:defRPr>
            </a:lvl2pPr>
            <a:lvl3pPr marL="1143000" indent="-228600" eaLnBrk="0" hangingPunct="0">
              <a:tabLst>
                <a:tab pos="723900" algn="l"/>
                <a:tab pos="1447800" algn="l"/>
                <a:tab pos="2171700" algn="l"/>
                <a:tab pos="2895600" algn="l"/>
              </a:tabLst>
              <a:defRPr>
                <a:solidFill>
                  <a:schemeClr val="bg1"/>
                </a:solidFill>
                <a:latin typeface="Arial" charset="0"/>
                <a:cs typeface="Arial" charset="0"/>
              </a:defRPr>
            </a:lvl3pPr>
            <a:lvl4pPr marL="1600200" indent="-228600" eaLnBrk="0" hangingPunct="0">
              <a:tabLst>
                <a:tab pos="723900" algn="l"/>
                <a:tab pos="1447800" algn="l"/>
                <a:tab pos="2171700" algn="l"/>
                <a:tab pos="2895600" algn="l"/>
              </a:tabLst>
              <a:defRPr>
                <a:solidFill>
                  <a:schemeClr val="bg1"/>
                </a:solidFill>
                <a:latin typeface="Arial" charset="0"/>
                <a:cs typeface="Arial" charset="0"/>
              </a:defRPr>
            </a:lvl4pPr>
            <a:lvl5pPr marL="2057400" indent="-228600" eaLnBrk="0" hangingPunct="0">
              <a:tabLst>
                <a:tab pos="723900" algn="l"/>
                <a:tab pos="1447800" algn="l"/>
                <a:tab pos="2171700" algn="l"/>
                <a:tab pos="28956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723900" algn="l"/>
                <a:tab pos="1447800" algn="l"/>
                <a:tab pos="2171700" algn="l"/>
                <a:tab pos="2895600" algn="l"/>
              </a:tabLst>
              <a:defRPr>
                <a:solidFill>
                  <a:schemeClr val="bg1"/>
                </a:solidFill>
                <a:latin typeface="Arial" charset="0"/>
                <a:cs typeface="Arial" charset="0"/>
              </a:defRPr>
            </a:lvl9pPr>
          </a:lstStyle>
          <a:p>
            <a:pPr eaLnBrk="1" hangingPunct="1"/>
            <a:fld id="{8DC114C0-87D0-4750-B088-F33A8CB0635F}" type="slidenum">
              <a:rPr lang="en-GB" smtClean="0">
                <a:solidFill>
                  <a:srgbClr val="000000"/>
                </a:solidFill>
                <a:latin typeface="Times New Roman" pitchFamily="18" charset="0"/>
                <a:cs typeface="Arial Unicode MS" pitchFamily="34" charset="-128"/>
              </a:rPr>
              <a:pPr eaLnBrk="1" hangingPunct="1"/>
              <a:t>35</a:t>
            </a:fld>
            <a:endParaRPr lang="en-GB">
              <a:solidFill>
                <a:srgbClr val="000000"/>
              </a:solidFill>
              <a:latin typeface="Times New Roman" pitchFamily="18" charset="0"/>
              <a:cs typeface="Arial Unicode MS" pitchFamily="34" charset="-128"/>
            </a:endParaRPr>
          </a:p>
        </p:txBody>
      </p:sp>
      <p:sp>
        <p:nvSpPr>
          <p:cNvPr id="95235" name="Rectangle 2"/>
          <p:cNvSpPr>
            <a:spLocks noGrp="1" noRot="1" noChangeAspect="1" noChangeArrowheads="1" noTextEdit="1"/>
          </p:cNvSpPr>
          <p:nvPr>
            <p:ph type="sldImg"/>
          </p:nvPr>
        </p:nvSpPr>
        <p:spPr>
          <a:xfrm>
            <a:off x="381000" y="695325"/>
            <a:ext cx="6096000" cy="3429000"/>
          </a:xfrm>
          <a:ln/>
        </p:spPr>
      </p:sp>
      <p:sp>
        <p:nvSpPr>
          <p:cNvPr id="95236" name="Rectangle 3"/>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Tree>
    <p:extLst>
      <p:ext uri="{BB962C8B-B14F-4D97-AF65-F5344CB8AC3E}">
        <p14:creationId xmlns:p14="http://schemas.microsoft.com/office/powerpoint/2010/main" val="24005017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371602"/>
            <a:ext cx="104648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914400" y="3505200"/>
            <a:ext cx="85344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4832EEC-036A-46D8-9C89-E09D869E51B2}" type="datetimeFigureOut">
              <a:rPr lang="en-US" smtClean="0"/>
              <a:t>10/13/2025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313FA8-CC76-4BAF-8F9E-A8AFEFE45F66}" type="slidenum">
              <a:rPr lang="en-US" smtClean="0"/>
              <a:t>‹#›</a:t>
            </a:fld>
            <a:endParaRPr lang="en-US"/>
          </a:p>
        </p:txBody>
      </p:sp>
      <p:cxnSp>
        <p:nvCxnSpPr>
          <p:cNvPr id="8" name="Straight Connector 7"/>
          <p:cNvCxnSpPr/>
          <p:nvPr/>
        </p:nvCxnSpPr>
        <p:spPr>
          <a:xfrm>
            <a:off x="914400" y="3398520"/>
            <a:ext cx="104648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4832EEC-036A-46D8-9C89-E09D869E51B2}" type="datetimeFigureOut">
              <a:rPr lang="en-US" smtClean="0"/>
              <a:t>10/13/2025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313FA8-CC76-4BAF-8F9E-A8AFEFE45F66}"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63084" y="2362201"/>
            <a:ext cx="103632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963084" y="4626866"/>
            <a:ext cx="103632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4832EEC-036A-46D8-9C89-E09D869E51B2}" type="datetimeFigureOut">
              <a:rPr lang="en-US" smtClean="0"/>
              <a:t>10/13/2025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313FA8-CC76-4BAF-8F9E-A8AFEFE45F66}" type="slidenum">
              <a:rPr lang="en-US" smtClean="0"/>
              <a:t>‹#›</a:t>
            </a:fld>
            <a:endParaRPr lang="en-US"/>
          </a:p>
        </p:txBody>
      </p:sp>
      <p:cxnSp>
        <p:nvCxnSpPr>
          <p:cNvPr id="7" name="Straight Connector 6"/>
          <p:cNvCxnSpPr/>
          <p:nvPr/>
        </p:nvCxnSpPr>
        <p:spPr>
          <a:xfrm>
            <a:off x="975360" y="4599432"/>
            <a:ext cx="104648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73352"/>
            <a:ext cx="53848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673352"/>
            <a:ext cx="53848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4832EEC-036A-46D8-9C89-E09D869E51B2}" type="datetimeFigureOut">
              <a:rPr lang="en-US" smtClean="0"/>
              <a:t>10/13/2025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E313FA8-CC76-4BAF-8F9E-A8AFEFE45F66}"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600" y="1676401"/>
            <a:ext cx="524256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438400"/>
            <a:ext cx="524256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39840" y="1676401"/>
            <a:ext cx="524256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39840" y="2438400"/>
            <a:ext cx="524256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4832EEC-036A-46D8-9C89-E09D869E51B2}" type="datetimeFigureOut">
              <a:rPr lang="en-US" smtClean="0"/>
              <a:t>10/13/2025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E313FA8-CC76-4BAF-8F9E-A8AFEFE45F66}" type="slidenum">
              <a:rPr lang="en-US" smtClean="0"/>
              <a:t>‹#›</a:t>
            </a:fld>
            <a:endParaRPr lang="en-US"/>
          </a:p>
        </p:txBody>
      </p:sp>
      <p:cxnSp>
        <p:nvCxnSpPr>
          <p:cNvPr id="11" name="Straight Connector 10"/>
          <p:cNvCxnSpPr/>
          <p:nvPr/>
        </p:nvCxnSpPr>
        <p:spPr>
          <a:xfrm rot="5400000">
            <a:off x="3741950" y="4045691"/>
            <a:ext cx="4709160" cy="106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4832EEC-036A-46D8-9C89-E09D869E51B2}" type="datetimeFigureOut">
              <a:rPr lang="en-US" smtClean="0"/>
              <a:t>10/13/2025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E313FA8-CC76-4BAF-8F9E-A8AFEFE45F66}"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4832EEC-036A-46D8-9C89-E09D869E51B2}" type="datetimeFigureOut">
              <a:rPr lang="en-US" smtClean="0"/>
              <a:t>10/13/2025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E313FA8-CC76-4BAF-8F9E-A8AFEFE45F66}"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792080"/>
            <a:ext cx="2852928"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3962400" y="792080"/>
            <a:ext cx="7620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602" y="2130554"/>
            <a:ext cx="2852928"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4832EEC-036A-46D8-9C89-E09D869E51B2}" type="datetimeFigureOut">
              <a:rPr lang="en-US" smtClean="0"/>
              <a:t>10/13/2025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E313FA8-CC76-4BAF-8F9E-A8AFEFE45F66}" type="slidenum">
              <a:rPr lang="en-US" smtClean="0"/>
              <a:t>‹#›</a:t>
            </a:fld>
            <a:endParaRPr lang="en-US"/>
          </a:p>
        </p:txBody>
      </p:sp>
      <p:cxnSp>
        <p:nvCxnSpPr>
          <p:cNvPr id="9" name="Straight Connector 8"/>
          <p:cNvCxnSpPr/>
          <p:nvPr/>
        </p:nvCxnSpPr>
        <p:spPr>
          <a:xfrm rot="5400000">
            <a:off x="912152" y="3579943"/>
            <a:ext cx="5577840" cy="2117"/>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792480"/>
            <a:ext cx="2856907"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3811480" y="838201"/>
            <a:ext cx="7872521"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09600" y="2133600"/>
            <a:ext cx="2852928"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4832EEC-036A-46D8-9C89-E09D869E51B2}" type="datetimeFigureOut">
              <a:rPr lang="en-US" smtClean="0"/>
              <a:t>10/13/2025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E313FA8-CC76-4BAF-8F9E-A8AFEFE45F66}"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4832EEC-036A-46D8-9C89-E09D869E51B2}" type="datetimeFigureOut">
              <a:rPr lang="en-US" smtClean="0"/>
              <a:t>10/13/2025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313FA8-CC76-4BAF-8F9E-A8AFEFE45F66}"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609601"/>
            <a:ext cx="27432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609600" y="609601"/>
            <a:ext cx="80264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4832EEC-036A-46D8-9C89-E09D869E51B2}" type="datetimeFigureOut">
              <a:rPr lang="en-US" smtClean="0"/>
              <a:t>10/13/2025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313FA8-CC76-4BAF-8F9E-A8AFEFE45F66}"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914400" y="3124201"/>
            <a:ext cx="10361084" cy="838200"/>
          </a:xfrm>
        </p:spPr>
        <p:txBody>
          <a:bodyPr/>
          <a:lstStyle/>
          <a:p>
            <a:r>
              <a:rPr lang="en-US"/>
              <a:t>Click to edit Master title style</a:t>
            </a:r>
          </a:p>
        </p:txBody>
      </p:sp>
      <p:sp>
        <p:nvSpPr>
          <p:cNvPr id="3" name="Rectangle 2"/>
          <p:cNvSpPr>
            <a:spLocks noGrp="1" noChangeArrowheads="1"/>
          </p:cNvSpPr>
          <p:nvPr>
            <p:ph type="dt" idx="10"/>
          </p:nvPr>
        </p:nvSpPr>
        <p:spPr>
          <a:ln/>
        </p:spPr>
        <p:txBody>
          <a:bodyPr/>
          <a:lstStyle>
            <a:lvl1pPr>
              <a:defRPr/>
            </a:lvl1pPr>
          </a:lstStyle>
          <a:p>
            <a:pPr>
              <a:defRPr/>
            </a:pPr>
            <a:endParaRPr lang="en-GB"/>
          </a:p>
        </p:txBody>
      </p:sp>
      <p:sp>
        <p:nvSpPr>
          <p:cNvPr id="4" name="Rectangle 3"/>
          <p:cNvSpPr>
            <a:spLocks noGrp="1" noChangeArrowheads="1"/>
          </p:cNvSpPr>
          <p:nvPr>
            <p:ph type="ftr" idx="11"/>
          </p:nvPr>
        </p:nvSpPr>
        <p:spPr>
          <a:ln/>
        </p:spPr>
        <p:txBody>
          <a:bodyPr/>
          <a:lstStyle>
            <a:lvl1pPr>
              <a:defRPr/>
            </a:lvl1pPr>
          </a:lstStyle>
          <a:p>
            <a:pPr>
              <a:defRPr/>
            </a:pPr>
            <a:r>
              <a:rPr lang="en-US"/>
              <a:t>Ethics in Information Technology, Fourth Edition</a:t>
            </a:r>
            <a:endParaRPr lang="en-GB"/>
          </a:p>
        </p:txBody>
      </p:sp>
      <p:sp>
        <p:nvSpPr>
          <p:cNvPr id="5" name="Rectangle 4"/>
          <p:cNvSpPr>
            <a:spLocks noGrp="1" noChangeArrowheads="1"/>
          </p:cNvSpPr>
          <p:nvPr>
            <p:ph type="sldNum" idx="12"/>
          </p:nvPr>
        </p:nvSpPr>
        <p:spPr>
          <a:ln/>
        </p:spPr>
        <p:txBody>
          <a:bodyPr/>
          <a:lstStyle>
            <a:lvl1pPr>
              <a:defRPr/>
            </a:lvl1pPr>
          </a:lstStyle>
          <a:p>
            <a:pPr>
              <a:defRPr/>
            </a:pPr>
            <a:fld id="{269C0062-3342-44F4-9B27-CB82EB485968}" type="slidenum">
              <a:rPr lang="en-GB"/>
              <a:pPr>
                <a:defRPr/>
              </a:pPr>
              <a:t>‹#›</a:t>
            </a:fld>
            <a:endParaRPr lang="en-GB" dirty="0"/>
          </a:p>
        </p:txBody>
      </p:sp>
    </p:spTree>
    <p:extLst>
      <p:ext uri="{BB962C8B-B14F-4D97-AF65-F5344CB8AC3E}">
        <p14:creationId xmlns:p14="http://schemas.microsoft.com/office/powerpoint/2010/main" val="25945490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12192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609600" y="533401"/>
            <a:ext cx="10972800"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09600" y="1600200"/>
            <a:ext cx="10972800" cy="4876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12192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609600" y="18288"/>
            <a:ext cx="3860800" cy="329184"/>
          </a:xfrm>
          <a:prstGeom prst="rect">
            <a:avLst/>
          </a:prstGeom>
        </p:spPr>
        <p:txBody>
          <a:bodyPr vert="horz" lIns="91440" tIns="45720" rIns="91440" bIns="45720" rtlCol="0" anchor="ctr"/>
          <a:lstStyle>
            <a:lvl1pPr algn="l">
              <a:defRPr sz="1200">
                <a:solidFill>
                  <a:srgbClr val="FFFFFF"/>
                </a:solidFill>
              </a:defRPr>
            </a:lvl1pPr>
          </a:lstStyle>
          <a:p>
            <a:fld id="{D4832EEC-036A-46D8-9C89-E09D869E51B2}" type="datetimeFigureOut">
              <a:rPr lang="en-US" smtClean="0"/>
              <a:t>10/13/2025</a:t>
            </a:fld>
            <a:endParaRPr lang="en-US"/>
          </a:p>
        </p:txBody>
      </p:sp>
      <p:sp>
        <p:nvSpPr>
          <p:cNvPr id="5" name="Footer Placeholder 4"/>
          <p:cNvSpPr>
            <a:spLocks noGrp="1"/>
          </p:cNvSpPr>
          <p:nvPr>
            <p:ph type="ftr" sz="quarter" idx="3"/>
          </p:nvPr>
        </p:nvSpPr>
        <p:spPr>
          <a:xfrm>
            <a:off x="4572000" y="18288"/>
            <a:ext cx="5486400" cy="329184"/>
          </a:xfrm>
          <a:prstGeom prst="rect">
            <a:avLst/>
          </a:prstGeom>
        </p:spPr>
        <p:txBody>
          <a:bodyPr vert="horz" lIns="91440" tIns="45720" rIns="91440" bIns="45720" rtlCol="0" anchor="ctr"/>
          <a:lstStyle>
            <a:lvl1pPr algn="ctr">
              <a:defRPr sz="1200">
                <a:solidFill>
                  <a:srgbClr val="FFFFFF"/>
                </a:solidFill>
              </a:defRPr>
            </a:lvl1pPr>
          </a:lstStyle>
          <a:p>
            <a:endParaRPr lang="en-US"/>
          </a:p>
        </p:txBody>
      </p:sp>
      <p:sp>
        <p:nvSpPr>
          <p:cNvPr id="6" name="Slide Number Placeholder 5"/>
          <p:cNvSpPr>
            <a:spLocks noGrp="1"/>
          </p:cNvSpPr>
          <p:nvPr>
            <p:ph type="sldNum" sz="quarter" idx="4"/>
          </p:nvPr>
        </p:nvSpPr>
        <p:spPr>
          <a:xfrm>
            <a:off x="10160000" y="18288"/>
            <a:ext cx="1422400" cy="329184"/>
          </a:xfrm>
          <a:prstGeom prst="rect">
            <a:avLst/>
          </a:prstGeom>
        </p:spPr>
        <p:txBody>
          <a:bodyPr vert="horz" lIns="91440" tIns="45720" rIns="91440" bIns="45720" rtlCol="0" anchor="ctr"/>
          <a:lstStyle>
            <a:lvl1pPr algn="l">
              <a:defRPr sz="1400" b="1">
                <a:solidFill>
                  <a:srgbClr val="FFFFFF"/>
                </a:solidFill>
              </a:defRPr>
            </a:lvl1pPr>
          </a:lstStyle>
          <a:p>
            <a:fld id="{EE313FA8-CC76-4BAF-8F9E-A8AFEFE45F66}"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1"/>
          <p:cNvSpPr>
            <a:spLocks noGrp="1" noChangeArrowheads="1"/>
          </p:cNvSpPr>
          <p:nvPr>
            <p:ph type="title"/>
          </p:nvPr>
        </p:nvSpPr>
        <p:spPr>
          <a:xfrm>
            <a:off x="2133601" y="1583206"/>
            <a:ext cx="8001001" cy="1938992"/>
          </a:xfrm>
        </p:spPr>
        <p:txBody>
          <a:bodyPr>
            <a:spAutoFit/>
          </a:bodyPr>
          <a:lstStyle/>
          <a:p>
            <a:pPr marL="0" indent="0">
              <a:lnSpc>
                <a:spcPct val="100000"/>
              </a:lnSpc>
              <a:spcBef>
                <a:spcPts val="10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i="1" dirty="0"/>
              <a:t>Ethics for IT Workers and IT Users</a:t>
            </a:r>
            <a:br>
              <a:rPr lang="en-GB" i="1" dirty="0"/>
            </a:br>
            <a:r>
              <a:rPr lang="en-GB" i="1" dirty="0"/>
              <a:t>Chapter 2</a:t>
            </a:r>
            <a:br>
              <a:rPr lang="en-GB" i="1" dirty="0"/>
            </a:br>
            <a:endParaRPr lang="en-GB" dirty="0"/>
          </a:p>
        </p:txBody>
      </p:sp>
      <p:sp>
        <p:nvSpPr>
          <p:cNvPr id="7" name="Slide Number Placeholder 6"/>
          <p:cNvSpPr>
            <a:spLocks noGrp="1"/>
          </p:cNvSpPr>
          <p:nvPr>
            <p:ph type="sldNum" idx="12"/>
          </p:nvPr>
        </p:nvSpPr>
        <p:spPr/>
        <p:txBody>
          <a:bodyPr/>
          <a:lstStyle/>
          <a:p>
            <a:pPr>
              <a:defRPr/>
            </a:pPr>
            <a:fld id="{BE46D813-C37E-4198-BC09-F2FF2D6B212F}" type="slidenum">
              <a:rPr lang="en-GB" smtClean="0"/>
              <a:pPr>
                <a:defRPr/>
              </a:pPr>
              <a:t>1</a:t>
            </a:fld>
            <a:endParaRPr lang="en-GB" dirty="0"/>
          </a:p>
        </p:txBody>
      </p:sp>
      <p:sp>
        <p:nvSpPr>
          <p:cNvPr id="14339" name="Rectangle 2"/>
          <p:cNvSpPr>
            <a:spLocks noGrp="1" noChangeArrowheads="1"/>
          </p:cNvSpPr>
          <p:nvPr>
            <p:ph type="subTitle" idx="4294967295"/>
          </p:nvPr>
        </p:nvSpPr>
        <p:spPr>
          <a:xfrm>
            <a:off x="2039818" y="5298832"/>
            <a:ext cx="8077200" cy="607162"/>
          </a:xfrm>
        </p:spPr>
        <p:txBody>
          <a:bodyPr vert="horz" lIns="90000" tIns="46800" rIns="90000" bIns="46800" rtlCol="0">
            <a:spAutoFit/>
          </a:bodyPr>
          <a:lstStyle/>
          <a:p>
            <a:pPr marL="0" indent="0" algn="ctr">
              <a:lnSpc>
                <a:spcPct val="100000"/>
              </a:lnSpc>
              <a:spcBef>
                <a:spcPts val="1075"/>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3200" i="1" dirty="0"/>
              <a:t>Book :</a:t>
            </a:r>
            <a:r>
              <a:rPr lang="en-GB" sz="3200" b="1" i="1" dirty="0"/>
              <a:t> </a:t>
            </a:r>
            <a:r>
              <a:rPr lang="en-GB" sz="3200" dirty="0"/>
              <a:t>Ethics in Information Technology </a:t>
            </a:r>
            <a:endParaRPr lang="en-GB" sz="3200" i="1" dirty="0"/>
          </a:p>
        </p:txBody>
      </p:sp>
    </p:spTree>
    <p:extLst>
      <p:ext uri="{BB962C8B-B14F-4D97-AF65-F5344CB8AC3E}">
        <p14:creationId xmlns:p14="http://schemas.microsoft.com/office/powerpoint/2010/main" val="1204338778"/>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Contents</a:t>
            </a:r>
          </a:p>
        </p:txBody>
      </p:sp>
      <p:sp>
        <p:nvSpPr>
          <p:cNvPr id="3" name="Content Placeholder 2"/>
          <p:cNvSpPr>
            <a:spLocks noGrp="1"/>
          </p:cNvSpPr>
          <p:nvPr>
            <p:ph idx="1"/>
          </p:nvPr>
        </p:nvSpPr>
        <p:spPr/>
        <p:txBody>
          <a:bodyPr/>
          <a:lstStyle/>
          <a:p>
            <a:pPr fontAlgn="t"/>
            <a:r>
              <a:rPr lang="en-US" b="1" dirty="0"/>
              <a:t>Ethics for IT Workers and IT Users</a:t>
            </a:r>
            <a:endParaRPr lang="en-US" dirty="0"/>
          </a:p>
          <a:p>
            <a:pPr fontAlgn="t"/>
            <a:r>
              <a:rPr lang="en-US" b="1" dirty="0"/>
              <a:t>Professional Codes of Ethics</a:t>
            </a:r>
            <a:endParaRPr lang="en-US" dirty="0"/>
          </a:p>
          <a:p>
            <a:pPr fontAlgn="t"/>
            <a:r>
              <a:rPr lang="en-US" b="1" dirty="0"/>
              <a:t>Professional Organizations</a:t>
            </a:r>
            <a:endParaRPr lang="en-US" dirty="0"/>
          </a:p>
          <a:p>
            <a:pPr fontAlgn="t"/>
            <a:r>
              <a:rPr lang="en-US" b="1" dirty="0"/>
              <a:t>Certification</a:t>
            </a:r>
            <a:endParaRPr lang="en-US" dirty="0"/>
          </a:p>
          <a:p>
            <a:pPr fontAlgn="t"/>
            <a:r>
              <a:rPr lang="en-US" b="1" dirty="0"/>
              <a:t>Government Licensing </a:t>
            </a:r>
            <a:endParaRPr lang="en-US" dirty="0"/>
          </a:p>
          <a:p>
            <a:pPr fontAlgn="t"/>
            <a:r>
              <a:rPr lang="en-US" b="1" dirty="0"/>
              <a:t>IT professional Mal Practice</a:t>
            </a:r>
            <a:endParaRPr lang="en-US" dirty="0"/>
          </a:p>
          <a:p>
            <a:pPr fontAlgn="t"/>
            <a:r>
              <a:rPr lang="en-US" b="1" dirty="0"/>
              <a:t>Common Ethical Issus for IT users</a:t>
            </a:r>
            <a:endParaRPr lang="en-US" dirty="0"/>
          </a:p>
          <a:p>
            <a:pPr marL="0">
              <a:spcBef>
                <a:spcPts val="0"/>
              </a:spcBef>
            </a:pPr>
            <a:endParaRPr lang="en-US" dirty="0"/>
          </a:p>
        </p:txBody>
      </p:sp>
    </p:spTree>
    <p:extLst>
      <p:ext uri="{BB962C8B-B14F-4D97-AF65-F5344CB8AC3E}">
        <p14:creationId xmlns:p14="http://schemas.microsoft.com/office/powerpoint/2010/main" val="37751560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
          <p:cNvSpPr>
            <a:spLocks noGrp="1" noChangeArrowheads="1"/>
          </p:cNvSpPr>
          <p:nvPr>
            <p:ph type="title"/>
          </p:nvPr>
        </p:nvSpPr>
        <p:spPr/>
        <p:txBody>
          <a:bodyPr/>
          <a:lstStyle/>
          <a:p>
            <a:r>
              <a:rPr lang="en-GB"/>
              <a:t>Are IT Workers Professionals?</a:t>
            </a:r>
          </a:p>
        </p:txBody>
      </p:sp>
      <p:sp>
        <p:nvSpPr>
          <p:cNvPr id="18435" name="Rectangle 2"/>
          <p:cNvSpPr>
            <a:spLocks noGrp="1" noChangeArrowheads="1"/>
          </p:cNvSpPr>
          <p:nvPr>
            <p:ph idx="1"/>
          </p:nvPr>
        </p:nvSpPr>
        <p:spPr/>
        <p:txBody>
          <a:bodyPr/>
          <a:lstStyle/>
          <a:p>
            <a:r>
              <a:rPr lang="en-GB" dirty="0"/>
              <a:t>Partial list of IT specialists</a:t>
            </a:r>
          </a:p>
          <a:p>
            <a:pPr lvl="1"/>
            <a:r>
              <a:rPr lang="en-GB" dirty="0"/>
              <a:t>Programmers</a:t>
            </a:r>
          </a:p>
          <a:p>
            <a:pPr lvl="1"/>
            <a:r>
              <a:rPr lang="en-GB" dirty="0"/>
              <a:t>Systems analysts</a:t>
            </a:r>
          </a:p>
          <a:p>
            <a:pPr lvl="1"/>
            <a:r>
              <a:rPr lang="en-GB" dirty="0"/>
              <a:t>Software engineers</a:t>
            </a:r>
          </a:p>
          <a:p>
            <a:pPr lvl="1"/>
            <a:r>
              <a:rPr lang="en-GB" dirty="0"/>
              <a:t>Database administrators</a:t>
            </a:r>
          </a:p>
          <a:p>
            <a:pPr lvl="1"/>
            <a:r>
              <a:rPr lang="en-GB" dirty="0"/>
              <a:t>Local area network (LAN) administrators</a:t>
            </a:r>
          </a:p>
          <a:p>
            <a:pPr lvl="1"/>
            <a:r>
              <a:rPr lang="en-GB" dirty="0"/>
              <a:t>Chief information officers (CIOs)</a:t>
            </a:r>
          </a:p>
          <a:p>
            <a:endParaRPr lang="en-GB" dirty="0"/>
          </a:p>
        </p:txBody>
      </p:sp>
      <p:sp>
        <p:nvSpPr>
          <p:cNvPr id="18436"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r>
              <a:rPr lang="en-US" dirty="0">
                <a:solidFill>
                  <a:srgbClr val="000000"/>
                </a:solidFill>
              </a:rPr>
              <a:t>Ethics in Information Technology, Fourth Edition</a:t>
            </a:r>
            <a:endParaRPr lang="en-GB" dirty="0">
              <a:solidFill>
                <a:srgbClr val="000000"/>
              </a:solidFill>
            </a:endParaRPr>
          </a:p>
        </p:txBody>
      </p:sp>
      <p:sp>
        <p:nvSpPr>
          <p:cNvPr id="18437"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fld id="{C83BB435-09A7-471F-A4BA-819BC5EDB951}" type="slidenum">
              <a:rPr lang="en-GB" smtClean="0">
                <a:solidFill>
                  <a:srgbClr val="000000"/>
                </a:solidFill>
              </a:rPr>
              <a:pPr eaLnBrk="1" hangingPunct="1">
                <a:buFont typeface="Arial" pitchFamily="34" charset="0"/>
                <a:buNone/>
              </a:pPr>
              <a:t>3</a:t>
            </a:fld>
            <a:endParaRPr lang="en-GB">
              <a:solidFill>
                <a:srgbClr val="000000"/>
              </a:solidFill>
            </a:endParaRPr>
          </a:p>
        </p:txBody>
      </p:sp>
    </p:spTree>
    <p:extLst>
      <p:ext uri="{BB962C8B-B14F-4D97-AF65-F5344CB8AC3E}">
        <p14:creationId xmlns:p14="http://schemas.microsoft.com/office/powerpoint/2010/main" val="263506957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1"/>
          <p:cNvSpPr>
            <a:spLocks noGrp="1" noChangeArrowheads="1"/>
          </p:cNvSpPr>
          <p:nvPr>
            <p:ph type="title"/>
          </p:nvPr>
        </p:nvSpPr>
        <p:spPr/>
        <p:txBody>
          <a:bodyPr>
            <a:normAutofit fontScale="90000"/>
          </a:bodyPr>
          <a:lstStyle/>
          <a:p>
            <a:r>
              <a:rPr lang="en-GB"/>
              <a:t>Are IT Workers Professionals? </a:t>
            </a:r>
            <a:br>
              <a:rPr lang="en-GB"/>
            </a:br>
            <a:r>
              <a:rPr lang="en-GB"/>
              <a:t>(cont’d.)</a:t>
            </a:r>
          </a:p>
        </p:txBody>
      </p:sp>
      <p:sp>
        <p:nvSpPr>
          <p:cNvPr id="19459" name="Rectangle 2"/>
          <p:cNvSpPr>
            <a:spLocks noGrp="1" noChangeArrowheads="1"/>
          </p:cNvSpPr>
          <p:nvPr>
            <p:ph idx="1"/>
          </p:nvPr>
        </p:nvSpPr>
        <p:spPr/>
        <p:txBody>
          <a:bodyPr/>
          <a:lstStyle/>
          <a:p>
            <a:r>
              <a:rPr lang="en-GB" dirty="0"/>
              <a:t>Legal perspective</a:t>
            </a:r>
          </a:p>
          <a:p>
            <a:pPr lvl="1"/>
            <a:r>
              <a:rPr lang="en-GB" dirty="0"/>
              <a:t>IT workers do not meet legal definition of professional </a:t>
            </a:r>
          </a:p>
          <a:p>
            <a:pPr lvl="2"/>
            <a:r>
              <a:rPr lang="en-GB" dirty="0"/>
              <a:t>Not licensed by state or federal government</a:t>
            </a:r>
          </a:p>
          <a:p>
            <a:pPr lvl="2"/>
            <a:r>
              <a:rPr lang="en-GB" dirty="0"/>
              <a:t>Not liable for malpractice</a:t>
            </a:r>
          </a:p>
          <a:p>
            <a:pPr lvl="1"/>
            <a:endParaRPr lang="en-GB" dirty="0"/>
          </a:p>
        </p:txBody>
      </p:sp>
      <p:sp>
        <p:nvSpPr>
          <p:cNvPr id="19460"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r>
              <a:rPr lang="en-US">
                <a:solidFill>
                  <a:srgbClr val="000000"/>
                </a:solidFill>
              </a:rPr>
              <a:t>Ethics in Information Technology, Fourth Edition</a:t>
            </a:r>
            <a:endParaRPr lang="en-GB">
              <a:solidFill>
                <a:srgbClr val="000000"/>
              </a:solidFill>
            </a:endParaRPr>
          </a:p>
        </p:txBody>
      </p:sp>
      <p:sp>
        <p:nvSpPr>
          <p:cNvPr id="19461"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fld id="{EB68731E-EB53-4C4C-B601-2C27DA94B28E}" type="slidenum">
              <a:rPr lang="en-GB" smtClean="0">
                <a:solidFill>
                  <a:srgbClr val="000000"/>
                </a:solidFill>
              </a:rPr>
              <a:pPr eaLnBrk="1" hangingPunct="1">
                <a:buFont typeface="Arial" pitchFamily="34" charset="0"/>
                <a:buNone/>
              </a:pPr>
              <a:t>4</a:t>
            </a:fld>
            <a:endParaRPr lang="en-GB">
              <a:solidFill>
                <a:srgbClr val="000000"/>
              </a:solidFill>
            </a:endParaRPr>
          </a:p>
        </p:txBody>
      </p:sp>
    </p:spTree>
    <p:extLst>
      <p:ext uri="{BB962C8B-B14F-4D97-AF65-F5344CB8AC3E}">
        <p14:creationId xmlns:p14="http://schemas.microsoft.com/office/powerpoint/2010/main" val="41927377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normAutofit/>
          </a:bodyPr>
          <a:lstStyle/>
          <a:p>
            <a:r>
              <a:rPr lang="en-US"/>
              <a:t>The Changing Professional Services Industry</a:t>
            </a:r>
          </a:p>
        </p:txBody>
      </p:sp>
      <p:sp>
        <p:nvSpPr>
          <p:cNvPr id="20483" name="Content Placeholder 2"/>
          <p:cNvSpPr>
            <a:spLocks noGrp="1"/>
          </p:cNvSpPr>
          <p:nvPr>
            <p:ph idx="1"/>
          </p:nvPr>
        </p:nvSpPr>
        <p:spPr/>
        <p:txBody>
          <a:bodyPr>
            <a:normAutofit/>
          </a:bodyPr>
          <a:lstStyle/>
          <a:p>
            <a:pPr algn="just"/>
            <a:r>
              <a:rPr lang="en-US" dirty="0"/>
              <a:t>IT workers are considered part of the professional services industry</a:t>
            </a:r>
          </a:p>
          <a:p>
            <a:pPr algn="just"/>
            <a:r>
              <a:rPr lang="en-US" dirty="0"/>
              <a:t>Seven forces are changing the nature of professional services</a:t>
            </a:r>
          </a:p>
          <a:p>
            <a:pPr lvl="1" algn="just"/>
            <a:r>
              <a:rPr lang="en-US" dirty="0"/>
              <a:t>Client sophistication (able to drive hard bargains)</a:t>
            </a:r>
          </a:p>
          <a:p>
            <a:pPr lvl="1" algn="just"/>
            <a:r>
              <a:rPr lang="en-US" dirty="0"/>
              <a:t>Governance (due to major scandals)</a:t>
            </a:r>
          </a:p>
          <a:p>
            <a:pPr lvl="1" algn="just"/>
            <a:r>
              <a:rPr lang="en-US" dirty="0"/>
              <a:t>Connectivity (instant communications)</a:t>
            </a:r>
          </a:p>
          <a:p>
            <a:pPr lvl="1" algn="just"/>
            <a:r>
              <a:rPr lang="en-US" dirty="0"/>
              <a:t>Transparency (view work-in-progress in real-time)</a:t>
            </a:r>
          </a:p>
          <a:p>
            <a:pPr lvl="1" algn="just"/>
            <a:r>
              <a:rPr lang="en-US" dirty="0"/>
              <a:t>Modularization (able to outsource modules)</a:t>
            </a:r>
          </a:p>
          <a:p>
            <a:pPr lvl="1" algn="just"/>
            <a:r>
              <a:rPr lang="en-US" dirty="0"/>
              <a:t>Globalization (worldwide sourcing)</a:t>
            </a:r>
          </a:p>
          <a:p>
            <a:pPr lvl="1" algn="just"/>
            <a:r>
              <a:rPr lang="en-US" dirty="0"/>
              <a:t>Commoditization (for low-end services)</a:t>
            </a:r>
          </a:p>
          <a:p>
            <a:pPr algn="just"/>
            <a:endParaRPr lang="en-US" dirty="0"/>
          </a:p>
          <a:p>
            <a:endParaRPr lang="en-US" dirty="0"/>
          </a:p>
        </p:txBody>
      </p:sp>
      <p:sp>
        <p:nvSpPr>
          <p:cNvPr id="20484"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r>
              <a:rPr lang="en-US">
                <a:solidFill>
                  <a:srgbClr val="000000"/>
                </a:solidFill>
              </a:rPr>
              <a:t>Ethics in Information Technology, Fourth Edition</a:t>
            </a:r>
            <a:endParaRPr lang="en-GB">
              <a:solidFill>
                <a:srgbClr val="000000"/>
              </a:solidFill>
            </a:endParaRPr>
          </a:p>
        </p:txBody>
      </p:sp>
      <p:sp>
        <p:nvSpPr>
          <p:cNvPr id="20485"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fld id="{EBA699C0-509A-46F6-9CFF-665AB8557616}" type="slidenum">
              <a:rPr lang="en-GB" smtClean="0">
                <a:solidFill>
                  <a:srgbClr val="000000"/>
                </a:solidFill>
              </a:rPr>
              <a:pPr eaLnBrk="1" hangingPunct="1">
                <a:buFont typeface="Arial" pitchFamily="34" charset="0"/>
                <a:buNone/>
              </a:pPr>
              <a:t>5</a:t>
            </a:fld>
            <a:endParaRPr lang="en-GB">
              <a:solidFill>
                <a:srgbClr val="000000"/>
              </a:solidFill>
            </a:endParaRPr>
          </a:p>
        </p:txBody>
      </p:sp>
    </p:spTree>
    <p:extLst>
      <p:ext uri="{BB962C8B-B14F-4D97-AF65-F5344CB8AC3E}">
        <p14:creationId xmlns:p14="http://schemas.microsoft.com/office/powerpoint/2010/main" val="39734902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
          <p:cNvSpPr>
            <a:spLocks noGrp="1" noChangeArrowheads="1"/>
          </p:cNvSpPr>
          <p:nvPr>
            <p:ph type="title"/>
          </p:nvPr>
        </p:nvSpPr>
        <p:spPr/>
        <p:txBody>
          <a:bodyPr>
            <a:normAutofit fontScale="90000"/>
          </a:bodyPr>
          <a:lstStyle/>
          <a:p>
            <a:r>
              <a:rPr lang="en-GB" dirty="0"/>
              <a:t>Professional Relationships That Must Be Managed</a:t>
            </a:r>
          </a:p>
        </p:txBody>
      </p:sp>
      <p:sp>
        <p:nvSpPr>
          <p:cNvPr id="21507" name="Rectangle 2"/>
          <p:cNvSpPr>
            <a:spLocks noGrp="1" noChangeArrowheads="1"/>
          </p:cNvSpPr>
          <p:nvPr>
            <p:ph idx="1"/>
          </p:nvPr>
        </p:nvSpPr>
        <p:spPr/>
        <p:txBody>
          <a:bodyPr/>
          <a:lstStyle/>
          <a:p>
            <a:pPr algn="just"/>
            <a:r>
              <a:rPr lang="en-GB" dirty="0"/>
              <a:t>IT workers involved in relationships with:</a:t>
            </a:r>
          </a:p>
          <a:p>
            <a:pPr lvl="1" algn="just"/>
            <a:r>
              <a:rPr lang="en-GB" dirty="0"/>
              <a:t>Employers</a:t>
            </a:r>
          </a:p>
          <a:p>
            <a:pPr lvl="1" algn="just"/>
            <a:r>
              <a:rPr lang="en-GB" dirty="0"/>
              <a:t>Clients</a:t>
            </a:r>
          </a:p>
          <a:p>
            <a:pPr lvl="1" algn="just"/>
            <a:r>
              <a:rPr lang="en-GB" dirty="0"/>
              <a:t>Suppliers</a:t>
            </a:r>
          </a:p>
          <a:p>
            <a:pPr lvl="1" algn="just"/>
            <a:r>
              <a:rPr lang="en-GB" dirty="0"/>
              <a:t>Other professionals</a:t>
            </a:r>
          </a:p>
          <a:p>
            <a:pPr lvl="1" algn="just"/>
            <a:r>
              <a:rPr lang="en-GB" dirty="0"/>
              <a:t>IT users</a:t>
            </a:r>
          </a:p>
          <a:p>
            <a:pPr lvl="1" algn="just"/>
            <a:r>
              <a:rPr lang="en-GB" dirty="0"/>
              <a:t>Society</a:t>
            </a:r>
          </a:p>
          <a:p>
            <a:pPr lvl="1" algn="just"/>
            <a:endParaRPr lang="en-GB" dirty="0"/>
          </a:p>
        </p:txBody>
      </p:sp>
      <p:sp>
        <p:nvSpPr>
          <p:cNvPr id="21508"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r>
              <a:rPr lang="en-US">
                <a:solidFill>
                  <a:srgbClr val="000000"/>
                </a:solidFill>
              </a:rPr>
              <a:t>Ethics in Information Technology, Fourth Edition</a:t>
            </a:r>
            <a:endParaRPr lang="en-GB">
              <a:solidFill>
                <a:srgbClr val="000000"/>
              </a:solidFill>
            </a:endParaRPr>
          </a:p>
        </p:txBody>
      </p:sp>
      <p:sp>
        <p:nvSpPr>
          <p:cNvPr id="21509"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fld id="{3A9348EE-82F3-40D4-A8F3-3693C27B99C0}" type="slidenum">
              <a:rPr lang="en-GB" smtClean="0">
                <a:solidFill>
                  <a:srgbClr val="000000"/>
                </a:solidFill>
              </a:rPr>
              <a:pPr eaLnBrk="1" hangingPunct="1">
                <a:buFont typeface="Arial" pitchFamily="34" charset="0"/>
                <a:buNone/>
              </a:pPr>
              <a:t>6</a:t>
            </a:fld>
            <a:endParaRPr lang="en-GB">
              <a:solidFill>
                <a:srgbClr val="000000"/>
              </a:solidFill>
            </a:endParaRPr>
          </a:p>
        </p:txBody>
      </p:sp>
    </p:spTree>
    <p:extLst>
      <p:ext uri="{BB962C8B-B14F-4D97-AF65-F5344CB8AC3E}">
        <p14:creationId xmlns:p14="http://schemas.microsoft.com/office/powerpoint/2010/main" val="413761594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1"/>
          <p:cNvSpPr>
            <a:spLocks noGrp="1" noChangeArrowheads="1"/>
          </p:cNvSpPr>
          <p:nvPr>
            <p:ph type="title"/>
          </p:nvPr>
        </p:nvSpPr>
        <p:spPr/>
        <p:txBody>
          <a:bodyPr>
            <a:normAutofit/>
          </a:bodyPr>
          <a:lstStyle/>
          <a:p>
            <a:r>
              <a:rPr lang="en-GB" dirty="0"/>
              <a:t>Relationships Between IT Workers and Employers</a:t>
            </a:r>
          </a:p>
        </p:txBody>
      </p:sp>
      <p:sp>
        <p:nvSpPr>
          <p:cNvPr id="22531" name="Rectangle 2"/>
          <p:cNvSpPr>
            <a:spLocks noGrp="1" noChangeArrowheads="1"/>
          </p:cNvSpPr>
          <p:nvPr>
            <p:ph idx="1"/>
          </p:nvPr>
        </p:nvSpPr>
        <p:spPr/>
        <p:txBody>
          <a:bodyPr>
            <a:normAutofit fontScale="85000" lnSpcReduction="10000"/>
          </a:bodyPr>
          <a:lstStyle/>
          <a:p>
            <a:pPr algn="just"/>
            <a:r>
              <a:rPr lang="en-GB" dirty="0"/>
              <a:t>IT workers agree on many aspects of work relationship before workers accept job offer.</a:t>
            </a:r>
          </a:p>
          <a:p>
            <a:pPr lvl="1" algn="just"/>
            <a:r>
              <a:rPr lang="en-GB" dirty="0"/>
              <a:t>Job title, performance expectation, work responsibilities, </a:t>
            </a:r>
            <a:r>
              <a:rPr lang="en-GB" dirty="0" err="1"/>
              <a:t>dresscode</a:t>
            </a:r>
            <a:r>
              <a:rPr lang="en-GB" dirty="0"/>
              <a:t>, salary, location of work etc.</a:t>
            </a:r>
          </a:p>
          <a:p>
            <a:pPr lvl="1" algn="just"/>
            <a:endParaRPr lang="en-GB" dirty="0"/>
          </a:p>
          <a:p>
            <a:pPr algn="just"/>
            <a:r>
              <a:rPr lang="en-GB" dirty="0"/>
              <a:t>Other aspects of work relationship defined in company’s policy and procedure manual or code of conduct</a:t>
            </a:r>
          </a:p>
          <a:p>
            <a:pPr lvl="1" algn="just"/>
            <a:r>
              <a:rPr lang="en-GB" dirty="0"/>
              <a:t>Protection of company’s secrets, vacation policy, use of company resources, reimbursements etc. </a:t>
            </a:r>
          </a:p>
          <a:p>
            <a:pPr lvl="1" algn="just"/>
            <a:endParaRPr lang="en-GB" dirty="0"/>
          </a:p>
          <a:p>
            <a:pPr algn="just"/>
            <a:r>
              <a:rPr lang="en-GB" dirty="0"/>
              <a:t>Some aspects develop over time </a:t>
            </a:r>
          </a:p>
          <a:p>
            <a:pPr lvl="1" algn="just"/>
            <a:r>
              <a:rPr lang="en-GB" dirty="0"/>
              <a:t>E.g. Early off </a:t>
            </a:r>
          </a:p>
          <a:p>
            <a:pPr lvl="1" algn="just"/>
            <a:endParaRPr lang="en-GB" dirty="0"/>
          </a:p>
          <a:p>
            <a:pPr algn="just"/>
            <a:r>
              <a:rPr lang="en-GB" dirty="0"/>
              <a:t>Some aspects are addressed by law </a:t>
            </a:r>
          </a:p>
          <a:p>
            <a:pPr lvl="1" algn="just"/>
            <a:r>
              <a:rPr lang="en-GB" dirty="0"/>
              <a:t>E.g. Employee cannot falsify results of QAT</a:t>
            </a:r>
          </a:p>
          <a:p>
            <a:pPr algn="just"/>
            <a:endParaRPr lang="en-GB" dirty="0"/>
          </a:p>
          <a:p>
            <a:pPr algn="just"/>
            <a:r>
              <a:rPr lang="en-GB" dirty="0"/>
              <a:t>Some aspects are specific to nature of product</a:t>
            </a:r>
          </a:p>
          <a:p>
            <a:pPr lvl="1" algn="just"/>
            <a:r>
              <a:rPr lang="en-GB" dirty="0"/>
              <a:t>E.g. programming language to be used, testing to be done , documentation etc. </a:t>
            </a:r>
          </a:p>
          <a:p>
            <a:pPr algn="just"/>
            <a:endParaRPr lang="en-GB" dirty="0"/>
          </a:p>
        </p:txBody>
      </p:sp>
      <p:sp>
        <p:nvSpPr>
          <p:cNvPr id="22532"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r>
              <a:rPr lang="en-US">
                <a:solidFill>
                  <a:srgbClr val="000000"/>
                </a:solidFill>
              </a:rPr>
              <a:t>Ethics in Information Technology, Fourth Edition</a:t>
            </a:r>
            <a:endParaRPr lang="en-GB">
              <a:solidFill>
                <a:srgbClr val="000000"/>
              </a:solidFill>
            </a:endParaRPr>
          </a:p>
        </p:txBody>
      </p:sp>
      <p:sp>
        <p:nvSpPr>
          <p:cNvPr id="22533"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fld id="{42B5EE1A-419A-4E93-B446-9396198036B8}" type="slidenum">
              <a:rPr lang="en-GB" smtClean="0">
                <a:solidFill>
                  <a:srgbClr val="000000"/>
                </a:solidFill>
              </a:rPr>
              <a:pPr eaLnBrk="1" hangingPunct="1">
                <a:buFont typeface="Arial" pitchFamily="34" charset="0"/>
                <a:buNone/>
              </a:pPr>
              <a:t>7</a:t>
            </a:fld>
            <a:endParaRPr lang="en-GB">
              <a:solidFill>
                <a:srgbClr val="000000"/>
              </a:solidFill>
            </a:endParaRPr>
          </a:p>
        </p:txBody>
      </p:sp>
    </p:spTree>
    <p:extLst>
      <p:ext uri="{BB962C8B-B14F-4D97-AF65-F5344CB8AC3E}">
        <p14:creationId xmlns:p14="http://schemas.microsoft.com/office/powerpoint/2010/main" val="354563896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normAutofit/>
          </a:bodyPr>
          <a:lstStyle/>
          <a:p>
            <a:r>
              <a:rPr lang="en-GB" dirty="0"/>
              <a:t>Relationships Between IT Workers and Employers</a:t>
            </a:r>
            <a:endParaRPr lang="en-US" dirty="0"/>
          </a:p>
        </p:txBody>
      </p:sp>
      <p:sp>
        <p:nvSpPr>
          <p:cNvPr id="3" name="Content Placeholder 2"/>
          <p:cNvSpPr>
            <a:spLocks noGrp="1"/>
          </p:cNvSpPr>
          <p:nvPr>
            <p:ph idx="1"/>
          </p:nvPr>
        </p:nvSpPr>
        <p:spPr/>
        <p:txBody>
          <a:bodyPr>
            <a:normAutofit fontScale="92500" lnSpcReduction="10000"/>
          </a:bodyPr>
          <a:lstStyle/>
          <a:p>
            <a:pPr marL="341313" lvl="1" indent="-341313" algn="just">
              <a:spcBef>
                <a:spcPts val="800"/>
              </a:spcBef>
              <a:buFont typeface="Arial" charset="0"/>
              <a:buChar char="•"/>
              <a:defRPr/>
            </a:pPr>
            <a:r>
              <a:rPr lang="en-GB" sz="2800" dirty="0"/>
              <a:t>IT workers must set an example and enforce policies regarding the ethical use of IT in:</a:t>
            </a:r>
          </a:p>
          <a:p>
            <a:pPr marL="341313" lvl="1" indent="-341313" algn="just">
              <a:spcBef>
                <a:spcPts val="800"/>
              </a:spcBef>
              <a:buFont typeface="Arial" charset="0"/>
              <a:buChar char="•"/>
              <a:defRPr/>
            </a:pPr>
            <a:endParaRPr lang="en-US" sz="2600" b="1" dirty="0"/>
          </a:p>
          <a:p>
            <a:pPr marL="341313" lvl="1" indent="-341313" algn="just">
              <a:spcBef>
                <a:spcPts val="800"/>
              </a:spcBef>
              <a:buFont typeface="Arial" charset="0"/>
              <a:buChar char="•"/>
              <a:defRPr/>
            </a:pPr>
            <a:r>
              <a:rPr lang="en-US" sz="2600" b="1" dirty="0"/>
              <a:t>Software piracy</a:t>
            </a:r>
          </a:p>
          <a:p>
            <a:pPr marL="0" lvl="1" indent="0" algn="just">
              <a:spcBef>
                <a:spcPts val="800"/>
              </a:spcBef>
              <a:buNone/>
              <a:defRPr/>
            </a:pPr>
            <a:endParaRPr lang="en-US" sz="2600" dirty="0"/>
          </a:p>
          <a:p>
            <a:pPr lvl="1" algn="just">
              <a:buFont typeface="Arial" charset="0"/>
              <a:buChar char="–"/>
              <a:defRPr/>
            </a:pPr>
            <a:r>
              <a:rPr lang="en-US" dirty="0"/>
              <a:t>Act of illegally making copies of software or enabling access to software to which they are not entitled</a:t>
            </a:r>
          </a:p>
          <a:p>
            <a:pPr lvl="1" algn="just">
              <a:buFont typeface="Arial" charset="0"/>
              <a:buChar char="–"/>
              <a:defRPr/>
            </a:pPr>
            <a:endParaRPr lang="en-US" dirty="0"/>
          </a:p>
          <a:p>
            <a:pPr lvl="1" algn="just">
              <a:buFont typeface="Arial" charset="0"/>
              <a:buChar char="–"/>
              <a:defRPr/>
            </a:pPr>
            <a:r>
              <a:rPr lang="en-US" dirty="0"/>
              <a:t>Area in which IT workers can be tempted to violate laws and policies</a:t>
            </a:r>
          </a:p>
          <a:p>
            <a:pPr lvl="1" algn="just">
              <a:buFont typeface="Arial" charset="0"/>
              <a:buChar char="–"/>
              <a:defRPr/>
            </a:pPr>
            <a:endParaRPr lang="en-GB" dirty="0"/>
          </a:p>
          <a:p>
            <a:pPr lvl="1" algn="just">
              <a:buFont typeface="Arial" charset="0"/>
              <a:buChar char="–"/>
              <a:defRPr/>
            </a:pPr>
            <a:r>
              <a:rPr lang="en-US" dirty="0"/>
              <a:t>The </a:t>
            </a:r>
            <a:r>
              <a:rPr lang="en-US" b="1" dirty="0">
                <a:solidFill>
                  <a:srgbClr val="FF0000"/>
                </a:solidFill>
              </a:rPr>
              <a:t>Business Software Alliance (BSA) </a:t>
            </a:r>
            <a:r>
              <a:rPr lang="en-US" dirty="0"/>
              <a:t>is a trade group representing the world’s largest software and hardware manufacturers; mission is to stop the unauthorized copying of software</a:t>
            </a:r>
          </a:p>
          <a:p>
            <a:pPr lvl="1" algn="just">
              <a:buFont typeface="Arial" charset="0"/>
              <a:buChar char="–"/>
              <a:defRPr/>
            </a:pPr>
            <a:endParaRPr lang="en-US" dirty="0"/>
          </a:p>
          <a:p>
            <a:pPr lvl="1" algn="just">
              <a:buFont typeface="Arial" charset="0"/>
              <a:buChar char="–"/>
              <a:defRPr/>
            </a:pPr>
            <a:r>
              <a:rPr lang="en-US" dirty="0"/>
              <a:t>Thousands of cases prosecuted each year</a:t>
            </a:r>
            <a:endParaRPr lang="en-GB" dirty="0"/>
          </a:p>
          <a:p>
            <a:pPr algn="just">
              <a:buFont typeface="Arial" charset="0"/>
              <a:buChar char="•"/>
              <a:defRPr/>
            </a:pPr>
            <a:endParaRPr lang="en-US" dirty="0"/>
          </a:p>
        </p:txBody>
      </p:sp>
      <p:sp>
        <p:nvSpPr>
          <p:cNvPr id="23556"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r>
              <a:rPr lang="en-US">
                <a:solidFill>
                  <a:srgbClr val="000000"/>
                </a:solidFill>
              </a:rPr>
              <a:t>Ethics in Information Technology, Fourth Edition</a:t>
            </a:r>
            <a:endParaRPr lang="en-GB" sz="1800">
              <a:solidFill>
                <a:srgbClr val="000000"/>
              </a:solidFill>
            </a:endParaRPr>
          </a:p>
        </p:txBody>
      </p:sp>
      <p:sp>
        <p:nvSpPr>
          <p:cNvPr id="23557"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fld id="{5829578D-97CA-4D70-948C-AC2D9C737728}" type="slidenum">
              <a:rPr lang="en-GB" smtClean="0">
                <a:solidFill>
                  <a:srgbClr val="000000"/>
                </a:solidFill>
              </a:rPr>
              <a:pPr eaLnBrk="1" hangingPunct="1">
                <a:buFont typeface="Arial" pitchFamily="34" charset="0"/>
                <a:buNone/>
              </a:pPr>
              <a:t>8</a:t>
            </a:fld>
            <a:endParaRPr lang="en-GB" sz="1800">
              <a:solidFill>
                <a:srgbClr val="000000"/>
              </a:solidFill>
            </a:endParaRPr>
          </a:p>
        </p:txBody>
      </p:sp>
    </p:spTree>
    <p:extLst>
      <p:ext uri="{BB962C8B-B14F-4D97-AF65-F5344CB8AC3E}">
        <p14:creationId xmlns:p14="http://schemas.microsoft.com/office/powerpoint/2010/main" val="20400713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
          <p:cNvSpPr>
            <a:spLocks noGrp="1" noChangeArrowheads="1"/>
          </p:cNvSpPr>
          <p:nvPr>
            <p:ph type="title"/>
          </p:nvPr>
        </p:nvSpPr>
        <p:spPr/>
        <p:txBody>
          <a:bodyPr>
            <a:normAutofit/>
          </a:bodyPr>
          <a:lstStyle/>
          <a:p>
            <a:r>
              <a:rPr lang="en-GB" dirty="0"/>
              <a:t>Relationships Between IT Workers and Employers</a:t>
            </a:r>
          </a:p>
        </p:txBody>
      </p:sp>
      <p:sp>
        <p:nvSpPr>
          <p:cNvPr id="25603" name="Rectangle 2"/>
          <p:cNvSpPr>
            <a:spLocks noGrp="1" noChangeArrowheads="1"/>
          </p:cNvSpPr>
          <p:nvPr>
            <p:ph idx="1"/>
          </p:nvPr>
        </p:nvSpPr>
        <p:spPr/>
        <p:txBody>
          <a:bodyPr>
            <a:normAutofit/>
          </a:bodyPr>
          <a:lstStyle/>
          <a:p>
            <a:pPr algn="just"/>
            <a:r>
              <a:rPr lang="en-GB" dirty="0"/>
              <a:t>IT workers must set an example and enforce policies regarding the ethical use of IT in:</a:t>
            </a:r>
          </a:p>
          <a:p>
            <a:pPr algn="just"/>
            <a:endParaRPr lang="en-GB" dirty="0"/>
          </a:p>
          <a:p>
            <a:pPr lvl="1" algn="just"/>
            <a:r>
              <a:rPr lang="en-GB" sz="2400" b="1" dirty="0"/>
              <a:t>Trade secrets</a:t>
            </a:r>
          </a:p>
          <a:p>
            <a:pPr lvl="2" algn="just"/>
            <a:r>
              <a:rPr lang="en-GB" sz="2000" dirty="0"/>
              <a:t>Business information generally unknown to public</a:t>
            </a:r>
          </a:p>
          <a:p>
            <a:pPr lvl="2" algn="just"/>
            <a:r>
              <a:rPr lang="en-GB" sz="2000" dirty="0"/>
              <a:t>Company takes actions to keep confidential</a:t>
            </a:r>
          </a:p>
          <a:p>
            <a:pPr lvl="2" algn="just"/>
            <a:r>
              <a:rPr lang="en-GB" sz="2000" dirty="0"/>
              <a:t>Require cost or effort to develop</a:t>
            </a:r>
          </a:p>
          <a:p>
            <a:pPr lvl="2" algn="just"/>
            <a:r>
              <a:rPr lang="en-GB" sz="2000" dirty="0"/>
              <a:t>Have some degree of uniqueness or novelty</a:t>
            </a:r>
          </a:p>
          <a:p>
            <a:pPr lvl="2" algn="just"/>
            <a:endParaRPr lang="en-GB" sz="2000" dirty="0"/>
          </a:p>
          <a:p>
            <a:pPr lvl="1" algn="just"/>
            <a:r>
              <a:rPr lang="en-GB" sz="2400" b="1" dirty="0"/>
              <a:t>Whistle-blowing</a:t>
            </a:r>
          </a:p>
          <a:p>
            <a:pPr lvl="2" algn="just"/>
            <a:r>
              <a:rPr lang="en-GB" sz="2000" dirty="0"/>
              <a:t>Employee attracts attention to a negligent, illegal, unethical, abusive, or dangerous act by a company that threatens the public interest</a:t>
            </a:r>
          </a:p>
        </p:txBody>
      </p:sp>
      <p:sp>
        <p:nvSpPr>
          <p:cNvPr id="25604"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r>
              <a:rPr lang="en-US">
                <a:solidFill>
                  <a:srgbClr val="000000"/>
                </a:solidFill>
              </a:rPr>
              <a:t>Ethics in Information Technology, Fourth Edition</a:t>
            </a:r>
            <a:endParaRPr lang="en-GB">
              <a:solidFill>
                <a:srgbClr val="000000"/>
              </a:solidFill>
            </a:endParaRPr>
          </a:p>
        </p:txBody>
      </p:sp>
      <p:sp>
        <p:nvSpPr>
          <p:cNvPr id="25605"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fld id="{4F7F4291-A677-4E23-A676-92AB3FCBD948}" type="slidenum">
              <a:rPr lang="en-GB" smtClean="0">
                <a:solidFill>
                  <a:srgbClr val="000000"/>
                </a:solidFill>
              </a:rPr>
              <a:pPr eaLnBrk="1" hangingPunct="1">
                <a:buFont typeface="Arial" pitchFamily="34" charset="0"/>
                <a:buNone/>
              </a:pPr>
              <a:t>9</a:t>
            </a:fld>
            <a:endParaRPr lang="en-GB">
              <a:solidFill>
                <a:srgbClr val="000000"/>
              </a:solidFill>
            </a:endParaRPr>
          </a:p>
        </p:txBody>
      </p:sp>
    </p:spTree>
    <p:extLst>
      <p:ext uri="{BB962C8B-B14F-4D97-AF65-F5344CB8AC3E}">
        <p14:creationId xmlns:p14="http://schemas.microsoft.com/office/powerpoint/2010/main" val="3627165953"/>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
          <p:cNvSpPr>
            <a:spLocks noGrp="1" noChangeArrowheads="1"/>
          </p:cNvSpPr>
          <p:nvPr>
            <p:ph type="title"/>
          </p:nvPr>
        </p:nvSpPr>
        <p:spPr/>
        <p:txBody>
          <a:bodyPr>
            <a:normAutofit/>
          </a:bodyPr>
          <a:lstStyle/>
          <a:p>
            <a:r>
              <a:rPr lang="en-GB" dirty="0"/>
              <a:t>Relationships Between IT Workers and Clients</a:t>
            </a:r>
          </a:p>
        </p:txBody>
      </p:sp>
      <p:sp>
        <p:nvSpPr>
          <p:cNvPr id="26627" name="Rectangle 2"/>
          <p:cNvSpPr>
            <a:spLocks noGrp="1" noChangeArrowheads="1"/>
          </p:cNvSpPr>
          <p:nvPr>
            <p:ph idx="1"/>
          </p:nvPr>
        </p:nvSpPr>
        <p:spPr/>
        <p:txBody>
          <a:bodyPr>
            <a:normAutofit/>
          </a:bodyPr>
          <a:lstStyle/>
          <a:p>
            <a:r>
              <a:rPr lang="en-GB" dirty="0"/>
              <a:t>IT worker provides:</a:t>
            </a:r>
          </a:p>
          <a:p>
            <a:pPr lvl="1"/>
            <a:r>
              <a:rPr lang="en-GB" dirty="0"/>
              <a:t>Hardware, software, or services at a certain cost and within a given time frame</a:t>
            </a:r>
          </a:p>
          <a:p>
            <a:pPr lvl="1"/>
            <a:endParaRPr lang="en-GB" dirty="0"/>
          </a:p>
          <a:p>
            <a:r>
              <a:rPr lang="en-GB" dirty="0"/>
              <a:t>Client provides: </a:t>
            </a:r>
          </a:p>
          <a:p>
            <a:pPr lvl="1"/>
            <a:r>
              <a:rPr lang="en-GB" dirty="0"/>
              <a:t>Compensation</a:t>
            </a:r>
          </a:p>
          <a:p>
            <a:pPr lvl="1"/>
            <a:r>
              <a:rPr lang="en-GB" dirty="0"/>
              <a:t>Access to key contacts</a:t>
            </a:r>
          </a:p>
          <a:p>
            <a:pPr lvl="1"/>
            <a:r>
              <a:rPr lang="en-GB" dirty="0"/>
              <a:t>Work space</a:t>
            </a:r>
          </a:p>
          <a:p>
            <a:pPr lvl="1"/>
            <a:endParaRPr lang="en-GB" dirty="0"/>
          </a:p>
          <a:p>
            <a:r>
              <a:rPr lang="en-GB" dirty="0"/>
              <a:t>This relationship is usually documented in contractual terms</a:t>
            </a:r>
          </a:p>
        </p:txBody>
      </p:sp>
      <p:sp>
        <p:nvSpPr>
          <p:cNvPr id="26628"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r>
              <a:rPr lang="en-US">
                <a:solidFill>
                  <a:srgbClr val="000000"/>
                </a:solidFill>
              </a:rPr>
              <a:t>Ethics in Information Technology, Fourth Edition</a:t>
            </a:r>
            <a:endParaRPr lang="en-GB">
              <a:solidFill>
                <a:srgbClr val="000000"/>
              </a:solidFill>
            </a:endParaRPr>
          </a:p>
        </p:txBody>
      </p:sp>
      <p:sp>
        <p:nvSpPr>
          <p:cNvPr id="26629"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fld id="{91BA4F25-891C-4554-AC80-A6C3D728073C}" type="slidenum">
              <a:rPr lang="en-GB" smtClean="0">
                <a:solidFill>
                  <a:srgbClr val="000000"/>
                </a:solidFill>
              </a:rPr>
              <a:pPr eaLnBrk="1" hangingPunct="1">
                <a:buFont typeface="Arial" pitchFamily="34" charset="0"/>
                <a:buNone/>
              </a:pPr>
              <a:t>10</a:t>
            </a:fld>
            <a:endParaRPr lang="en-GB">
              <a:solidFill>
                <a:srgbClr val="000000"/>
              </a:solidFill>
            </a:endParaRPr>
          </a:p>
        </p:txBody>
      </p:sp>
    </p:spTree>
    <p:extLst>
      <p:ext uri="{BB962C8B-B14F-4D97-AF65-F5344CB8AC3E}">
        <p14:creationId xmlns:p14="http://schemas.microsoft.com/office/powerpoint/2010/main" val="92997289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normAutofit/>
          </a:bodyPr>
          <a:lstStyle/>
          <a:p>
            <a:r>
              <a:rPr lang="en-GB" dirty="0"/>
              <a:t>Relationships Between IT Workers and Clients</a:t>
            </a:r>
            <a:endParaRPr lang="en-US" dirty="0"/>
          </a:p>
        </p:txBody>
      </p:sp>
      <p:sp>
        <p:nvSpPr>
          <p:cNvPr id="27651" name="Content Placeholder 2"/>
          <p:cNvSpPr>
            <a:spLocks noGrp="1"/>
          </p:cNvSpPr>
          <p:nvPr>
            <p:ph idx="1"/>
          </p:nvPr>
        </p:nvSpPr>
        <p:spPr/>
        <p:txBody>
          <a:bodyPr>
            <a:normAutofit/>
          </a:bodyPr>
          <a:lstStyle/>
          <a:p>
            <a:r>
              <a:rPr lang="en-US" dirty="0"/>
              <a:t>Client makes decisions about a project based on information, alternatives, and recommendations provided by the IT worker</a:t>
            </a:r>
          </a:p>
          <a:p>
            <a:endParaRPr lang="en-US" dirty="0"/>
          </a:p>
          <a:p>
            <a:r>
              <a:rPr lang="en-US" dirty="0"/>
              <a:t>Client trusts IT worker to act in client’s best interests</a:t>
            </a:r>
          </a:p>
          <a:p>
            <a:endParaRPr lang="en-US" dirty="0"/>
          </a:p>
          <a:p>
            <a:r>
              <a:rPr lang="en-US" dirty="0"/>
              <a:t>IT worker trusts that client will provide relevant information, listen to and understand what the IT worker says, ask questions to understand impact of key decisions, and use the information to make wise choices</a:t>
            </a:r>
          </a:p>
        </p:txBody>
      </p:sp>
      <p:sp>
        <p:nvSpPr>
          <p:cNvPr id="27652"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r>
              <a:rPr lang="en-US">
                <a:solidFill>
                  <a:srgbClr val="000000"/>
                </a:solidFill>
              </a:rPr>
              <a:t>Ethics in Information Technology, Fourth Edition</a:t>
            </a:r>
            <a:endParaRPr lang="en-GB" sz="1800">
              <a:solidFill>
                <a:srgbClr val="000000"/>
              </a:solidFill>
            </a:endParaRPr>
          </a:p>
        </p:txBody>
      </p:sp>
      <p:sp>
        <p:nvSpPr>
          <p:cNvPr id="27653"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fld id="{2F194764-04B7-48DC-A1A2-90E5708915C0}" type="slidenum">
              <a:rPr lang="en-GB" smtClean="0">
                <a:solidFill>
                  <a:srgbClr val="000000"/>
                </a:solidFill>
              </a:rPr>
              <a:pPr eaLnBrk="1" hangingPunct="1">
                <a:buFont typeface="Arial" pitchFamily="34" charset="0"/>
                <a:buNone/>
              </a:pPr>
              <a:t>11</a:t>
            </a:fld>
            <a:endParaRPr lang="en-GB" sz="1800">
              <a:solidFill>
                <a:srgbClr val="000000"/>
              </a:solidFill>
            </a:endParaRPr>
          </a:p>
        </p:txBody>
      </p:sp>
    </p:spTree>
    <p:extLst>
      <p:ext uri="{BB962C8B-B14F-4D97-AF65-F5344CB8AC3E}">
        <p14:creationId xmlns:p14="http://schemas.microsoft.com/office/powerpoint/2010/main" val="9715822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1"/>
          <p:cNvSpPr>
            <a:spLocks noGrp="1" noChangeArrowheads="1"/>
          </p:cNvSpPr>
          <p:nvPr>
            <p:ph type="title"/>
          </p:nvPr>
        </p:nvSpPr>
        <p:spPr/>
        <p:txBody>
          <a:bodyPr>
            <a:normAutofit/>
          </a:bodyPr>
          <a:lstStyle/>
          <a:p>
            <a:r>
              <a:rPr lang="en-GB" dirty="0"/>
              <a:t>Relationships Between IT Workers and Clients</a:t>
            </a:r>
          </a:p>
        </p:txBody>
      </p:sp>
      <p:sp>
        <p:nvSpPr>
          <p:cNvPr id="28675" name="Rectangle 2"/>
          <p:cNvSpPr>
            <a:spLocks noGrp="1" noChangeArrowheads="1"/>
          </p:cNvSpPr>
          <p:nvPr>
            <p:ph idx="1"/>
          </p:nvPr>
        </p:nvSpPr>
        <p:spPr/>
        <p:txBody>
          <a:bodyPr/>
          <a:lstStyle/>
          <a:p>
            <a:pPr algn="just"/>
            <a:r>
              <a:rPr lang="en-GB" dirty="0"/>
              <a:t>Ethical problems arise if a company recommends its own products and services to remedy problems they have detected</a:t>
            </a:r>
          </a:p>
          <a:p>
            <a:pPr lvl="1" algn="just"/>
            <a:r>
              <a:rPr lang="en-GB" dirty="0"/>
              <a:t>Creates a conflict of interest</a:t>
            </a:r>
          </a:p>
          <a:p>
            <a:pPr lvl="1" algn="just"/>
            <a:endParaRPr lang="en-GB" dirty="0"/>
          </a:p>
          <a:p>
            <a:pPr marL="274320" lvl="1" indent="0" algn="just">
              <a:buNone/>
            </a:pPr>
            <a:endParaRPr lang="en-GB" dirty="0"/>
          </a:p>
          <a:p>
            <a:pPr algn="just"/>
            <a:r>
              <a:rPr lang="en-GB" dirty="0"/>
              <a:t>Problems arise during a project if IT workers are unable to provide full and accurate reporting of a project’s status</a:t>
            </a:r>
          </a:p>
          <a:p>
            <a:pPr lvl="1" algn="just"/>
            <a:r>
              <a:rPr lang="en-GB" dirty="0"/>
              <a:t>Finger pointing and heated discussions can be started</a:t>
            </a:r>
          </a:p>
          <a:p>
            <a:pPr lvl="1" algn="just"/>
            <a:r>
              <a:rPr lang="en-GB" dirty="0"/>
              <a:t>Can lead to charges or fraud, misrepresentation and breach of contract.</a:t>
            </a:r>
          </a:p>
          <a:p>
            <a:pPr lvl="1" algn="just"/>
            <a:endParaRPr lang="en-GB" dirty="0"/>
          </a:p>
        </p:txBody>
      </p:sp>
      <p:sp>
        <p:nvSpPr>
          <p:cNvPr id="28676"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r>
              <a:rPr lang="en-US">
                <a:solidFill>
                  <a:srgbClr val="000000"/>
                </a:solidFill>
              </a:rPr>
              <a:t>Ethics in Information Technology, Fourth Edition</a:t>
            </a:r>
            <a:endParaRPr lang="en-GB">
              <a:solidFill>
                <a:srgbClr val="000000"/>
              </a:solidFill>
            </a:endParaRPr>
          </a:p>
        </p:txBody>
      </p:sp>
      <p:sp>
        <p:nvSpPr>
          <p:cNvPr id="28677"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fld id="{D4401947-316B-4367-B9EF-5D2C320E749E}" type="slidenum">
              <a:rPr lang="en-GB" smtClean="0">
                <a:solidFill>
                  <a:srgbClr val="000000"/>
                </a:solidFill>
              </a:rPr>
              <a:pPr eaLnBrk="1" hangingPunct="1">
                <a:buFont typeface="Arial" pitchFamily="34" charset="0"/>
                <a:buNone/>
              </a:pPr>
              <a:t>12</a:t>
            </a:fld>
            <a:endParaRPr lang="en-GB">
              <a:solidFill>
                <a:srgbClr val="000000"/>
              </a:solidFill>
            </a:endParaRPr>
          </a:p>
        </p:txBody>
      </p:sp>
    </p:spTree>
    <p:extLst>
      <p:ext uri="{BB962C8B-B14F-4D97-AF65-F5344CB8AC3E}">
        <p14:creationId xmlns:p14="http://schemas.microsoft.com/office/powerpoint/2010/main" val="226144207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1"/>
          <p:cNvSpPr>
            <a:spLocks noGrp="1" noChangeArrowheads="1"/>
          </p:cNvSpPr>
          <p:nvPr>
            <p:ph type="title"/>
          </p:nvPr>
        </p:nvSpPr>
        <p:spPr/>
        <p:txBody>
          <a:bodyPr>
            <a:normAutofit fontScale="90000"/>
          </a:bodyPr>
          <a:lstStyle/>
          <a:p>
            <a:r>
              <a:rPr lang="en-GB" dirty="0"/>
              <a:t>Relationships Between IT Workers and Clients (cont’d.)</a:t>
            </a:r>
          </a:p>
        </p:txBody>
      </p:sp>
      <p:sp>
        <p:nvSpPr>
          <p:cNvPr id="29699" name="Rectangle 2"/>
          <p:cNvSpPr>
            <a:spLocks noGrp="1" noChangeArrowheads="1"/>
          </p:cNvSpPr>
          <p:nvPr>
            <p:ph idx="1"/>
          </p:nvPr>
        </p:nvSpPr>
        <p:spPr/>
        <p:txBody>
          <a:bodyPr>
            <a:normAutofit/>
          </a:bodyPr>
          <a:lstStyle/>
          <a:p>
            <a:r>
              <a:rPr lang="en-GB" dirty="0"/>
              <a:t>Fraud</a:t>
            </a:r>
          </a:p>
          <a:p>
            <a:pPr lvl="1"/>
            <a:r>
              <a:rPr lang="en-GB" dirty="0"/>
              <a:t>Crime of obtaining goods, services, or property through deception</a:t>
            </a:r>
          </a:p>
          <a:p>
            <a:pPr lvl="1"/>
            <a:r>
              <a:rPr lang="en-GB" dirty="0"/>
              <a:t>Examples include </a:t>
            </a:r>
            <a:r>
              <a:rPr lang="en-US" dirty="0"/>
              <a:t>fraud involves selling fake or counterfeit items, or taking payment with no intention to ship or deliver the item.</a:t>
            </a:r>
          </a:p>
          <a:p>
            <a:pPr lvl="1"/>
            <a:r>
              <a:rPr lang="en-US" dirty="0"/>
              <a:t>Criminals solicit people to make donations to various causes that do not actually exist.</a:t>
            </a:r>
          </a:p>
          <a:p>
            <a:pPr lvl="1"/>
            <a:r>
              <a:rPr lang="en-US" dirty="0"/>
              <a:t>Criminals promise income to people who sign up for their fictitious work-from-home job, often requiring that money be paid up front with the promise of a big payoff in a short amount of time.</a:t>
            </a:r>
            <a:endParaRPr lang="en-GB" dirty="0"/>
          </a:p>
        </p:txBody>
      </p:sp>
      <p:sp>
        <p:nvSpPr>
          <p:cNvPr id="29700"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r>
              <a:rPr lang="en-US">
                <a:solidFill>
                  <a:srgbClr val="000000"/>
                </a:solidFill>
              </a:rPr>
              <a:t>Ethics in Information Technology, Fourth Edition</a:t>
            </a:r>
            <a:endParaRPr lang="en-GB">
              <a:solidFill>
                <a:srgbClr val="000000"/>
              </a:solidFill>
            </a:endParaRPr>
          </a:p>
        </p:txBody>
      </p:sp>
      <p:sp>
        <p:nvSpPr>
          <p:cNvPr id="29701"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fld id="{B53B10D4-B319-42E2-80AF-4310D85B2197}" type="slidenum">
              <a:rPr lang="en-GB" smtClean="0">
                <a:solidFill>
                  <a:srgbClr val="000000"/>
                </a:solidFill>
              </a:rPr>
              <a:pPr eaLnBrk="1" hangingPunct="1">
                <a:buFont typeface="Arial" pitchFamily="34" charset="0"/>
                <a:buNone/>
              </a:pPr>
              <a:t>13</a:t>
            </a:fld>
            <a:endParaRPr lang="en-GB">
              <a:solidFill>
                <a:srgbClr val="000000"/>
              </a:solidFill>
            </a:endParaRPr>
          </a:p>
        </p:txBody>
      </p:sp>
    </p:spTree>
    <p:extLst>
      <p:ext uri="{BB962C8B-B14F-4D97-AF65-F5344CB8AC3E}">
        <p14:creationId xmlns:p14="http://schemas.microsoft.com/office/powerpoint/2010/main" val="3367399003"/>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1"/>
          <p:cNvSpPr>
            <a:spLocks noGrp="1" noChangeArrowheads="1"/>
          </p:cNvSpPr>
          <p:nvPr>
            <p:ph type="title"/>
          </p:nvPr>
        </p:nvSpPr>
        <p:spPr/>
        <p:txBody>
          <a:bodyPr>
            <a:normAutofit fontScale="90000"/>
          </a:bodyPr>
          <a:lstStyle/>
          <a:p>
            <a:r>
              <a:rPr lang="en-GB" dirty="0"/>
              <a:t>Relationships Between IT Workers and Clients (cont’d.)</a:t>
            </a:r>
          </a:p>
        </p:txBody>
      </p:sp>
      <p:sp>
        <p:nvSpPr>
          <p:cNvPr id="29699" name="Rectangle 2"/>
          <p:cNvSpPr>
            <a:spLocks noGrp="1" noChangeArrowheads="1"/>
          </p:cNvSpPr>
          <p:nvPr>
            <p:ph idx="1"/>
          </p:nvPr>
        </p:nvSpPr>
        <p:spPr/>
        <p:txBody>
          <a:bodyPr>
            <a:normAutofit/>
          </a:bodyPr>
          <a:lstStyle/>
          <a:p>
            <a:endParaRPr lang="en-GB" dirty="0"/>
          </a:p>
          <a:p>
            <a:r>
              <a:rPr lang="en-GB" dirty="0"/>
              <a:t>Misrepresentation</a:t>
            </a:r>
          </a:p>
          <a:p>
            <a:pPr lvl="1"/>
            <a:r>
              <a:rPr lang="en-GB" dirty="0"/>
              <a:t>Misstatement or incomplete statement of material fact</a:t>
            </a:r>
          </a:p>
          <a:p>
            <a:pPr lvl="1"/>
            <a:r>
              <a:rPr lang="en-GB" dirty="0"/>
              <a:t>If misrepresentation causes a party to enter into a contract, that party may have the right to cancel contract or seek reimbursement for damages</a:t>
            </a:r>
          </a:p>
          <a:p>
            <a:pPr lvl="1"/>
            <a:r>
              <a:rPr lang="en-US" dirty="0"/>
              <a:t>For example, telling someone a stereo is "practically new" so that they buy it, when it is in fact 5 years old and heavily used.</a:t>
            </a:r>
          </a:p>
          <a:p>
            <a:pPr lvl="1"/>
            <a:r>
              <a:rPr lang="en-US" dirty="0"/>
              <a:t>Data Analysis or reporting on fake data.</a:t>
            </a:r>
            <a:endParaRPr lang="en-GB" dirty="0"/>
          </a:p>
        </p:txBody>
      </p:sp>
      <p:sp>
        <p:nvSpPr>
          <p:cNvPr id="29700"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r>
              <a:rPr lang="en-US">
                <a:solidFill>
                  <a:srgbClr val="000000"/>
                </a:solidFill>
              </a:rPr>
              <a:t>Ethics in Information Technology, Fourth Edition</a:t>
            </a:r>
            <a:endParaRPr lang="en-GB">
              <a:solidFill>
                <a:srgbClr val="000000"/>
              </a:solidFill>
            </a:endParaRPr>
          </a:p>
        </p:txBody>
      </p:sp>
      <p:sp>
        <p:nvSpPr>
          <p:cNvPr id="29701"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fld id="{B53B10D4-B319-42E2-80AF-4310D85B2197}" type="slidenum">
              <a:rPr lang="en-GB" smtClean="0">
                <a:solidFill>
                  <a:srgbClr val="000000"/>
                </a:solidFill>
              </a:rPr>
              <a:pPr eaLnBrk="1" hangingPunct="1">
                <a:buFont typeface="Arial" pitchFamily="34" charset="0"/>
                <a:buNone/>
              </a:pPr>
              <a:t>14</a:t>
            </a:fld>
            <a:endParaRPr lang="en-GB">
              <a:solidFill>
                <a:srgbClr val="000000"/>
              </a:solidFill>
            </a:endParaRPr>
          </a:p>
        </p:txBody>
      </p:sp>
    </p:spTree>
    <p:extLst>
      <p:ext uri="{BB962C8B-B14F-4D97-AF65-F5344CB8AC3E}">
        <p14:creationId xmlns:p14="http://schemas.microsoft.com/office/powerpoint/2010/main" val="2424487714"/>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
          <p:cNvSpPr>
            <a:spLocks noGrp="1" noChangeArrowheads="1"/>
          </p:cNvSpPr>
          <p:nvPr>
            <p:ph type="title"/>
          </p:nvPr>
        </p:nvSpPr>
        <p:spPr/>
        <p:txBody>
          <a:bodyPr>
            <a:normAutofit/>
          </a:bodyPr>
          <a:lstStyle/>
          <a:p>
            <a:r>
              <a:rPr lang="en-GB" dirty="0"/>
              <a:t>Relationships Between IT Workers and Clients</a:t>
            </a:r>
          </a:p>
        </p:txBody>
      </p:sp>
      <p:sp>
        <p:nvSpPr>
          <p:cNvPr id="30723" name="Rectangle 2"/>
          <p:cNvSpPr>
            <a:spLocks noGrp="1" noChangeArrowheads="1"/>
          </p:cNvSpPr>
          <p:nvPr>
            <p:ph idx="1"/>
          </p:nvPr>
        </p:nvSpPr>
        <p:spPr/>
        <p:txBody>
          <a:bodyPr>
            <a:normAutofit/>
          </a:bodyPr>
          <a:lstStyle/>
          <a:p>
            <a:pPr algn="just"/>
            <a:endParaRPr lang="en-GB" dirty="0"/>
          </a:p>
          <a:p>
            <a:pPr algn="just"/>
            <a:r>
              <a:rPr lang="en-GB" dirty="0"/>
              <a:t>Breach of contract </a:t>
            </a:r>
          </a:p>
          <a:p>
            <a:pPr lvl="1" algn="just"/>
            <a:r>
              <a:rPr lang="en-GB" dirty="0"/>
              <a:t>One party fails to meet the terms of a contract</a:t>
            </a:r>
          </a:p>
          <a:p>
            <a:pPr lvl="1" algn="just"/>
            <a:r>
              <a:rPr lang="en-GB" dirty="0"/>
              <a:t>When there is </a:t>
            </a:r>
            <a:r>
              <a:rPr lang="en-GB" b="1" dirty="0">
                <a:solidFill>
                  <a:srgbClr val="00B050"/>
                </a:solidFill>
              </a:rPr>
              <a:t>breach of contract</a:t>
            </a:r>
            <a:r>
              <a:rPr lang="en-GB" dirty="0"/>
              <a:t>:</a:t>
            </a:r>
          </a:p>
          <a:p>
            <a:pPr lvl="2" algn="just"/>
            <a:r>
              <a:rPr lang="en-GB" dirty="0"/>
              <a:t>The non-breaching party may rescind(withdraw) the contract, seek restitution of any compensation paid to the breaching party, and be discharged from any further performance under the contract</a:t>
            </a:r>
          </a:p>
          <a:p>
            <a:pPr algn="just"/>
            <a:endParaRPr lang="en-GB" dirty="0"/>
          </a:p>
          <a:p>
            <a:pPr algn="just"/>
            <a:endParaRPr lang="en-GB" dirty="0"/>
          </a:p>
          <a:p>
            <a:pPr algn="just"/>
            <a:r>
              <a:rPr lang="en-GB" dirty="0"/>
              <a:t>IT projects are joint efforts in which vendors and customers work together</a:t>
            </a:r>
          </a:p>
          <a:p>
            <a:pPr lvl="1"/>
            <a:r>
              <a:rPr lang="en-GB" dirty="0"/>
              <a:t>When there are problems, it is difficult to assign who is at fault</a:t>
            </a:r>
          </a:p>
          <a:p>
            <a:pPr lvl="1"/>
            <a:r>
              <a:rPr lang="en-GB" dirty="0"/>
              <a:t>Problems can occur if customer changes scope of project or poor communication from either sides etc. </a:t>
            </a:r>
          </a:p>
        </p:txBody>
      </p:sp>
      <p:sp>
        <p:nvSpPr>
          <p:cNvPr id="30724"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r>
              <a:rPr lang="en-US">
                <a:solidFill>
                  <a:srgbClr val="000000"/>
                </a:solidFill>
              </a:rPr>
              <a:t>Ethics in Information Technology, Fourth Edition</a:t>
            </a:r>
            <a:endParaRPr lang="en-GB">
              <a:solidFill>
                <a:srgbClr val="000000"/>
              </a:solidFill>
            </a:endParaRPr>
          </a:p>
        </p:txBody>
      </p:sp>
      <p:sp>
        <p:nvSpPr>
          <p:cNvPr id="30725"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fld id="{C691D32B-95DE-4759-A9AC-B2362E563866}" type="slidenum">
              <a:rPr lang="en-GB" smtClean="0">
                <a:solidFill>
                  <a:srgbClr val="000000"/>
                </a:solidFill>
              </a:rPr>
              <a:pPr eaLnBrk="1" hangingPunct="1">
                <a:buFont typeface="Arial" pitchFamily="34" charset="0"/>
                <a:buNone/>
              </a:pPr>
              <a:t>15</a:t>
            </a:fld>
            <a:endParaRPr lang="en-GB">
              <a:solidFill>
                <a:srgbClr val="000000"/>
              </a:solidFill>
            </a:endParaRPr>
          </a:p>
        </p:txBody>
      </p:sp>
    </p:spTree>
    <p:extLst>
      <p:ext uri="{BB962C8B-B14F-4D97-AF65-F5344CB8AC3E}">
        <p14:creationId xmlns:p14="http://schemas.microsoft.com/office/powerpoint/2010/main" val="3069380011"/>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
          <p:cNvSpPr>
            <a:spLocks noGrp="1" noChangeArrowheads="1"/>
          </p:cNvSpPr>
          <p:nvPr>
            <p:ph type="title"/>
          </p:nvPr>
        </p:nvSpPr>
        <p:spPr/>
        <p:txBody>
          <a:bodyPr>
            <a:normAutofit/>
          </a:bodyPr>
          <a:lstStyle/>
          <a:p>
            <a:r>
              <a:rPr lang="en-GB" dirty="0"/>
              <a:t>Relationships Between IT Workers and Suppliers</a:t>
            </a:r>
          </a:p>
        </p:txBody>
      </p:sp>
      <p:sp>
        <p:nvSpPr>
          <p:cNvPr id="31747" name="Rectangle 2"/>
          <p:cNvSpPr>
            <a:spLocks noGrp="1" noChangeArrowheads="1"/>
          </p:cNvSpPr>
          <p:nvPr>
            <p:ph idx="1"/>
          </p:nvPr>
        </p:nvSpPr>
        <p:spPr/>
        <p:txBody>
          <a:bodyPr/>
          <a:lstStyle/>
          <a:p>
            <a:pPr algn="just"/>
            <a:r>
              <a:rPr lang="en-GB" dirty="0"/>
              <a:t>Develop good working relationships with suppliers:</a:t>
            </a:r>
          </a:p>
          <a:p>
            <a:pPr lvl="1" algn="just"/>
            <a:r>
              <a:rPr lang="en-GB" dirty="0"/>
              <a:t>To encourage flow of useful information and ideas to develop innovative and cost-effective ways of using the supplier in ways that the IT worker may not have considered</a:t>
            </a:r>
          </a:p>
          <a:p>
            <a:pPr lvl="1" algn="just"/>
            <a:r>
              <a:rPr lang="en-GB" dirty="0"/>
              <a:t>By dealing fairly with them</a:t>
            </a:r>
          </a:p>
          <a:p>
            <a:pPr lvl="1" algn="just"/>
            <a:r>
              <a:rPr lang="en-GB" dirty="0"/>
              <a:t>By not making unreasonable demands</a:t>
            </a:r>
          </a:p>
          <a:p>
            <a:pPr algn="just"/>
            <a:endParaRPr lang="en-GB" dirty="0"/>
          </a:p>
        </p:txBody>
      </p:sp>
      <p:sp>
        <p:nvSpPr>
          <p:cNvPr id="31748"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r>
              <a:rPr lang="en-US">
                <a:solidFill>
                  <a:srgbClr val="000000"/>
                </a:solidFill>
              </a:rPr>
              <a:t>Ethics in Information Technology, Fourth Edition</a:t>
            </a:r>
            <a:endParaRPr lang="en-GB">
              <a:solidFill>
                <a:srgbClr val="000000"/>
              </a:solidFill>
            </a:endParaRPr>
          </a:p>
        </p:txBody>
      </p:sp>
      <p:sp>
        <p:nvSpPr>
          <p:cNvPr id="31749"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fld id="{67477A0A-4E62-496B-968A-3773A4E1F426}" type="slidenum">
              <a:rPr lang="en-GB" smtClean="0">
                <a:solidFill>
                  <a:srgbClr val="000000"/>
                </a:solidFill>
              </a:rPr>
              <a:pPr eaLnBrk="1" hangingPunct="1">
                <a:buFont typeface="Arial" pitchFamily="34" charset="0"/>
                <a:buNone/>
              </a:pPr>
              <a:t>16</a:t>
            </a:fld>
            <a:endParaRPr lang="en-GB">
              <a:solidFill>
                <a:srgbClr val="000000"/>
              </a:solidFill>
            </a:endParaRPr>
          </a:p>
        </p:txBody>
      </p:sp>
    </p:spTree>
    <p:extLst>
      <p:ext uri="{BB962C8B-B14F-4D97-AF65-F5344CB8AC3E}">
        <p14:creationId xmlns:p14="http://schemas.microsoft.com/office/powerpoint/2010/main" val="658575688"/>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1"/>
          <p:cNvSpPr>
            <a:spLocks noGrp="1" noChangeArrowheads="1"/>
          </p:cNvSpPr>
          <p:nvPr>
            <p:ph type="title"/>
          </p:nvPr>
        </p:nvSpPr>
        <p:spPr/>
        <p:txBody>
          <a:bodyPr>
            <a:normAutofit/>
          </a:bodyPr>
          <a:lstStyle/>
          <a:p>
            <a:r>
              <a:rPr lang="en-GB" dirty="0"/>
              <a:t>Relationships Between IT Workers and Suppliers</a:t>
            </a:r>
          </a:p>
        </p:txBody>
      </p:sp>
      <p:sp>
        <p:nvSpPr>
          <p:cNvPr id="32771" name="Rectangle 2"/>
          <p:cNvSpPr>
            <a:spLocks noGrp="1" noChangeArrowheads="1"/>
          </p:cNvSpPr>
          <p:nvPr>
            <p:ph idx="1"/>
          </p:nvPr>
        </p:nvSpPr>
        <p:spPr/>
        <p:txBody>
          <a:bodyPr>
            <a:normAutofit/>
          </a:bodyPr>
          <a:lstStyle/>
          <a:p>
            <a:r>
              <a:rPr lang="en-GB" dirty="0"/>
              <a:t>Bribery</a:t>
            </a:r>
          </a:p>
          <a:p>
            <a:pPr lvl="1" algn="just"/>
            <a:r>
              <a:rPr lang="en-GB" dirty="0"/>
              <a:t>Providing money, property, or favours to obtain a business advantage</a:t>
            </a:r>
          </a:p>
          <a:p>
            <a:pPr lvl="1" algn="just"/>
            <a:r>
              <a:rPr lang="en-GB" dirty="0"/>
              <a:t>Example a software supplier offers money to IT worker to get its business. </a:t>
            </a:r>
          </a:p>
          <a:p>
            <a:pPr lvl="2" algn="just"/>
            <a:r>
              <a:rPr lang="en-GB" dirty="0"/>
              <a:t>Kickback/payoff</a:t>
            </a:r>
          </a:p>
          <a:p>
            <a:pPr lvl="1" algn="just"/>
            <a:endParaRPr lang="en-GB" dirty="0"/>
          </a:p>
          <a:p>
            <a:pPr lvl="1" algn="just"/>
            <a:r>
              <a:rPr lang="en-GB" dirty="0"/>
              <a:t>At what point does a gift become a bribe?</a:t>
            </a:r>
          </a:p>
          <a:p>
            <a:pPr lvl="1" algn="just"/>
            <a:r>
              <a:rPr lang="en-GB" dirty="0"/>
              <a:t>No gift should be hidden</a:t>
            </a:r>
          </a:p>
          <a:p>
            <a:pPr lvl="1" algn="just"/>
            <a:r>
              <a:rPr lang="en-GB" dirty="0"/>
              <a:t>Perceptions of donor and recipient can differ</a:t>
            </a:r>
          </a:p>
          <a:p>
            <a:pPr lvl="1"/>
            <a:endParaRPr lang="en-GB" dirty="0"/>
          </a:p>
          <a:p>
            <a:pPr lvl="1"/>
            <a:endParaRPr lang="en-GB" dirty="0"/>
          </a:p>
        </p:txBody>
      </p:sp>
      <p:sp>
        <p:nvSpPr>
          <p:cNvPr id="32772"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r>
              <a:rPr lang="en-US">
                <a:solidFill>
                  <a:srgbClr val="000000"/>
                </a:solidFill>
              </a:rPr>
              <a:t>Ethics in Information Technology, Fourth Edition</a:t>
            </a:r>
            <a:endParaRPr lang="en-GB">
              <a:solidFill>
                <a:srgbClr val="000000"/>
              </a:solidFill>
            </a:endParaRPr>
          </a:p>
        </p:txBody>
      </p:sp>
      <p:sp>
        <p:nvSpPr>
          <p:cNvPr id="32773"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fld id="{5ED37475-8288-4082-A73A-F0ED2E8C1315}" type="slidenum">
              <a:rPr lang="en-GB" smtClean="0">
                <a:solidFill>
                  <a:srgbClr val="000000"/>
                </a:solidFill>
              </a:rPr>
              <a:pPr eaLnBrk="1" hangingPunct="1">
                <a:buFont typeface="Arial" pitchFamily="34" charset="0"/>
                <a:buNone/>
              </a:pPr>
              <a:t>17</a:t>
            </a:fld>
            <a:endParaRPr lang="en-GB">
              <a:solidFill>
                <a:srgbClr val="000000"/>
              </a:solidFill>
            </a:endParaRPr>
          </a:p>
        </p:txBody>
      </p:sp>
    </p:spTree>
    <p:extLst>
      <p:ext uri="{BB962C8B-B14F-4D97-AF65-F5344CB8AC3E}">
        <p14:creationId xmlns:p14="http://schemas.microsoft.com/office/powerpoint/2010/main" val="1262450882"/>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Title 6"/>
          <p:cNvSpPr>
            <a:spLocks noGrp="1"/>
          </p:cNvSpPr>
          <p:nvPr>
            <p:ph type="title"/>
          </p:nvPr>
        </p:nvSpPr>
        <p:spPr/>
        <p:txBody>
          <a:bodyPr>
            <a:normAutofit/>
          </a:bodyPr>
          <a:lstStyle/>
          <a:p>
            <a:r>
              <a:rPr lang="en-GB" dirty="0"/>
              <a:t>Relationships Between IT Workers and Suppliers</a:t>
            </a:r>
            <a:endParaRPr lang="en-US" dirty="0"/>
          </a:p>
        </p:txBody>
      </p:sp>
      <p:sp>
        <p:nvSpPr>
          <p:cNvPr id="33794"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r>
              <a:rPr lang="en-US">
                <a:solidFill>
                  <a:srgbClr val="000000"/>
                </a:solidFill>
              </a:rPr>
              <a:t>Ethics in Information Technology, Fourth Edition</a:t>
            </a:r>
            <a:endParaRPr lang="en-GB" sz="1800">
              <a:solidFill>
                <a:srgbClr val="000000"/>
              </a:solidFill>
            </a:endParaRPr>
          </a:p>
        </p:txBody>
      </p:sp>
      <p:sp>
        <p:nvSpPr>
          <p:cNvPr id="33795"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fld id="{A1085BE6-9F5B-4A19-B748-72D8E4E53DDD}" type="slidenum">
              <a:rPr lang="en-GB" smtClean="0">
                <a:solidFill>
                  <a:srgbClr val="000000"/>
                </a:solidFill>
              </a:rPr>
              <a:pPr eaLnBrk="1" hangingPunct="1">
                <a:buFont typeface="Arial" pitchFamily="34" charset="0"/>
                <a:buNone/>
              </a:pPr>
              <a:t>18</a:t>
            </a:fld>
            <a:endParaRPr lang="en-GB" sz="1800">
              <a:solidFill>
                <a:srgbClr val="000000"/>
              </a:solidFill>
            </a:endParaRPr>
          </a:p>
        </p:txBody>
      </p:sp>
      <p:pic>
        <p:nvPicPr>
          <p:cNvPr id="33797"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3091" y="2181226"/>
            <a:ext cx="8505826" cy="315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28179341"/>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
          <p:cNvSpPr>
            <a:spLocks noGrp="1" noChangeArrowheads="1"/>
          </p:cNvSpPr>
          <p:nvPr>
            <p:ph type="title"/>
          </p:nvPr>
        </p:nvSpPr>
        <p:spPr/>
        <p:txBody>
          <a:bodyPr>
            <a:normAutofit fontScale="90000"/>
          </a:bodyPr>
          <a:lstStyle/>
          <a:p>
            <a:r>
              <a:rPr lang="en-GB" dirty="0"/>
              <a:t>Relationships Between IT Workers and Other Professionals</a:t>
            </a:r>
          </a:p>
        </p:txBody>
      </p:sp>
      <p:sp>
        <p:nvSpPr>
          <p:cNvPr id="34819" name="Rectangle 2"/>
          <p:cNvSpPr>
            <a:spLocks noGrp="1" noChangeArrowheads="1"/>
          </p:cNvSpPr>
          <p:nvPr>
            <p:ph idx="1"/>
          </p:nvPr>
        </p:nvSpPr>
        <p:spPr/>
        <p:txBody>
          <a:bodyPr>
            <a:normAutofit/>
          </a:bodyPr>
          <a:lstStyle/>
          <a:p>
            <a:endParaRPr lang="en-GB" dirty="0"/>
          </a:p>
          <a:p>
            <a:r>
              <a:rPr lang="en-GB" dirty="0"/>
              <a:t>Professionals feel a degree of loyalty to other members of their profession</a:t>
            </a:r>
          </a:p>
          <a:p>
            <a:r>
              <a:rPr lang="en-GB" dirty="0"/>
              <a:t>Professionals owe each other adherence to their profession’s code of conduct</a:t>
            </a:r>
          </a:p>
          <a:p>
            <a:r>
              <a:rPr lang="en-GB" dirty="0"/>
              <a:t>Ethical problems among the IT profession</a:t>
            </a:r>
          </a:p>
          <a:p>
            <a:pPr lvl="1"/>
            <a:r>
              <a:rPr lang="en-GB" dirty="0"/>
              <a:t>Résumé inflation on 30% of U.S. job applications</a:t>
            </a:r>
          </a:p>
          <a:p>
            <a:pPr lvl="1"/>
            <a:r>
              <a:rPr lang="en-GB" dirty="0"/>
              <a:t>Inappropriate sharing of corporate information</a:t>
            </a:r>
          </a:p>
          <a:p>
            <a:pPr lvl="2"/>
            <a:r>
              <a:rPr lang="en-GB" dirty="0"/>
              <a:t>Information might be sold intentionally or shared informally with those who have no need to know</a:t>
            </a:r>
          </a:p>
        </p:txBody>
      </p:sp>
      <p:sp>
        <p:nvSpPr>
          <p:cNvPr id="34820"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r>
              <a:rPr lang="en-US">
                <a:solidFill>
                  <a:srgbClr val="000000"/>
                </a:solidFill>
              </a:rPr>
              <a:t>Ethics in Information Technology, Fourth Edition</a:t>
            </a:r>
            <a:endParaRPr lang="en-GB">
              <a:solidFill>
                <a:srgbClr val="000000"/>
              </a:solidFill>
            </a:endParaRPr>
          </a:p>
        </p:txBody>
      </p:sp>
      <p:sp>
        <p:nvSpPr>
          <p:cNvPr id="34821"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fld id="{D4C25BC3-5F7F-4072-8294-6705230C95A4}" type="slidenum">
              <a:rPr lang="en-GB" smtClean="0">
                <a:solidFill>
                  <a:srgbClr val="000000"/>
                </a:solidFill>
              </a:rPr>
              <a:pPr eaLnBrk="1" hangingPunct="1">
                <a:buFont typeface="Arial" pitchFamily="34" charset="0"/>
                <a:buNone/>
              </a:pPr>
              <a:t>19</a:t>
            </a:fld>
            <a:endParaRPr lang="en-GB">
              <a:solidFill>
                <a:srgbClr val="000000"/>
              </a:solidFill>
            </a:endParaRPr>
          </a:p>
        </p:txBody>
      </p:sp>
    </p:spTree>
    <p:extLst>
      <p:ext uri="{BB962C8B-B14F-4D97-AF65-F5344CB8AC3E}">
        <p14:creationId xmlns:p14="http://schemas.microsoft.com/office/powerpoint/2010/main" val="4255947583"/>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1"/>
          <p:cNvSpPr>
            <a:spLocks noGrp="1" noChangeArrowheads="1"/>
          </p:cNvSpPr>
          <p:nvPr>
            <p:ph type="title"/>
          </p:nvPr>
        </p:nvSpPr>
        <p:spPr/>
        <p:txBody>
          <a:bodyPr>
            <a:normAutofit/>
          </a:bodyPr>
          <a:lstStyle/>
          <a:p>
            <a:r>
              <a:rPr lang="en-GB" dirty="0"/>
              <a:t>Relationships Between IT Workers and IT Users</a:t>
            </a:r>
          </a:p>
        </p:txBody>
      </p:sp>
      <p:sp>
        <p:nvSpPr>
          <p:cNvPr id="35843" name="Rectangle 2"/>
          <p:cNvSpPr>
            <a:spLocks noGrp="1" noChangeArrowheads="1"/>
          </p:cNvSpPr>
          <p:nvPr>
            <p:ph idx="1"/>
          </p:nvPr>
        </p:nvSpPr>
        <p:spPr/>
        <p:txBody>
          <a:bodyPr>
            <a:normAutofit/>
          </a:bodyPr>
          <a:lstStyle/>
          <a:p>
            <a:pPr algn="just"/>
            <a:r>
              <a:rPr lang="en-GB" dirty="0"/>
              <a:t>IT user: person using a hardware or software product </a:t>
            </a:r>
          </a:p>
          <a:p>
            <a:pPr algn="just"/>
            <a:endParaRPr lang="en-GB" dirty="0"/>
          </a:p>
          <a:p>
            <a:pPr algn="just"/>
            <a:r>
              <a:rPr lang="en-GB" dirty="0"/>
              <a:t>IT workers’ duties</a:t>
            </a:r>
          </a:p>
          <a:p>
            <a:pPr lvl="1" algn="just"/>
            <a:r>
              <a:rPr lang="en-GB" dirty="0"/>
              <a:t>Understand users’ needs and capabilities </a:t>
            </a:r>
          </a:p>
          <a:p>
            <a:pPr lvl="1" algn="just"/>
            <a:r>
              <a:rPr lang="en-GB" dirty="0"/>
              <a:t>Deliver products and services that meet those needs</a:t>
            </a:r>
          </a:p>
          <a:p>
            <a:pPr lvl="1" algn="just"/>
            <a:r>
              <a:rPr lang="en-GB" dirty="0"/>
              <a:t>Establish environment that supports ethical </a:t>
            </a:r>
            <a:r>
              <a:rPr lang="en-GB" dirty="0" err="1"/>
              <a:t>behavior</a:t>
            </a:r>
            <a:r>
              <a:rPr lang="en-GB" dirty="0"/>
              <a:t>:</a:t>
            </a:r>
          </a:p>
          <a:p>
            <a:pPr lvl="2" algn="just"/>
            <a:r>
              <a:rPr lang="en-US" dirty="0"/>
              <a:t>To discourages software piracy</a:t>
            </a:r>
          </a:p>
          <a:p>
            <a:pPr lvl="2" algn="just"/>
            <a:r>
              <a:rPr lang="en-US" dirty="0"/>
              <a:t>To minimize inappropriate use of corporate computing resources</a:t>
            </a:r>
          </a:p>
          <a:p>
            <a:pPr lvl="2" algn="just"/>
            <a:r>
              <a:rPr lang="en-US" dirty="0"/>
              <a:t>To avoid inappropriate sharing of information</a:t>
            </a:r>
            <a:endParaRPr lang="en-GB" dirty="0"/>
          </a:p>
        </p:txBody>
      </p:sp>
      <p:sp>
        <p:nvSpPr>
          <p:cNvPr id="35844"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r>
              <a:rPr lang="en-US">
                <a:solidFill>
                  <a:srgbClr val="000000"/>
                </a:solidFill>
              </a:rPr>
              <a:t>Ethics in Information Technology, Fourth Edition</a:t>
            </a:r>
            <a:endParaRPr lang="en-GB">
              <a:solidFill>
                <a:srgbClr val="000000"/>
              </a:solidFill>
            </a:endParaRPr>
          </a:p>
        </p:txBody>
      </p:sp>
      <p:sp>
        <p:nvSpPr>
          <p:cNvPr id="35845"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fld id="{59C434D1-5208-4787-AD29-EFC13B4F6C42}" type="slidenum">
              <a:rPr lang="en-GB" smtClean="0">
                <a:solidFill>
                  <a:srgbClr val="000000"/>
                </a:solidFill>
              </a:rPr>
              <a:pPr eaLnBrk="1" hangingPunct="1">
                <a:buFont typeface="Arial" pitchFamily="34" charset="0"/>
                <a:buNone/>
              </a:pPr>
              <a:t>20</a:t>
            </a:fld>
            <a:endParaRPr lang="en-GB">
              <a:solidFill>
                <a:srgbClr val="000000"/>
              </a:solidFill>
            </a:endParaRPr>
          </a:p>
        </p:txBody>
      </p:sp>
    </p:spTree>
    <p:extLst>
      <p:ext uri="{BB962C8B-B14F-4D97-AF65-F5344CB8AC3E}">
        <p14:creationId xmlns:p14="http://schemas.microsoft.com/office/powerpoint/2010/main" val="2171459464"/>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1"/>
          <p:cNvSpPr>
            <a:spLocks noGrp="1" noChangeArrowheads="1"/>
          </p:cNvSpPr>
          <p:nvPr>
            <p:ph type="title"/>
          </p:nvPr>
        </p:nvSpPr>
        <p:spPr/>
        <p:txBody>
          <a:bodyPr>
            <a:normAutofit/>
          </a:bodyPr>
          <a:lstStyle/>
          <a:p>
            <a:r>
              <a:rPr lang="en-GB" dirty="0"/>
              <a:t>Relationships Between IT Workers and Society</a:t>
            </a:r>
          </a:p>
        </p:txBody>
      </p:sp>
      <p:sp>
        <p:nvSpPr>
          <p:cNvPr id="36867" name="Rectangle 2"/>
          <p:cNvSpPr>
            <a:spLocks noGrp="1" noChangeArrowheads="1"/>
          </p:cNvSpPr>
          <p:nvPr>
            <p:ph idx="1"/>
          </p:nvPr>
        </p:nvSpPr>
        <p:spPr/>
        <p:txBody>
          <a:bodyPr/>
          <a:lstStyle/>
          <a:p>
            <a:pPr algn="just"/>
            <a:r>
              <a:rPr lang="en-US" dirty="0"/>
              <a:t>Society expects members of a profession:</a:t>
            </a:r>
          </a:p>
          <a:p>
            <a:pPr lvl="1" algn="just"/>
            <a:r>
              <a:rPr lang="en-US" dirty="0"/>
              <a:t>To provide significant benefits</a:t>
            </a:r>
          </a:p>
          <a:p>
            <a:pPr lvl="1" algn="just"/>
            <a:r>
              <a:rPr lang="en-US" dirty="0"/>
              <a:t>To not cause harm through their actions </a:t>
            </a:r>
          </a:p>
          <a:p>
            <a:pPr algn="just"/>
            <a:r>
              <a:rPr lang="en-GB" sz="3600" b="1" dirty="0">
                <a:solidFill>
                  <a:srgbClr val="FF0000"/>
                </a:solidFill>
              </a:rPr>
              <a:t>Actions of an IT worker can affect society</a:t>
            </a:r>
          </a:p>
          <a:p>
            <a:pPr algn="just"/>
            <a:r>
              <a:rPr lang="en-US" dirty="0"/>
              <a:t>Professional organizations provide codes of ethics to guide IT workers’ actions</a:t>
            </a:r>
          </a:p>
          <a:p>
            <a:pPr lvl="1" algn="just"/>
            <a:r>
              <a:rPr lang="en-US" dirty="0"/>
              <a:t>A failure or an error in the system may put workers or residents near the plant at risk. </a:t>
            </a:r>
            <a:endParaRPr lang="en-GB" dirty="0"/>
          </a:p>
          <a:p>
            <a:endParaRPr lang="en-GB" dirty="0"/>
          </a:p>
        </p:txBody>
      </p:sp>
      <p:sp>
        <p:nvSpPr>
          <p:cNvPr id="36868"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r>
              <a:rPr lang="en-US">
                <a:solidFill>
                  <a:srgbClr val="000000"/>
                </a:solidFill>
              </a:rPr>
              <a:t>Ethics in Information Technology, Fourth Edition</a:t>
            </a:r>
            <a:endParaRPr lang="en-GB">
              <a:solidFill>
                <a:srgbClr val="000000"/>
              </a:solidFill>
            </a:endParaRPr>
          </a:p>
        </p:txBody>
      </p:sp>
      <p:sp>
        <p:nvSpPr>
          <p:cNvPr id="36869"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fld id="{05F126E4-0F35-4777-ACB5-0973AC5EE7DA}" type="slidenum">
              <a:rPr lang="en-GB" smtClean="0">
                <a:solidFill>
                  <a:srgbClr val="000000"/>
                </a:solidFill>
              </a:rPr>
              <a:pPr eaLnBrk="1" hangingPunct="1">
                <a:buFont typeface="Arial" pitchFamily="34" charset="0"/>
                <a:buNone/>
              </a:pPr>
              <a:t>21</a:t>
            </a:fld>
            <a:endParaRPr lang="en-GB">
              <a:solidFill>
                <a:srgbClr val="000000"/>
              </a:solidFill>
            </a:endParaRPr>
          </a:p>
        </p:txBody>
      </p:sp>
    </p:spTree>
    <p:extLst>
      <p:ext uri="{BB962C8B-B14F-4D97-AF65-F5344CB8AC3E}">
        <p14:creationId xmlns:p14="http://schemas.microsoft.com/office/powerpoint/2010/main" val="3733253818"/>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p:txBody>
          <a:bodyPr/>
          <a:lstStyle/>
          <a:p>
            <a:r>
              <a:rPr lang="en-US"/>
              <a:t>Professional Codes of Ethics</a:t>
            </a:r>
          </a:p>
        </p:txBody>
      </p:sp>
      <p:sp>
        <p:nvSpPr>
          <p:cNvPr id="37891" name="Content Placeholder 2"/>
          <p:cNvSpPr>
            <a:spLocks noGrp="1"/>
          </p:cNvSpPr>
          <p:nvPr>
            <p:ph idx="1"/>
          </p:nvPr>
        </p:nvSpPr>
        <p:spPr/>
        <p:txBody>
          <a:bodyPr>
            <a:normAutofit/>
          </a:bodyPr>
          <a:lstStyle/>
          <a:p>
            <a:pPr algn="just"/>
            <a:r>
              <a:rPr lang="en-US" dirty="0"/>
              <a:t>State the principles and core values that are essential to the work of an occupational group</a:t>
            </a:r>
          </a:p>
          <a:p>
            <a:pPr algn="just"/>
            <a:r>
              <a:rPr lang="en-US" dirty="0"/>
              <a:t>Most codes of ethics include:</a:t>
            </a:r>
          </a:p>
          <a:p>
            <a:pPr lvl="1" algn="just"/>
            <a:r>
              <a:rPr lang="en-US" dirty="0"/>
              <a:t>What the organization aspires to become</a:t>
            </a:r>
          </a:p>
          <a:p>
            <a:pPr lvl="1" algn="just"/>
            <a:r>
              <a:rPr lang="en-US" dirty="0"/>
              <a:t>Rules and principles by which members of the organization are expected to abide </a:t>
            </a:r>
          </a:p>
          <a:p>
            <a:pPr algn="just"/>
            <a:r>
              <a:rPr lang="en-US" dirty="0"/>
              <a:t>Many codes also include commitment to continuing education for those who practice the profession</a:t>
            </a:r>
          </a:p>
        </p:txBody>
      </p:sp>
      <p:sp>
        <p:nvSpPr>
          <p:cNvPr id="37892"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r>
              <a:rPr lang="en-US">
                <a:solidFill>
                  <a:srgbClr val="000000"/>
                </a:solidFill>
              </a:rPr>
              <a:t>Ethics in Information Technology, Fourth Edition</a:t>
            </a:r>
            <a:endParaRPr lang="en-GB">
              <a:solidFill>
                <a:srgbClr val="000000"/>
              </a:solidFill>
            </a:endParaRPr>
          </a:p>
        </p:txBody>
      </p:sp>
      <p:sp>
        <p:nvSpPr>
          <p:cNvPr id="37893"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fld id="{E4DE71DF-BC1D-414D-90D1-5570AB000538}" type="slidenum">
              <a:rPr lang="en-GB" smtClean="0">
                <a:solidFill>
                  <a:srgbClr val="000000"/>
                </a:solidFill>
              </a:rPr>
              <a:pPr eaLnBrk="1" hangingPunct="1">
                <a:buFont typeface="Arial" pitchFamily="34" charset="0"/>
                <a:buNone/>
              </a:pPr>
              <a:t>22</a:t>
            </a:fld>
            <a:endParaRPr lang="en-GB">
              <a:solidFill>
                <a:srgbClr val="000000"/>
              </a:solidFill>
            </a:endParaRPr>
          </a:p>
        </p:txBody>
      </p:sp>
    </p:spTree>
    <p:extLst>
      <p:ext uri="{BB962C8B-B14F-4D97-AF65-F5344CB8AC3E}">
        <p14:creationId xmlns:p14="http://schemas.microsoft.com/office/powerpoint/2010/main" val="31521486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p:txBody>
          <a:bodyPr>
            <a:normAutofit fontScale="90000"/>
          </a:bodyPr>
          <a:lstStyle/>
          <a:p>
            <a:r>
              <a:rPr lang="en-US"/>
              <a:t>Professional Codes of Ethics </a:t>
            </a:r>
            <a:br>
              <a:rPr lang="en-US"/>
            </a:br>
            <a:r>
              <a:rPr lang="en-US"/>
              <a:t>(cont’d.)</a:t>
            </a:r>
          </a:p>
        </p:txBody>
      </p:sp>
      <p:sp>
        <p:nvSpPr>
          <p:cNvPr id="38915" name="Content Placeholder 2"/>
          <p:cNvSpPr>
            <a:spLocks noGrp="1"/>
          </p:cNvSpPr>
          <p:nvPr>
            <p:ph idx="1"/>
          </p:nvPr>
        </p:nvSpPr>
        <p:spPr/>
        <p:txBody>
          <a:bodyPr/>
          <a:lstStyle/>
          <a:p>
            <a:pPr algn="just"/>
            <a:r>
              <a:rPr lang="en-US" dirty="0"/>
              <a:t>Following a professional code of ethics can produce benefits for the individual, the profession, and society as a whole</a:t>
            </a:r>
          </a:p>
          <a:p>
            <a:pPr lvl="1" algn="just"/>
            <a:r>
              <a:rPr lang="en-US" dirty="0"/>
              <a:t>Ethical decision making</a:t>
            </a:r>
          </a:p>
          <a:p>
            <a:pPr lvl="1" algn="just"/>
            <a:r>
              <a:rPr lang="en-US" dirty="0"/>
              <a:t>High standards of practice and ethical behavior</a:t>
            </a:r>
          </a:p>
          <a:p>
            <a:pPr lvl="1" algn="just"/>
            <a:r>
              <a:rPr lang="en-US" dirty="0"/>
              <a:t>Trust and respect from general public</a:t>
            </a:r>
          </a:p>
          <a:p>
            <a:pPr lvl="1" algn="just"/>
            <a:r>
              <a:rPr lang="en-US" dirty="0"/>
              <a:t>Evaluation benchmark for </a:t>
            </a:r>
            <a:r>
              <a:rPr lang="en-US" sz="4000" dirty="0">
                <a:solidFill>
                  <a:srgbClr val="00B050"/>
                </a:solidFill>
              </a:rPr>
              <a:t>self</a:t>
            </a:r>
            <a:r>
              <a:rPr lang="en-US" dirty="0"/>
              <a:t>-assessment</a:t>
            </a:r>
          </a:p>
        </p:txBody>
      </p:sp>
      <p:sp>
        <p:nvSpPr>
          <p:cNvPr id="38916"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r>
              <a:rPr lang="en-US">
                <a:solidFill>
                  <a:srgbClr val="000000"/>
                </a:solidFill>
              </a:rPr>
              <a:t>Ethics in Information Technology, Fourth Edition</a:t>
            </a:r>
            <a:endParaRPr lang="en-GB">
              <a:solidFill>
                <a:srgbClr val="000000"/>
              </a:solidFill>
            </a:endParaRPr>
          </a:p>
        </p:txBody>
      </p:sp>
      <p:sp>
        <p:nvSpPr>
          <p:cNvPr id="38917"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fld id="{FFDB0C94-0A20-4EAC-BE8E-170B6676B6DD}" type="slidenum">
              <a:rPr lang="en-GB" smtClean="0">
                <a:solidFill>
                  <a:srgbClr val="000000"/>
                </a:solidFill>
              </a:rPr>
              <a:pPr eaLnBrk="1" hangingPunct="1">
                <a:buFont typeface="Arial" pitchFamily="34" charset="0"/>
                <a:buNone/>
              </a:pPr>
              <a:t>23</a:t>
            </a:fld>
            <a:endParaRPr lang="en-GB">
              <a:solidFill>
                <a:srgbClr val="000000"/>
              </a:solidFill>
            </a:endParaRPr>
          </a:p>
        </p:txBody>
      </p:sp>
    </p:spTree>
    <p:extLst>
      <p:ext uri="{BB962C8B-B14F-4D97-AF65-F5344CB8AC3E}">
        <p14:creationId xmlns:p14="http://schemas.microsoft.com/office/powerpoint/2010/main" val="42297093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
          <p:cNvSpPr>
            <a:spLocks noGrp="1" noChangeArrowheads="1"/>
          </p:cNvSpPr>
          <p:nvPr>
            <p:ph type="title"/>
          </p:nvPr>
        </p:nvSpPr>
        <p:spPr/>
        <p:txBody>
          <a:bodyPr/>
          <a:lstStyle/>
          <a:p>
            <a:r>
              <a:rPr lang="en-GB"/>
              <a:t>Professional Organizations</a:t>
            </a:r>
          </a:p>
        </p:txBody>
      </p:sp>
      <p:sp>
        <p:nvSpPr>
          <p:cNvPr id="39939" name="Rectangle 2"/>
          <p:cNvSpPr>
            <a:spLocks noGrp="1" noChangeArrowheads="1"/>
          </p:cNvSpPr>
          <p:nvPr>
            <p:ph idx="1"/>
          </p:nvPr>
        </p:nvSpPr>
        <p:spPr>
          <a:xfrm>
            <a:off x="609600" y="1524001"/>
            <a:ext cx="10972800" cy="4876800"/>
          </a:xfrm>
        </p:spPr>
        <p:txBody>
          <a:bodyPr>
            <a:normAutofit/>
          </a:bodyPr>
          <a:lstStyle/>
          <a:p>
            <a:r>
              <a:rPr lang="en-GB" dirty="0"/>
              <a:t>No universal code of ethics for IT professionals</a:t>
            </a:r>
          </a:p>
          <a:p>
            <a:r>
              <a:rPr lang="en-GB" dirty="0"/>
              <a:t>Five of the most prominent organizations include:</a:t>
            </a:r>
          </a:p>
          <a:p>
            <a:pPr lvl="1"/>
            <a:r>
              <a:rPr lang="en-GB" dirty="0"/>
              <a:t>Association for Computing Machinery </a:t>
            </a:r>
            <a:r>
              <a:rPr lang="en-GB" sz="3000" b="1" dirty="0">
                <a:solidFill>
                  <a:srgbClr val="00B050"/>
                </a:solidFill>
              </a:rPr>
              <a:t>(ACM)</a:t>
            </a:r>
            <a:endParaRPr lang="en-GB" b="1" dirty="0">
              <a:solidFill>
                <a:srgbClr val="00B050"/>
              </a:solidFill>
            </a:endParaRPr>
          </a:p>
          <a:p>
            <a:pPr lvl="1"/>
            <a:r>
              <a:rPr lang="en-GB" dirty="0"/>
              <a:t>Institute of Electrical and Electronics Engineers Computer Society </a:t>
            </a:r>
            <a:r>
              <a:rPr lang="en-GB" b="1" dirty="0">
                <a:solidFill>
                  <a:srgbClr val="00B050"/>
                </a:solidFill>
              </a:rPr>
              <a:t>(IEEE-CS)</a:t>
            </a:r>
          </a:p>
          <a:p>
            <a:pPr lvl="1"/>
            <a:r>
              <a:rPr lang="en-GB" dirty="0"/>
              <a:t>Association of IT Professionals </a:t>
            </a:r>
            <a:r>
              <a:rPr lang="en-GB" sz="3000" b="1" dirty="0">
                <a:solidFill>
                  <a:srgbClr val="00B050"/>
                </a:solidFill>
              </a:rPr>
              <a:t>(AITP)</a:t>
            </a:r>
            <a:endParaRPr lang="en-GB" b="1" dirty="0">
              <a:solidFill>
                <a:srgbClr val="00B050"/>
              </a:solidFill>
            </a:endParaRPr>
          </a:p>
          <a:p>
            <a:pPr lvl="1"/>
            <a:r>
              <a:rPr lang="en-US" dirty="0" err="1"/>
              <a:t>SysAdmin</a:t>
            </a:r>
            <a:r>
              <a:rPr lang="en-US" dirty="0"/>
              <a:t>, Audit, Network, Security </a:t>
            </a:r>
            <a:r>
              <a:rPr lang="en-US" sz="3000" b="1" dirty="0">
                <a:solidFill>
                  <a:srgbClr val="00B050"/>
                </a:solidFill>
              </a:rPr>
              <a:t>(SANS) </a:t>
            </a:r>
            <a:r>
              <a:rPr lang="en-US" dirty="0"/>
              <a:t>Institute</a:t>
            </a:r>
          </a:p>
          <a:p>
            <a:pPr lvl="1"/>
            <a:r>
              <a:rPr lang="en-US" dirty="0"/>
              <a:t>Project Management Institute </a:t>
            </a:r>
            <a:r>
              <a:rPr lang="en-US" sz="3000" b="1" dirty="0">
                <a:solidFill>
                  <a:srgbClr val="00B050"/>
                </a:solidFill>
              </a:rPr>
              <a:t>(PMI)</a:t>
            </a:r>
            <a:endParaRPr lang="en-GB" sz="3000" b="1" dirty="0">
              <a:solidFill>
                <a:srgbClr val="00B050"/>
              </a:solidFill>
            </a:endParaRPr>
          </a:p>
        </p:txBody>
      </p:sp>
      <p:sp>
        <p:nvSpPr>
          <p:cNvPr id="39940"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r>
              <a:rPr lang="en-US">
                <a:solidFill>
                  <a:srgbClr val="000000"/>
                </a:solidFill>
              </a:rPr>
              <a:t>Ethics in Information Technology, Fourth Edition</a:t>
            </a:r>
            <a:endParaRPr lang="en-GB">
              <a:solidFill>
                <a:srgbClr val="000000"/>
              </a:solidFill>
            </a:endParaRPr>
          </a:p>
        </p:txBody>
      </p:sp>
      <p:sp>
        <p:nvSpPr>
          <p:cNvPr id="39941"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itchFamily="34" charset="0"/>
                <a:cs typeface="Arial" pitchFamily="34" charset="0"/>
              </a:defRPr>
            </a:lvl9pPr>
          </a:lstStyle>
          <a:p>
            <a:pPr eaLnBrk="1" hangingPunct="1">
              <a:buFont typeface="Arial" pitchFamily="34" charset="0"/>
              <a:buNone/>
            </a:pPr>
            <a:fld id="{A685A859-8E84-4721-AB7B-A19A00AA2561}" type="slidenum">
              <a:rPr lang="en-GB" smtClean="0">
                <a:solidFill>
                  <a:srgbClr val="000000"/>
                </a:solidFill>
              </a:rPr>
              <a:pPr eaLnBrk="1" hangingPunct="1">
                <a:buFont typeface="Arial" pitchFamily="34" charset="0"/>
                <a:buNone/>
              </a:pPr>
              <a:t>24</a:t>
            </a:fld>
            <a:endParaRPr lang="en-GB">
              <a:solidFill>
                <a:srgbClr val="000000"/>
              </a:solidFill>
            </a:endParaRPr>
          </a:p>
        </p:txBody>
      </p:sp>
    </p:spTree>
    <p:extLst>
      <p:ext uri="{BB962C8B-B14F-4D97-AF65-F5344CB8AC3E}">
        <p14:creationId xmlns:p14="http://schemas.microsoft.com/office/powerpoint/2010/main" val="2432465046"/>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
          <p:cNvSpPr>
            <a:spLocks noGrp="1" noChangeArrowheads="1"/>
          </p:cNvSpPr>
          <p:nvPr>
            <p:ph type="title"/>
          </p:nvPr>
        </p:nvSpPr>
        <p:spPr/>
        <p:txBody>
          <a:bodyPr/>
          <a:lstStyle/>
          <a:p>
            <a:r>
              <a:rPr lang="en-GB"/>
              <a:t>Certification</a:t>
            </a:r>
          </a:p>
        </p:txBody>
      </p:sp>
      <p:sp>
        <p:nvSpPr>
          <p:cNvPr id="40963" name="Rectangle 2"/>
          <p:cNvSpPr>
            <a:spLocks noGrp="1" noChangeArrowheads="1"/>
          </p:cNvSpPr>
          <p:nvPr>
            <p:ph idx="1"/>
          </p:nvPr>
        </p:nvSpPr>
        <p:spPr/>
        <p:txBody>
          <a:bodyPr>
            <a:normAutofit fontScale="92500" lnSpcReduction="10000"/>
          </a:bodyPr>
          <a:lstStyle/>
          <a:p>
            <a:r>
              <a:rPr lang="en-GB" dirty="0"/>
              <a:t>Indicates that a professional possesses a particular set of skills, knowledge, or abilities in the opinion of the certifying organization</a:t>
            </a:r>
          </a:p>
          <a:p>
            <a:endParaRPr lang="en-GB" dirty="0"/>
          </a:p>
          <a:p>
            <a:r>
              <a:rPr lang="en-GB" dirty="0"/>
              <a:t>Can also apply to products </a:t>
            </a:r>
          </a:p>
          <a:p>
            <a:pPr lvl="2"/>
            <a:r>
              <a:rPr lang="en-GB" dirty="0"/>
              <a:t>E.g. Wi-Fi Certified Logo</a:t>
            </a:r>
          </a:p>
          <a:p>
            <a:pPr lvl="2"/>
            <a:r>
              <a:rPr lang="en-GB" dirty="0"/>
              <a:t>Certified Wood </a:t>
            </a:r>
            <a:r>
              <a:rPr lang="en-GB" dirty="0" err="1"/>
              <a:t>etd</a:t>
            </a:r>
            <a:r>
              <a:rPr lang="en-GB" dirty="0"/>
              <a:t>. </a:t>
            </a:r>
          </a:p>
          <a:p>
            <a:endParaRPr lang="en-GB" dirty="0"/>
          </a:p>
          <a:p>
            <a:r>
              <a:rPr lang="en-GB" dirty="0"/>
              <a:t>Many Employers view certification as benchmark of knowledge, others may be cynical about value of certification </a:t>
            </a:r>
          </a:p>
          <a:p>
            <a:endParaRPr lang="en-GB" dirty="0"/>
          </a:p>
          <a:p>
            <a:r>
              <a:rPr lang="en-GB" dirty="0"/>
              <a:t>It workers are motivated to do certification as to earn new skills in a structured way. </a:t>
            </a:r>
          </a:p>
          <a:p>
            <a:endParaRPr lang="en-GB" dirty="0"/>
          </a:p>
          <a:p>
            <a:r>
              <a:rPr lang="en-GB" dirty="0"/>
              <a:t>Can bring upon additional revenue in some scenarios. </a:t>
            </a:r>
          </a:p>
        </p:txBody>
      </p:sp>
      <p:sp>
        <p:nvSpPr>
          <p:cNvPr id="40964"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9pPr>
          </a:lstStyle>
          <a:p>
            <a:pPr eaLnBrk="1" hangingPunct="1"/>
            <a:r>
              <a:rPr lang="en-US">
                <a:solidFill>
                  <a:srgbClr val="000000"/>
                </a:solidFill>
              </a:rPr>
              <a:t>Ethics in Information Technology, Fourth Edition</a:t>
            </a:r>
            <a:endParaRPr lang="en-GB">
              <a:solidFill>
                <a:srgbClr val="000000"/>
              </a:solidFill>
            </a:endParaRPr>
          </a:p>
        </p:txBody>
      </p:sp>
      <p:sp>
        <p:nvSpPr>
          <p:cNvPr id="40965"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9pPr>
          </a:lstStyle>
          <a:p>
            <a:pPr eaLnBrk="1" hangingPunct="1"/>
            <a:fld id="{B1BDD07B-2320-469F-BC94-2D3D1CF0372C}" type="slidenum">
              <a:rPr lang="en-GB" smtClean="0">
                <a:solidFill>
                  <a:srgbClr val="000000"/>
                </a:solidFill>
              </a:rPr>
              <a:pPr eaLnBrk="1" hangingPunct="1"/>
              <a:t>25</a:t>
            </a:fld>
            <a:endParaRPr lang="en-GB">
              <a:solidFill>
                <a:srgbClr val="000000"/>
              </a:solidFill>
            </a:endParaRPr>
          </a:p>
        </p:txBody>
      </p:sp>
    </p:spTree>
    <p:extLst>
      <p:ext uri="{BB962C8B-B14F-4D97-AF65-F5344CB8AC3E}">
        <p14:creationId xmlns:p14="http://schemas.microsoft.com/office/powerpoint/2010/main" val="1235349160"/>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1"/>
          <p:cNvSpPr>
            <a:spLocks noGrp="1" noChangeArrowheads="1"/>
          </p:cNvSpPr>
          <p:nvPr>
            <p:ph type="title"/>
          </p:nvPr>
        </p:nvSpPr>
        <p:spPr/>
        <p:txBody>
          <a:bodyPr/>
          <a:lstStyle/>
          <a:p>
            <a:r>
              <a:rPr lang="en-GB"/>
              <a:t>Certification (cont’d.)</a:t>
            </a:r>
          </a:p>
        </p:txBody>
      </p:sp>
      <p:sp>
        <p:nvSpPr>
          <p:cNvPr id="41987" name="Rectangle 2"/>
          <p:cNvSpPr>
            <a:spLocks noGrp="1" noChangeArrowheads="1"/>
          </p:cNvSpPr>
          <p:nvPr>
            <p:ph idx="1"/>
          </p:nvPr>
        </p:nvSpPr>
        <p:spPr/>
        <p:txBody>
          <a:bodyPr/>
          <a:lstStyle/>
          <a:p>
            <a:r>
              <a:rPr lang="en-GB" dirty="0"/>
              <a:t>Vendor certifications</a:t>
            </a:r>
          </a:p>
          <a:p>
            <a:pPr lvl="1"/>
            <a:r>
              <a:rPr lang="en-GB" dirty="0"/>
              <a:t>Some vendors such as cisco, IBM, Microsoft, offer certification for their products.</a:t>
            </a:r>
          </a:p>
          <a:p>
            <a:pPr lvl="2"/>
            <a:r>
              <a:rPr lang="en-GB" dirty="0"/>
              <a:t>Certified users of products</a:t>
            </a:r>
          </a:p>
          <a:p>
            <a:pPr lvl="1"/>
            <a:r>
              <a:rPr lang="en-GB" dirty="0"/>
              <a:t>Some certifications substantially improve IT workers’ salaries and career prospects if in demand. </a:t>
            </a:r>
          </a:p>
          <a:p>
            <a:pPr lvl="1"/>
            <a:r>
              <a:rPr lang="en-GB" dirty="0"/>
              <a:t>Require passing a written exam, or in some cases, a hands-on lab to demonstrate skills and knowledge (CISCO </a:t>
            </a:r>
            <a:r>
              <a:rPr lang="en-GB" dirty="0" err="1"/>
              <a:t>Cerftified</a:t>
            </a:r>
            <a:r>
              <a:rPr lang="en-GB" dirty="0"/>
              <a:t> Internetwork Expert CCIE certification)</a:t>
            </a:r>
          </a:p>
          <a:p>
            <a:pPr lvl="1"/>
            <a:r>
              <a:rPr lang="en-GB" dirty="0"/>
              <a:t>Course material &amp; training helps but training can be very expensive.</a:t>
            </a:r>
          </a:p>
          <a:p>
            <a:pPr lvl="1"/>
            <a:r>
              <a:rPr lang="en-GB" dirty="0"/>
              <a:t>SAP – valuable certification in terms of higher salaries and employment opportunities</a:t>
            </a:r>
          </a:p>
        </p:txBody>
      </p:sp>
      <p:sp>
        <p:nvSpPr>
          <p:cNvPr id="41988"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9pPr>
          </a:lstStyle>
          <a:p>
            <a:pPr eaLnBrk="1" hangingPunct="1"/>
            <a:r>
              <a:rPr lang="en-US">
                <a:solidFill>
                  <a:srgbClr val="000000"/>
                </a:solidFill>
              </a:rPr>
              <a:t>Ethics in Information Technology, Fourth Edition</a:t>
            </a:r>
            <a:endParaRPr lang="en-GB">
              <a:solidFill>
                <a:srgbClr val="000000"/>
              </a:solidFill>
            </a:endParaRPr>
          </a:p>
        </p:txBody>
      </p:sp>
      <p:sp>
        <p:nvSpPr>
          <p:cNvPr id="41989"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9pPr>
          </a:lstStyle>
          <a:p>
            <a:pPr eaLnBrk="1" hangingPunct="1"/>
            <a:fld id="{7CC45AFC-E663-4E27-9424-DCCD6C6A1268}" type="slidenum">
              <a:rPr lang="en-GB" smtClean="0">
                <a:solidFill>
                  <a:srgbClr val="000000"/>
                </a:solidFill>
              </a:rPr>
              <a:pPr eaLnBrk="1" hangingPunct="1"/>
              <a:t>26</a:t>
            </a:fld>
            <a:endParaRPr lang="en-GB">
              <a:solidFill>
                <a:srgbClr val="000000"/>
              </a:solidFill>
            </a:endParaRPr>
          </a:p>
        </p:txBody>
      </p:sp>
    </p:spTree>
    <p:extLst>
      <p:ext uri="{BB962C8B-B14F-4D97-AF65-F5344CB8AC3E}">
        <p14:creationId xmlns:p14="http://schemas.microsoft.com/office/powerpoint/2010/main" val="2205371002"/>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1"/>
          <p:cNvSpPr>
            <a:spLocks noGrp="1" noChangeArrowheads="1"/>
          </p:cNvSpPr>
          <p:nvPr>
            <p:ph type="title"/>
          </p:nvPr>
        </p:nvSpPr>
        <p:spPr/>
        <p:txBody>
          <a:bodyPr/>
          <a:lstStyle/>
          <a:p>
            <a:r>
              <a:rPr lang="en-GB" dirty="0"/>
              <a:t>Certification (cont’d.)</a:t>
            </a:r>
          </a:p>
        </p:txBody>
      </p:sp>
      <p:sp>
        <p:nvSpPr>
          <p:cNvPr id="43011" name="Rectangle 2"/>
          <p:cNvSpPr>
            <a:spLocks noGrp="1" noChangeArrowheads="1"/>
          </p:cNvSpPr>
          <p:nvPr>
            <p:ph idx="1"/>
          </p:nvPr>
        </p:nvSpPr>
        <p:spPr/>
        <p:txBody>
          <a:bodyPr/>
          <a:lstStyle/>
          <a:p>
            <a:r>
              <a:rPr lang="en-GB" dirty="0"/>
              <a:t>Industry association certifications</a:t>
            </a:r>
          </a:p>
          <a:p>
            <a:pPr lvl="1"/>
            <a:r>
              <a:rPr lang="en-GB" dirty="0"/>
              <a:t>Value varies depending upon career path &amp; what other certification they possess and nature of IT job market. </a:t>
            </a:r>
          </a:p>
          <a:p>
            <a:pPr lvl="1"/>
            <a:r>
              <a:rPr lang="en-GB" dirty="0"/>
              <a:t>Pre-</a:t>
            </a:r>
            <a:r>
              <a:rPr lang="en-GB" dirty="0" err="1"/>
              <a:t>req</a:t>
            </a:r>
            <a:r>
              <a:rPr lang="en-GB" dirty="0"/>
              <a:t>: Education + Experience, Must sit for and pass written exam</a:t>
            </a:r>
          </a:p>
          <a:p>
            <a:pPr lvl="1"/>
            <a:r>
              <a:rPr lang="en-GB" dirty="0"/>
              <a:t>Require a higher level of experience and a broader perspective than vendor certifications</a:t>
            </a:r>
          </a:p>
          <a:p>
            <a:pPr lvl="1"/>
            <a:r>
              <a:rPr lang="en-GB" dirty="0"/>
              <a:t>May need to pay annual renewal fee, earn continuing education credits, and/or pass renewal test</a:t>
            </a:r>
          </a:p>
          <a:p>
            <a:pPr lvl="1"/>
            <a:r>
              <a:rPr lang="en-US" dirty="0"/>
              <a:t>Are moving from purely technical content to a broader mix of technical, business, and behavioral competencies</a:t>
            </a:r>
          </a:p>
          <a:p>
            <a:pPr lvl="1"/>
            <a:r>
              <a:rPr lang="en-US" dirty="0"/>
              <a:t>Widely recognized certifications come from project management institute (PMI)</a:t>
            </a:r>
            <a:endParaRPr lang="en-GB" dirty="0"/>
          </a:p>
          <a:p>
            <a:pPr lvl="1"/>
            <a:endParaRPr lang="en-GB" dirty="0"/>
          </a:p>
          <a:p>
            <a:pPr lvl="1"/>
            <a:endParaRPr lang="en-GB" dirty="0"/>
          </a:p>
        </p:txBody>
      </p:sp>
      <p:sp>
        <p:nvSpPr>
          <p:cNvPr id="43012"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9pPr>
          </a:lstStyle>
          <a:p>
            <a:pPr eaLnBrk="1" hangingPunct="1"/>
            <a:r>
              <a:rPr lang="en-US">
                <a:solidFill>
                  <a:srgbClr val="000000"/>
                </a:solidFill>
              </a:rPr>
              <a:t>Ethics in Information Technology, Fourth Edition</a:t>
            </a:r>
            <a:endParaRPr lang="en-GB">
              <a:solidFill>
                <a:srgbClr val="000000"/>
              </a:solidFill>
            </a:endParaRPr>
          </a:p>
        </p:txBody>
      </p:sp>
      <p:sp>
        <p:nvSpPr>
          <p:cNvPr id="43013"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9pPr>
          </a:lstStyle>
          <a:p>
            <a:pPr eaLnBrk="1" hangingPunct="1"/>
            <a:fld id="{72861A1F-9510-44BC-8AB3-2738E4091BAD}" type="slidenum">
              <a:rPr lang="en-GB" smtClean="0">
                <a:solidFill>
                  <a:srgbClr val="000000"/>
                </a:solidFill>
              </a:rPr>
              <a:pPr eaLnBrk="1" hangingPunct="1"/>
              <a:t>27</a:t>
            </a:fld>
            <a:endParaRPr lang="en-GB">
              <a:solidFill>
                <a:srgbClr val="000000"/>
              </a:solidFill>
            </a:endParaRPr>
          </a:p>
        </p:txBody>
      </p:sp>
    </p:spTree>
    <p:extLst>
      <p:ext uri="{BB962C8B-B14F-4D97-AF65-F5344CB8AC3E}">
        <p14:creationId xmlns:p14="http://schemas.microsoft.com/office/powerpoint/2010/main" val="69566316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1"/>
          <p:cNvSpPr>
            <a:spLocks noGrp="1" noChangeArrowheads="1"/>
          </p:cNvSpPr>
          <p:nvPr>
            <p:ph type="title"/>
          </p:nvPr>
        </p:nvSpPr>
        <p:spPr/>
        <p:txBody>
          <a:bodyPr/>
          <a:lstStyle/>
          <a:p>
            <a:r>
              <a:rPr lang="en-GB"/>
              <a:t>Government Licensing</a:t>
            </a:r>
          </a:p>
        </p:txBody>
      </p:sp>
      <p:sp>
        <p:nvSpPr>
          <p:cNvPr id="44035" name="Rectangle 2"/>
          <p:cNvSpPr>
            <a:spLocks noGrp="1" noChangeArrowheads="1"/>
          </p:cNvSpPr>
          <p:nvPr>
            <p:ph idx="1"/>
          </p:nvPr>
        </p:nvSpPr>
        <p:spPr/>
        <p:txBody>
          <a:bodyPr/>
          <a:lstStyle/>
          <a:p>
            <a:r>
              <a:rPr lang="en-GB" dirty="0"/>
              <a:t>License is a government-issued permission to engage in an activity or operate a business</a:t>
            </a:r>
          </a:p>
          <a:p>
            <a:r>
              <a:rPr lang="en-GB" dirty="0"/>
              <a:t>Often requires that recipient pass a test</a:t>
            </a:r>
          </a:p>
          <a:p>
            <a:r>
              <a:rPr lang="en-GB" dirty="0"/>
              <a:t>Some professionals must be licensed – doctors, lawyers, CPAs, medical and day care providers, engineers etc. </a:t>
            </a:r>
          </a:p>
          <a:p>
            <a:r>
              <a:rPr lang="en-GB" dirty="0"/>
              <a:t>One goal: protect public safety</a:t>
            </a:r>
          </a:p>
        </p:txBody>
      </p:sp>
      <p:sp>
        <p:nvSpPr>
          <p:cNvPr id="44036"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9pPr>
          </a:lstStyle>
          <a:p>
            <a:pPr eaLnBrk="1" hangingPunct="1"/>
            <a:r>
              <a:rPr lang="en-US">
                <a:solidFill>
                  <a:srgbClr val="000000"/>
                </a:solidFill>
              </a:rPr>
              <a:t>Ethics in Information Technology, Fourth Edition</a:t>
            </a:r>
            <a:endParaRPr lang="en-GB">
              <a:solidFill>
                <a:srgbClr val="000000"/>
              </a:solidFill>
            </a:endParaRPr>
          </a:p>
        </p:txBody>
      </p:sp>
      <p:sp>
        <p:nvSpPr>
          <p:cNvPr id="44037"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9pPr>
          </a:lstStyle>
          <a:p>
            <a:pPr eaLnBrk="1" hangingPunct="1"/>
            <a:fld id="{0092695D-8956-4298-B588-C391B8419FA9}" type="slidenum">
              <a:rPr lang="en-GB" smtClean="0">
                <a:solidFill>
                  <a:srgbClr val="000000"/>
                </a:solidFill>
              </a:rPr>
              <a:pPr eaLnBrk="1" hangingPunct="1"/>
              <a:t>28</a:t>
            </a:fld>
            <a:endParaRPr lang="en-GB">
              <a:solidFill>
                <a:srgbClr val="000000"/>
              </a:solidFill>
            </a:endParaRPr>
          </a:p>
        </p:txBody>
      </p:sp>
    </p:spTree>
    <p:extLst>
      <p:ext uri="{BB962C8B-B14F-4D97-AF65-F5344CB8AC3E}">
        <p14:creationId xmlns:p14="http://schemas.microsoft.com/office/powerpoint/2010/main" val="2479488732"/>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p:txBody>
          <a:bodyPr/>
          <a:lstStyle/>
          <a:p>
            <a:r>
              <a:rPr lang="en-GB"/>
              <a:t>Government Licensing (cont’d.)</a:t>
            </a:r>
            <a:endParaRPr lang="en-US"/>
          </a:p>
        </p:txBody>
      </p:sp>
      <p:sp>
        <p:nvSpPr>
          <p:cNvPr id="45059" name="Content Placeholder 2"/>
          <p:cNvSpPr>
            <a:spLocks noGrp="1"/>
          </p:cNvSpPr>
          <p:nvPr>
            <p:ph idx="1"/>
          </p:nvPr>
        </p:nvSpPr>
        <p:spPr/>
        <p:txBody>
          <a:bodyPr/>
          <a:lstStyle/>
          <a:p>
            <a:r>
              <a:rPr lang="en-GB" dirty="0"/>
              <a:t>IT Systems </a:t>
            </a:r>
          </a:p>
          <a:p>
            <a:pPr lvl="1"/>
            <a:r>
              <a:rPr lang="en-GB" dirty="0"/>
              <a:t>ERP systems </a:t>
            </a:r>
          </a:p>
          <a:p>
            <a:pPr lvl="1"/>
            <a:r>
              <a:rPr lang="en-GB" dirty="0"/>
              <a:t>Controlling nuclear reactor </a:t>
            </a:r>
          </a:p>
          <a:p>
            <a:pPr lvl="1"/>
            <a:r>
              <a:rPr lang="en-GB" dirty="0"/>
              <a:t>Medical systems monitor patients on critical life support</a:t>
            </a:r>
          </a:p>
          <a:p>
            <a:pPr lvl="1"/>
            <a:endParaRPr lang="en-GB" dirty="0"/>
          </a:p>
          <a:p>
            <a:r>
              <a:rPr lang="en-GB" dirty="0"/>
              <a:t>Case for licensing IT workers</a:t>
            </a:r>
          </a:p>
          <a:p>
            <a:pPr lvl="1"/>
            <a:r>
              <a:rPr lang="en-GB" dirty="0"/>
              <a:t>Encourages following highest standards of profession </a:t>
            </a:r>
          </a:p>
          <a:p>
            <a:pPr lvl="1"/>
            <a:r>
              <a:rPr lang="en-GB" dirty="0"/>
              <a:t>Encourages practicing a code of ethics</a:t>
            </a:r>
          </a:p>
          <a:p>
            <a:pPr lvl="1"/>
            <a:r>
              <a:rPr lang="en-GB" dirty="0"/>
              <a:t>Violators would be punished</a:t>
            </a:r>
          </a:p>
          <a:p>
            <a:pPr lvl="1"/>
            <a:endParaRPr lang="en-GB" dirty="0"/>
          </a:p>
          <a:p>
            <a:r>
              <a:rPr lang="en-US" dirty="0"/>
              <a:t>Without licensing, there are no requirements for heightened care and no concept of professional malpractice</a:t>
            </a:r>
            <a:endParaRPr lang="en-GB" dirty="0"/>
          </a:p>
          <a:p>
            <a:endParaRPr lang="en-US" dirty="0"/>
          </a:p>
        </p:txBody>
      </p:sp>
      <p:sp>
        <p:nvSpPr>
          <p:cNvPr id="45060"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9pPr>
          </a:lstStyle>
          <a:p>
            <a:pPr eaLnBrk="1" hangingPunct="1"/>
            <a:r>
              <a:rPr lang="en-US">
                <a:solidFill>
                  <a:srgbClr val="000000"/>
                </a:solidFill>
              </a:rPr>
              <a:t>Ethics in Information Technology, Fourth Edition</a:t>
            </a:r>
            <a:endParaRPr lang="en-GB" sz="1800">
              <a:solidFill>
                <a:srgbClr val="000000"/>
              </a:solidFill>
            </a:endParaRPr>
          </a:p>
        </p:txBody>
      </p:sp>
      <p:sp>
        <p:nvSpPr>
          <p:cNvPr id="45061"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9pPr>
          </a:lstStyle>
          <a:p>
            <a:pPr eaLnBrk="1" hangingPunct="1"/>
            <a:fld id="{4A17E6A1-854A-4F51-B5CE-B42C379FDE60}" type="slidenum">
              <a:rPr lang="en-GB" smtClean="0">
                <a:solidFill>
                  <a:srgbClr val="000000"/>
                </a:solidFill>
              </a:rPr>
              <a:pPr eaLnBrk="1" hangingPunct="1"/>
              <a:t>29</a:t>
            </a:fld>
            <a:endParaRPr lang="en-GB" sz="1800">
              <a:solidFill>
                <a:srgbClr val="000000"/>
              </a:solidFill>
            </a:endParaRPr>
          </a:p>
        </p:txBody>
      </p:sp>
    </p:spTree>
    <p:extLst>
      <p:ext uri="{BB962C8B-B14F-4D97-AF65-F5344CB8AC3E}">
        <p14:creationId xmlns:p14="http://schemas.microsoft.com/office/powerpoint/2010/main" val="27472836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1"/>
          <p:cNvSpPr>
            <a:spLocks noGrp="1" noChangeArrowheads="1"/>
          </p:cNvSpPr>
          <p:nvPr>
            <p:ph type="title"/>
          </p:nvPr>
        </p:nvSpPr>
        <p:spPr/>
        <p:txBody>
          <a:bodyPr/>
          <a:lstStyle/>
          <a:p>
            <a:r>
              <a:rPr lang="en-GB"/>
              <a:t>Government Licensing (cont’d.)</a:t>
            </a:r>
          </a:p>
        </p:txBody>
      </p:sp>
      <p:sp>
        <p:nvSpPr>
          <p:cNvPr id="46083" name="Rectangle 2"/>
          <p:cNvSpPr>
            <a:spLocks noGrp="1" noChangeArrowheads="1"/>
          </p:cNvSpPr>
          <p:nvPr>
            <p:ph idx="1"/>
          </p:nvPr>
        </p:nvSpPr>
        <p:spPr/>
        <p:txBody>
          <a:bodyPr/>
          <a:lstStyle/>
          <a:p>
            <a:r>
              <a:rPr lang="en-GB" dirty="0"/>
              <a:t>Issues associated with government licensing of IT workers</a:t>
            </a:r>
          </a:p>
          <a:p>
            <a:pPr lvl="1"/>
            <a:endParaRPr lang="en-GB" dirty="0"/>
          </a:p>
          <a:p>
            <a:pPr lvl="1"/>
            <a:r>
              <a:rPr lang="en-GB" dirty="0"/>
              <a:t>There are few licensing programs for IT professionals </a:t>
            </a:r>
          </a:p>
          <a:p>
            <a:pPr lvl="2"/>
            <a:r>
              <a:rPr lang="en-US" dirty="0"/>
              <a:t>No universally accepted core body of knowledge</a:t>
            </a:r>
            <a:endParaRPr lang="en-GB" dirty="0"/>
          </a:p>
          <a:p>
            <a:pPr lvl="2"/>
            <a:r>
              <a:rPr lang="en-GB" dirty="0"/>
              <a:t>Unclear who should manage content and administration of licensing exams</a:t>
            </a:r>
          </a:p>
          <a:p>
            <a:pPr lvl="2"/>
            <a:r>
              <a:rPr lang="en-GB" dirty="0"/>
              <a:t>No administrative body to accredit professional education programs</a:t>
            </a:r>
          </a:p>
          <a:p>
            <a:pPr lvl="2"/>
            <a:r>
              <a:rPr lang="en-GB" dirty="0"/>
              <a:t>No administrative body to assess and ensure competence of individual workers</a:t>
            </a:r>
          </a:p>
        </p:txBody>
      </p:sp>
      <p:sp>
        <p:nvSpPr>
          <p:cNvPr id="46084"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9pPr>
          </a:lstStyle>
          <a:p>
            <a:pPr eaLnBrk="1" hangingPunct="1"/>
            <a:r>
              <a:rPr lang="en-US">
                <a:solidFill>
                  <a:srgbClr val="000000"/>
                </a:solidFill>
              </a:rPr>
              <a:t>Ethics in Information Technology, Fourth Edition</a:t>
            </a:r>
            <a:endParaRPr lang="en-GB">
              <a:solidFill>
                <a:srgbClr val="000000"/>
              </a:solidFill>
            </a:endParaRPr>
          </a:p>
        </p:txBody>
      </p:sp>
      <p:sp>
        <p:nvSpPr>
          <p:cNvPr id="46085"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9pPr>
          </a:lstStyle>
          <a:p>
            <a:pPr eaLnBrk="1" hangingPunct="1"/>
            <a:fld id="{E9E95331-0A2F-4A43-9421-0286AF62E8F2}" type="slidenum">
              <a:rPr lang="en-GB" smtClean="0">
                <a:solidFill>
                  <a:srgbClr val="000000"/>
                </a:solidFill>
              </a:rPr>
              <a:pPr eaLnBrk="1" hangingPunct="1"/>
              <a:t>30</a:t>
            </a:fld>
            <a:endParaRPr lang="en-GB">
              <a:solidFill>
                <a:srgbClr val="000000"/>
              </a:solidFill>
            </a:endParaRPr>
          </a:p>
        </p:txBody>
      </p:sp>
    </p:spTree>
    <p:extLst>
      <p:ext uri="{BB962C8B-B14F-4D97-AF65-F5344CB8AC3E}">
        <p14:creationId xmlns:p14="http://schemas.microsoft.com/office/powerpoint/2010/main" val="3068482253"/>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1"/>
          <p:cNvSpPr>
            <a:spLocks noGrp="1" noChangeArrowheads="1"/>
          </p:cNvSpPr>
          <p:nvPr>
            <p:ph type="title"/>
          </p:nvPr>
        </p:nvSpPr>
        <p:spPr/>
        <p:txBody>
          <a:bodyPr/>
          <a:lstStyle/>
          <a:p>
            <a:r>
              <a:rPr lang="en-GB"/>
              <a:t>IT Professional Malpractice</a:t>
            </a:r>
          </a:p>
        </p:txBody>
      </p:sp>
      <p:sp>
        <p:nvSpPr>
          <p:cNvPr id="47107" name="Rectangle 2"/>
          <p:cNvSpPr>
            <a:spLocks noGrp="1" noChangeArrowheads="1"/>
          </p:cNvSpPr>
          <p:nvPr>
            <p:ph idx="1"/>
          </p:nvPr>
        </p:nvSpPr>
        <p:spPr/>
        <p:txBody>
          <a:bodyPr>
            <a:normAutofit/>
          </a:bodyPr>
          <a:lstStyle/>
          <a:p>
            <a:r>
              <a:rPr lang="en-GB" dirty="0"/>
              <a:t>Negligence: </a:t>
            </a:r>
            <a:r>
              <a:rPr lang="en-US" dirty="0"/>
              <a:t>not doing something that a reasonable person would do, or doing something that a reasonable person would not do</a:t>
            </a:r>
          </a:p>
          <a:p>
            <a:endParaRPr lang="en-GB" dirty="0"/>
          </a:p>
          <a:p>
            <a:r>
              <a:rPr lang="en-GB" dirty="0"/>
              <a:t>Duty of care:</a:t>
            </a:r>
            <a:r>
              <a:rPr lang="en-US" dirty="0"/>
              <a:t> obligation to protect people against any unreasonable harm or risk</a:t>
            </a:r>
          </a:p>
          <a:p>
            <a:pPr lvl="1"/>
            <a:r>
              <a:rPr lang="en-US" dirty="0"/>
              <a:t>Example of pets, pollutants</a:t>
            </a:r>
          </a:p>
          <a:p>
            <a:pPr lvl="1"/>
            <a:endParaRPr lang="en-US" dirty="0"/>
          </a:p>
          <a:p>
            <a:r>
              <a:rPr lang="en-US" dirty="0"/>
              <a:t>Professional malpractice: professionals who breach the duty of care are liable for injuries that their negligence causes</a:t>
            </a:r>
          </a:p>
          <a:p>
            <a:pPr lvl="1"/>
            <a:r>
              <a:rPr lang="en-US" dirty="0"/>
              <a:t>E.g. a case in which an employee inadvertently destroys millions of customer records in an oracle database.</a:t>
            </a:r>
          </a:p>
          <a:p>
            <a:pPr lvl="1"/>
            <a:r>
              <a:rPr lang="en-US" dirty="0"/>
              <a:t>Not applicable to software engineer</a:t>
            </a:r>
          </a:p>
        </p:txBody>
      </p:sp>
      <p:sp>
        <p:nvSpPr>
          <p:cNvPr id="47108"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9pPr>
          </a:lstStyle>
          <a:p>
            <a:pPr eaLnBrk="1" hangingPunct="1"/>
            <a:r>
              <a:rPr lang="en-US">
                <a:solidFill>
                  <a:srgbClr val="000000"/>
                </a:solidFill>
              </a:rPr>
              <a:t>Ethics in Information Technology, Fourth Edition</a:t>
            </a:r>
            <a:endParaRPr lang="en-GB">
              <a:solidFill>
                <a:srgbClr val="000000"/>
              </a:solidFill>
            </a:endParaRPr>
          </a:p>
        </p:txBody>
      </p:sp>
      <p:sp>
        <p:nvSpPr>
          <p:cNvPr id="47109"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9pPr>
          </a:lstStyle>
          <a:p>
            <a:pPr eaLnBrk="1" hangingPunct="1"/>
            <a:fld id="{60071BCB-2F78-4FF7-82CC-2DC5B9FC1EC7}" type="slidenum">
              <a:rPr lang="en-GB" smtClean="0">
                <a:solidFill>
                  <a:srgbClr val="000000"/>
                </a:solidFill>
              </a:rPr>
              <a:pPr eaLnBrk="1" hangingPunct="1"/>
              <a:t>31</a:t>
            </a:fld>
            <a:endParaRPr lang="en-GB">
              <a:solidFill>
                <a:srgbClr val="000000"/>
              </a:solidFill>
            </a:endParaRPr>
          </a:p>
        </p:txBody>
      </p:sp>
    </p:spTree>
    <p:extLst>
      <p:ext uri="{BB962C8B-B14F-4D97-AF65-F5344CB8AC3E}">
        <p14:creationId xmlns:p14="http://schemas.microsoft.com/office/powerpoint/2010/main" val="1628250326"/>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1"/>
          <p:cNvSpPr>
            <a:spLocks noGrp="1" noChangeArrowheads="1"/>
          </p:cNvSpPr>
          <p:nvPr>
            <p:ph type="title"/>
          </p:nvPr>
        </p:nvSpPr>
        <p:spPr/>
        <p:txBody>
          <a:bodyPr/>
          <a:lstStyle/>
          <a:p>
            <a:r>
              <a:rPr lang="en-GB"/>
              <a:t>IT Users</a:t>
            </a:r>
          </a:p>
        </p:txBody>
      </p:sp>
      <p:sp>
        <p:nvSpPr>
          <p:cNvPr id="48131" name="Rectangle 2"/>
          <p:cNvSpPr>
            <a:spLocks noGrp="1" noChangeArrowheads="1"/>
          </p:cNvSpPr>
          <p:nvPr>
            <p:ph idx="1"/>
          </p:nvPr>
        </p:nvSpPr>
        <p:spPr/>
        <p:txBody>
          <a:bodyPr/>
          <a:lstStyle/>
          <a:p>
            <a:r>
              <a:rPr lang="en-GB" dirty="0"/>
              <a:t>Employees’ ethical use of IT is an area of growing concern because of increased access to:</a:t>
            </a:r>
          </a:p>
          <a:p>
            <a:pPr lvl="1"/>
            <a:r>
              <a:rPr lang="en-GB" dirty="0"/>
              <a:t>Personal computers</a:t>
            </a:r>
          </a:p>
          <a:p>
            <a:pPr lvl="1"/>
            <a:r>
              <a:rPr lang="en-GB" dirty="0"/>
              <a:t>Corporate information systems and data</a:t>
            </a:r>
          </a:p>
          <a:p>
            <a:pPr lvl="1"/>
            <a:r>
              <a:rPr lang="en-GB" dirty="0"/>
              <a:t>The Internet</a:t>
            </a:r>
          </a:p>
          <a:p>
            <a:pPr lvl="1"/>
            <a:endParaRPr lang="en-GB" dirty="0"/>
          </a:p>
          <a:p>
            <a:endParaRPr lang="en-GB" dirty="0"/>
          </a:p>
          <a:p>
            <a:endParaRPr lang="en-GB" dirty="0"/>
          </a:p>
        </p:txBody>
      </p:sp>
      <p:sp>
        <p:nvSpPr>
          <p:cNvPr id="48132"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9pPr>
          </a:lstStyle>
          <a:p>
            <a:pPr eaLnBrk="1" hangingPunct="1"/>
            <a:r>
              <a:rPr lang="en-US">
                <a:solidFill>
                  <a:srgbClr val="000000"/>
                </a:solidFill>
              </a:rPr>
              <a:t>Ethics in Information Technology, Fourth Edition</a:t>
            </a:r>
            <a:endParaRPr lang="en-GB">
              <a:solidFill>
                <a:srgbClr val="000000"/>
              </a:solidFill>
            </a:endParaRPr>
          </a:p>
        </p:txBody>
      </p:sp>
      <p:sp>
        <p:nvSpPr>
          <p:cNvPr id="48133"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9pPr>
          </a:lstStyle>
          <a:p>
            <a:pPr eaLnBrk="1" hangingPunct="1"/>
            <a:fld id="{E3711E98-1CD4-4244-AC8E-0BFEDFD9E570}" type="slidenum">
              <a:rPr lang="en-GB" smtClean="0">
                <a:solidFill>
                  <a:srgbClr val="000000"/>
                </a:solidFill>
              </a:rPr>
              <a:pPr eaLnBrk="1" hangingPunct="1"/>
              <a:t>32</a:t>
            </a:fld>
            <a:endParaRPr lang="en-GB">
              <a:solidFill>
                <a:srgbClr val="000000"/>
              </a:solidFill>
            </a:endParaRPr>
          </a:p>
        </p:txBody>
      </p:sp>
    </p:spTree>
    <p:extLst>
      <p:ext uri="{BB962C8B-B14F-4D97-AF65-F5344CB8AC3E}">
        <p14:creationId xmlns:p14="http://schemas.microsoft.com/office/powerpoint/2010/main" val="318980356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1"/>
          <p:cNvSpPr>
            <a:spLocks noGrp="1" noChangeArrowheads="1"/>
          </p:cNvSpPr>
          <p:nvPr>
            <p:ph type="title"/>
          </p:nvPr>
        </p:nvSpPr>
        <p:spPr/>
        <p:txBody>
          <a:bodyPr/>
          <a:lstStyle/>
          <a:p>
            <a:r>
              <a:rPr lang="en-GB"/>
              <a:t>Common Ethical Issues for IT Users</a:t>
            </a:r>
          </a:p>
        </p:txBody>
      </p:sp>
      <p:sp>
        <p:nvSpPr>
          <p:cNvPr id="49155" name="Rectangle 2"/>
          <p:cNvSpPr>
            <a:spLocks noGrp="1" noChangeArrowheads="1"/>
          </p:cNvSpPr>
          <p:nvPr>
            <p:ph idx="1"/>
          </p:nvPr>
        </p:nvSpPr>
        <p:spPr/>
        <p:txBody>
          <a:bodyPr/>
          <a:lstStyle/>
          <a:p>
            <a:r>
              <a:rPr lang="en-GB"/>
              <a:t>Software piracy</a:t>
            </a:r>
          </a:p>
          <a:p>
            <a:r>
              <a:rPr lang="en-GB"/>
              <a:t>Inappropriate use of computing resources</a:t>
            </a:r>
          </a:p>
          <a:p>
            <a:pPr lvl="1"/>
            <a:r>
              <a:rPr lang="en-GB"/>
              <a:t>Erodes productivity and wastes time</a:t>
            </a:r>
          </a:p>
          <a:p>
            <a:pPr lvl="1"/>
            <a:r>
              <a:rPr lang="en-GB"/>
              <a:t>Could lead to lawsuits</a:t>
            </a:r>
          </a:p>
          <a:p>
            <a:r>
              <a:rPr lang="en-GB"/>
              <a:t>Inappropriate sharing of information, including:</a:t>
            </a:r>
          </a:p>
          <a:p>
            <a:pPr lvl="1"/>
            <a:r>
              <a:rPr lang="en-GB"/>
              <a:t>Every organization stores vast amounts of private or confidential data</a:t>
            </a:r>
          </a:p>
          <a:p>
            <a:pPr lvl="2"/>
            <a:r>
              <a:rPr lang="en-GB"/>
              <a:t>Private data (employees and customers)</a:t>
            </a:r>
          </a:p>
          <a:p>
            <a:pPr lvl="2"/>
            <a:r>
              <a:rPr lang="en-GB"/>
              <a:t>Confidential information (company and operations)</a:t>
            </a:r>
          </a:p>
          <a:p>
            <a:pPr lvl="1"/>
            <a:endParaRPr lang="en-GB"/>
          </a:p>
        </p:txBody>
      </p:sp>
      <p:sp>
        <p:nvSpPr>
          <p:cNvPr id="49156"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9pPr>
          </a:lstStyle>
          <a:p>
            <a:pPr eaLnBrk="1" hangingPunct="1"/>
            <a:r>
              <a:rPr lang="en-US">
                <a:solidFill>
                  <a:srgbClr val="000000"/>
                </a:solidFill>
              </a:rPr>
              <a:t>Ethics in Information Technology, Fourth Edition</a:t>
            </a:r>
            <a:endParaRPr lang="en-GB">
              <a:solidFill>
                <a:srgbClr val="000000"/>
              </a:solidFill>
            </a:endParaRPr>
          </a:p>
        </p:txBody>
      </p:sp>
      <p:sp>
        <p:nvSpPr>
          <p:cNvPr id="49157"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9pPr>
          </a:lstStyle>
          <a:p>
            <a:pPr eaLnBrk="1" hangingPunct="1"/>
            <a:fld id="{4D7B80C7-54E4-444B-919A-DDE11B91D750}" type="slidenum">
              <a:rPr lang="en-GB" smtClean="0">
                <a:solidFill>
                  <a:srgbClr val="000000"/>
                </a:solidFill>
              </a:rPr>
              <a:pPr eaLnBrk="1" hangingPunct="1"/>
              <a:t>33</a:t>
            </a:fld>
            <a:endParaRPr lang="en-GB">
              <a:solidFill>
                <a:srgbClr val="000000"/>
              </a:solidFill>
            </a:endParaRPr>
          </a:p>
        </p:txBody>
      </p:sp>
    </p:spTree>
    <p:extLst>
      <p:ext uri="{BB962C8B-B14F-4D97-AF65-F5344CB8AC3E}">
        <p14:creationId xmlns:p14="http://schemas.microsoft.com/office/powerpoint/2010/main" val="84746677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1"/>
          <p:cNvSpPr>
            <a:spLocks noGrp="1" noChangeArrowheads="1"/>
          </p:cNvSpPr>
          <p:nvPr>
            <p:ph type="title"/>
          </p:nvPr>
        </p:nvSpPr>
        <p:spPr/>
        <p:txBody>
          <a:bodyPr/>
          <a:lstStyle/>
          <a:p>
            <a:r>
              <a:rPr lang="en-GB"/>
              <a:t>Summary</a:t>
            </a:r>
          </a:p>
        </p:txBody>
      </p:sp>
      <p:sp>
        <p:nvSpPr>
          <p:cNvPr id="57347" name="Rectangle 2"/>
          <p:cNvSpPr>
            <a:spLocks noGrp="1" noChangeArrowheads="1"/>
          </p:cNvSpPr>
          <p:nvPr>
            <p:ph idx="1"/>
          </p:nvPr>
        </p:nvSpPr>
        <p:spPr/>
        <p:txBody>
          <a:bodyPr/>
          <a:lstStyle/>
          <a:p>
            <a:r>
              <a:rPr lang="en-US"/>
              <a:t>Professionals</a:t>
            </a:r>
          </a:p>
          <a:p>
            <a:pPr lvl="1"/>
            <a:r>
              <a:rPr lang="en-US"/>
              <a:t>Require advanced training and experience </a:t>
            </a:r>
          </a:p>
          <a:p>
            <a:pPr lvl="1"/>
            <a:r>
              <a:rPr lang="en-US"/>
              <a:t>Must exercise discretion and judgment in their work</a:t>
            </a:r>
          </a:p>
          <a:p>
            <a:pPr lvl="1"/>
            <a:r>
              <a:rPr lang="en-US"/>
              <a:t>Their work cannot be standardized</a:t>
            </a:r>
          </a:p>
          <a:p>
            <a:r>
              <a:rPr lang="en-US"/>
              <a:t>From a legal standpoint, a professional:</a:t>
            </a:r>
          </a:p>
          <a:p>
            <a:pPr lvl="1"/>
            <a:r>
              <a:rPr lang="en-US"/>
              <a:t>Has passed the state licensing requirements </a:t>
            </a:r>
          </a:p>
          <a:p>
            <a:pPr lvl="1"/>
            <a:r>
              <a:rPr lang="en-US"/>
              <a:t>Has earned the right to practice in a state(s)</a:t>
            </a:r>
          </a:p>
          <a:p>
            <a:r>
              <a:rPr lang="en-US"/>
              <a:t>IT professionals have many different relationships</a:t>
            </a:r>
          </a:p>
          <a:p>
            <a:pPr lvl="1"/>
            <a:r>
              <a:rPr lang="en-US"/>
              <a:t>Each with its own ethical issues and potential problems</a:t>
            </a:r>
          </a:p>
          <a:p>
            <a:endParaRPr lang="en-US"/>
          </a:p>
        </p:txBody>
      </p:sp>
      <p:sp>
        <p:nvSpPr>
          <p:cNvPr id="57348"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9pPr>
          </a:lstStyle>
          <a:p>
            <a:pPr eaLnBrk="1" hangingPunct="1"/>
            <a:r>
              <a:rPr lang="en-US">
                <a:solidFill>
                  <a:srgbClr val="000000"/>
                </a:solidFill>
              </a:rPr>
              <a:t>Ethics in Information Technology, Fourth Edition</a:t>
            </a:r>
            <a:endParaRPr lang="en-GB">
              <a:solidFill>
                <a:srgbClr val="000000"/>
              </a:solidFill>
            </a:endParaRPr>
          </a:p>
        </p:txBody>
      </p:sp>
      <p:sp>
        <p:nvSpPr>
          <p:cNvPr id="57349"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9pPr>
          </a:lstStyle>
          <a:p>
            <a:pPr eaLnBrk="1" hangingPunct="1"/>
            <a:fld id="{B96E4B8D-2D36-4312-9328-ABF67E27417A}" type="slidenum">
              <a:rPr lang="en-GB" smtClean="0">
                <a:solidFill>
                  <a:srgbClr val="000000"/>
                </a:solidFill>
              </a:rPr>
              <a:pPr eaLnBrk="1" hangingPunct="1"/>
              <a:t>34</a:t>
            </a:fld>
            <a:endParaRPr lang="en-GB">
              <a:solidFill>
                <a:srgbClr val="000000"/>
              </a:solidFill>
            </a:endParaRPr>
          </a:p>
        </p:txBody>
      </p:sp>
    </p:spTree>
    <p:extLst>
      <p:ext uri="{BB962C8B-B14F-4D97-AF65-F5344CB8AC3E}">
        <p14:creationId xmlns:p14="http://schemas.microsoft.com/office/powerpoint/2010/main" val="289367672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r>
              <a:rPr lang="en-GB"/>
              <a:t>Summary (cont’d.)</a:t>
            </a:r>
          </a:p>
        </p:txBody>
      </p:sp>
      <p:sp>
        <p:nvSpPr>
          <p:cNvPr id="58371" name="Rectangle 3"/>
          <p:cNvSpPr>
            <a:spLocks noGrp="1" noChangeArrowheads="1"/>
          </p:cNvSpPr>
          <p:nvPr>
            <p:ph idx="1"/>
          </p:nvPr>
        </p:nvSpPr>
        <p:spPr/>
        <p:txBody>
          <a:bodyPr/>
          <a:lstStyle/>
          <a:p>
            <a:r>
              <a:rPr lang="en-US"/>
              <a:t>Professional code of ethics</a:t>
            </a:r>
          </a:p>
          <a:p>
            <a:pPr lvl="1"/>
            <a:r>
              <a:rPr lang="en-US"/>
              <a:t>States the principles and core values essential to the work of an occupational group</a:t>
            </a:r>
          </a:p>
          <a:p>
            <a:pPr lvl="1"/>
            <a:r>
              <a:rPr lang="en-US"/>
              <a:t>Serves as a guideline for ethical decision making</a:t>
            </a:r>
          </a:p>
          <a:p>
            <a:pPr lvl="1"/>
            <a:r>
              <a:rPr lang="en-US"/>
              <a:t>Promotes high standards of practice and behavior </a:t>
            </a:r>
          </a:p>
          <a:p>
            <a:pPr lvl="1"/>
            <a:r>
              <a:rPr lang="en-US"/>
              <a:t>Enhances trust and respect from the general public</a:t>
            </a:r>
          </a:p>
          <a:p>
            <a:pPr lvl="1"/>
            <a:r>
              <a:rPr lang="en-US"/>
              <a:t>Provides an evaluation benchmark</a:t>
            </a:r>
          </a:p>
          <a:p>
            <a:r>
              <a:rPr lang="en-US"/>
              <a:t>Licensing and certification of IT professionals</a:t>
            </a:r>
          </a:p>
          <a:p>
            <a:pPr lvl="1"/>
            <a:r>
              <a:rPr lang="en-US"/>
              <a:t>Would increase the reliability and effectiveness of information systems</a:t>
            </a:r>
          </a:p>
          <a:p>
            <a:pPr lvl="1"/>
            <a:r>
              <a:rPr lang="en-US"/>
              <a:t>Raises many issues</a:t>
            </a:r>
          </a:p>
        </p:txBody>
      </p:sp>
      <p:sp>
        <p:nvSpPr>
          <p:cNvPr id="58372"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9pPr>
          </a:lstStyle>
          <a:p>
            <a:pPr eaLnBrk="1" hangingPunct="1"/>
            <a:r>
              <a:rPr lang="en-US">
                <a:solidFill>
                  <a:srgbClr val="000000"/>
                </a:solidFill>
              </a:rPr>
              <a:t>Ethics in Information Technology, Fourth Edition</a:t>
            </a:r>
            <a:endParaRPr lang="en-GB">
              <a:solidFill>
                <a:srgbClr val="000000"/>
              </a:solidFill>
            </a:endParaRPr>
          </a:p>
        </p:txBody>
      </p:sp>
      <p:sp>
        <p:nvSpPr>
          <p:cNvPr id="58373"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9pPr>
          </a:lstStyle>
          <a:p>
            <a:pPr eaLnBrk="1" hangingPunct="1"/>
            <a:fld id="{DE8E8B6A-3B98-4214-9DF3-C3C292B95D3F}" type="slidenum">
              <a:rPr lang="en-GB" smtClean="0">
                <a:solidFill>
                  <a:srgbClr val="000000"/>
                </a:solidFill>
              </a:rPr>
              <a:pPr eaLnBrk="1" hangingPunct="1"/>
              <a:t>35</a:t>
            </a:fld>
            <a:endParaRPr lang="en-GB">
              <a:solidFill>
                <a:srgbClr val="000000"/>
              </a:solidFill>
            </a:endParaRPr>
          </a:p>
        </p:txBody>
      </p:sp>
    </p:spTree>
    <p:extLst>
      <p:ext uri="{BB962C8B-B14F-4D97-AF65-F5344CB8AC3E}">
        <p14:creationId xmlns:p14="http://schemas.microsoft.com/office/powerpoint/2010/main" val="2540413154"/>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p:cNvSpPr>
            <a:spLocks noGrp="1"/>
          </p:cNvSpPr>
          <p:nvPr>
            <p:ph type="title"/>
          </p:nvPr>
        </p:nvSpPr>
        <p:spPr/>
        <p:txBody>
          <a:bodyPr/>
          <a:lstStyle/>
          <a:p>
            <a:r>
              <a:rPr lang="en-GB"/>
              <a:t>Summary (cont’d.)</a:t>
            </a:r>
            <a:endParaRPr lang="en-US"/>
          </a:p>
        </p:txBody>
      </p:sp>
      <p:sp>
        <p:nvSpPr>
          <p:cNvPr id="59395" name="Content Placeholder 2"/>
          <p:cNvSpPr>
            <a:spLocks noGrp="1"/>
          </p:cNvSpPr>
          <p:nvPr>
            <p:ph idx="1"/>
          </p:nvPr>
        </p:nvSpPr>
        <p:spPr/>
        <p:txBody>
          <a:bodyPr/>
          <a:lstStyle/>
          <a:p>
            <a:r>
              <a:rPr lang="en-US"/>
              <a:t>IT-related professional organizations have developed their code of ethics that:</a:t>
            </a:r>
          </a:p>
          <a:p>
            <a:pPr lvl="1"/>
            <a:r>
              <a:rPr lang="en-US"/>
              <a:t>Outlines what the organization aspires to become</a:t>
            </a:r>
          </a:p>
          <a:p>
            <a:pPr lvl="1"/>
            <a:r>
              <a:rPr lang="en-US"/>
              <a:t>Lists rules and principles for members </a:t>
            </a:r>
          </a:p>
          <a:p>
            <a:pPr lvl="1"/>
            <a:r>
              <a:rPr lang="en-US"/>
              <a:t>Includes a commitment to continuing education for those who practice the profession</a:t>
            </a:r>
          </a:p>
          <a:p>
            <a:r>
              <a:rPr lang="en-US"/>
              <a:t>Audit committee and internal audit team have a major role in ensuring that both the IT organization and IT users are in compliance with guidelines and various legal and regulatory practices</a:t>
            </a:r>
          </a:p>
          <a:p>
            <a:endParaRPr lang="en-US"/>
          </a:p>
          <a:p>
            <a:endParaRPr lang="en-US"/>
          </a:p>
        </p:txBody>
      </p:sp>
      <p:sp>
        <p:nvSpPr>
          <p:cNvPr id="59396"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9pPr>
          </a:lstStyle>
          <a:p>
            <a:pPr eaLnBrk="1" hangingPunct="1"/>
            <a:r>
              <a:rPr lang="en-US">
                <a:solidFill>
                  <a:srgbClr val="000000"/>
                </a:solidFill>
              </a:rPr>
              <a:t>Ethics in Information Technology, Fourth Edition</a:t>
            </a:r>
            <a:endParaRPr lang="en-GB">
              <a:solidFill>
                <a:srgbClr val="000000"/>
              </a:solidFill>
            </a:endParaRPr>
          </a:p>
        </p:txBody>
      </p:sp>
      <p:sp>
        <p:nvSpPr>
          <p:cNvPr id="59397"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charset="0"/>
                <a:cs typeface="Arial" charset="0"/>
              </a:defRPr>
            </a:lvl9pPr>
          </a:lstStyle>
          <a:p>
            <a:pPr eaLnBrk="1" hangingPunct="1"/>
            <a:fld id="{C81FA207-9BBF-469B-8503-DC69EE509565}" type="slidenum">
              <a:rPr lang="en-GB" smtClean="0">
                <a:solidFill>
                  <a:srgbClr val="000000"/>
                </a:solidFill>
              </a:rPr>
              <a:pPr eaLnBrk="1" hangingPunct="1"/>
              <a:t>36</a:t>
            </a:fld>
            <a:endParaRPr lang="en-GB">
              <a:solidFill>
                <a:srgbClr val="000000"/>
              </a:solidFill>
            </a:endParaRPr>
          </a:p>
        </p:txBody>
      </p:sp>
    </p:spTree>
    <p:extLst>
      <p:ext uri="{BB962C8B-B14F-4D97-AF65-F5344CB8AC3E}">
        <p14:creationId xmlns:p14="http://schemas.microsoft.com/office/powerpoint/2010/main" val="387919184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Clarity</Template>
  <TotalTime>522</TotalTime>
  <Words>2646</Words>
  <Application>Microsoft Office PowerPoint</Application>
  <PresentationFormat>Widescreen</PresentationFormat>
  <Paragraphs>392</Paragraphs>
  <Slides>36</Slides>
  <Notes>29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Arial</vt:lpstr>
      <vt:lpstr>Calibri</vt:lpstr>
      <vt:lpstr>Times New Roman</vt:lpstr>
      <vt:lpstr>Clarity</vt:lpstr>
      <vt:lpstr>Ethics for IT Workers and IT Users Chapter 2 </vt:lpstr>
      <vt:lpstr>Contents</vt:lpstr>
      <vt:lpstr>Are IT Workers Professionals?</vt:lpstr>
      <vt:lpstr>Are IT Workers Professionals?  (cont’d.)</vt:lpstr>
      <vt:lpstr>The Changing Professional Services Industry</vt:lpstr>
      <vt:lpstr>Professional Relationships That Must Be Managed</vt:lpstr>
      <vt:lpstr>Relationships Between IT Workers and Employers</vt:lpstr>
      <vt:lpstr>Relationships Between IT Workers and Employers</vt:lpstr>
      <vt:lpstr>Relationships Between IT Workers and Employers</vt:lpstr>
      <vt:lpstr>Relationships Between IT Workers and Clients</vt:lpstr>
      <vt:lpstr>Relationships Between IT Workers and Clients</vt:lpstr>
      <vt:lpstr>Relationships Between IT Workers and Clients</vt:lpstr>
      <vt:lpstr>Relationships Between IT Workers and Clients (cont’d.)</vt:lpstr>
      <vt:lpstr>Relationships Between IT Workers and Clients (cont’d.)</vt:lpstr>
      <vt:lpstr>Relationships Between IT Workers and Clients</vt:lpstr>
      <vt:lpstr>Relationships Between IT Workers and Suppliers</vt:lpstr>
      <vt:lpstr>Relationships Between IT Workers and Suppliers</vt:lpstr>
      <vt:lpstr>Relationships Between IT Workers and Suppliers</vt:lpstr>
      <vt:lpstr>Relationships Between IT Workers and Other Professionals</vt:lpstr>
      <vt:lpstr>Relationships Between IT Workers and IT Users</vt:lpstr>
      <vt:lpstr>Relationships Between IT Workers and Society</vt:lpstr>
      <vt:lpstr>Professional Codes of Ethics</vt:lpstr>
      <vt:lpstr>Professional Codes of Ethics  (cont’d.)</vt:lpstr>
      <vt:lpstr>Professional Organizations</vt:lpstr>
      <vt:lpstr>Certification</vt:lpstr>
      <vt:lpstr>Certification (cont’d.)</vt:lpstr>
      <vt:lpstr>Certification (cont’d.)</vt:lpstr>
      <vt:lpstr>Government Licensing</vt:lpstr>
      <vt:lpstr>Government Licensing (cont’d.)</vt:lpstr>
      <vt:lpstr>Government Licensing (cont’d.)</vt:lpstr>
      <vt:lpstr>IT Professional Malpractice</vt:lpstr>
      <vt:lpstr>IT Users</vt:lpstr>
      <vt:lpstr>Common Ethical Issues for IT Users</vt:lpstr>
      <vt:lpstr>Summary</vt:lpstr>
      <vt:lpstr>Summary (cont’d.)</vt:lpstr>
      <vt:lpstr>Summary (cont’d.)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Ethics in Information Technology,</dc:title>
  <dc:creator>fhraza</dc:creator>
  <cp:lastModifiedBy>Ghazi Irfan</cp:lastModifiedBy>
  <cp:revision>71</cp:revision>
  <cp:lastPrinted>2018-03-28T10:31:53Z</cp:lastPrinted>
  <dcterms:created xsi:type="dcterms:W3CDTF">2017-11-03T10:05:53Z</dcterms:created>
  <dcterms:modified xsi:type="dcterms:W3CDTF">2025-10-13T02:58:14Z</dcterms:modified>
</cp:coreProperties>
</file>