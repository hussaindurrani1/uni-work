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83.xml" ContentType="application/vnd.openxmlformats-officedocument.presentationml.notesSlide+xml"/>
  <Override PartName="/ppt/notesSlides/notesSlide82.xml" ContentType="application/vnd.openxmlformats-officedocument.presentationml.notesSlide+xml"/>
  <Override PartName="/ppt/notesSlides/notesSlide80.xml" ContentType="application/vnd.openxmlformats-officedocument.presentationml.notesSlide+xml"/>
  <Override PartName="/ppt/notesSlides/notesSlide79.xml" ContentType="application/vnd.openxmlformats-officedocument.presentationml.notesSlide+xml"/>
  <Override PartName="/ppt/notesSlides/notesSlide77.xml" ContentType="application/vnd.openxmlformats-officedocument.presentationml.notesSlide+xml"/>
  <Override PartName="/ppt/notesSlides/notesSlide71.xml" ContentType="application/vnd.openxmlformats-officedocument.presentationml.notesSlide+xml"/>
  <Override PartName="/ppt/notesSlides/notesSlide69.xml" ContentType="application/vnd.openxmlformats-officedocument.presentationml.notesSlide+xml"/>
  <Override PartName="/ppt/notesSlides/notesSlide66.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62.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56.xml" ContentType="application/vnd.openxmlformats-officedocument.presentationml.notesSlide+xml"/>
  <Override PartName="/ppt/notesSlides/notesSlide22.xml" ContentType="application/vnd.openxmlformats-officedocument.presentationml.notesSlide+xml"/>
  <Override PartName="/ppt/notesSlides/notesSlide67.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68.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6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29.xml" ContentType="application/vnd.openxmlformats-officedocument.presentationml.slide+xml"/>
  <Override PartName="/ppt/slides/slide15.xml" ContentType="application/vnd.openxmlformats-officedocument.presentationml.slide+xml"/>
  <Override PartName="/ppt/notesSlides/notesSlide74.xml" ContentType="application/vnd.openxmlformats-officedocument.presentationml.notes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7.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slides/slide16.xml" ContentType="application/vnd.openxmlformats-officedocument.presentationml.slide+xml"/>
  <Override PartName="/ppt/notesSlides/notesSlide12.xml" ContentType="application/vnd.openxmlformats-officedocument.presentationml.notesSlide+xml"/>
  <Override PartName="/ppt/slides/slide11.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ppt/notesSlides/notesSlide70.xml" ContentType="application/vnd.openxmlformats-officedocument.presentationml.notesSlide+xml"/>
  <Override PartName="/ppt/slides/slide58.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68.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s/slide61.xml" ContentType="application/vnd.openxmlformats-officedocument.presentationml.slide+xml"/>
  <Override PartName="/ppt/slideLayouts/slideLayout1.xml" ContentType="application/vnd.openxmlformats-officedocument.presentationml.slideLayout+xml"/>
  <Override PartName="/ppt/slides/slide65.xml" ContentType="application/vnd.openxmlformats-officedocument.presentationml.slide+xml"/>
  <Override PartName="/ppt/slides/slide72.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18.xml" ContentType="application/vnd.openxmlformats-officedocument.presentationml.slide+xml"/>
  <Override PartName="/ppt/slides/slide69.xml" ContentType="application/vnd.openxmlformats-officedocument.presentationml.slide+xml"/>
  <Override PartName="/ppt/slides/slide77.xml" ContentType="application/vnd.openxmlformats-officedocument.presentationml.slide+xml"/>
  <Override PartName="/ppt/notesSlides/notesSlide75.xml" ContentType="application/vnd.openxmlformats-officedocument.presentationml.notesSlide+xml"/>
  <Override PartName="/ppt/slides/slide31.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81.xml" ContentType="application/vnd.openxmlformats-officedocument.presentationml.notesSlide+xml"/>
  <Override PartName="/ppt/notesSlides/notesSlide10.xml" ContentType="application/vnd.openxmlformats-officedocument.presentationml.notesSlide+xml"/>
  <Override PartName="/ppt/slides/slide4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71.xml" ContentType="application/vnd.openxmlformats-officedocument.presentationml.slide+xml"/>
  <Override PartName="/ppt/slides/slide39.xml" ContentType="application/vnd.openxmlformats-officedocument.presentationml.slide+xml"/>
  <Override PartName="/ppt/slides/slide33.xml" ContentType="application/vnd.openxmlformats-officedocument.presentationml.slide+xml"/>
  <Override PartName="/ppt/slides/slide63.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73.xml" ContentType="application/vnd.openxmlformats-officedocument.presentationml.notes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slides/slide79.xml" ContentType="application/vnd.openxmlformats-officedocument.presentationml.slide+xml"/>
  <Override PartName="/ppt/slides/slide48.xml" ContentType="application/vnd.openxmlformats-officedocument.presentationml.slide+xml"/>
  <Override PartName="/ppt/notesSlides/notesSlide65.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Layouts/slideLayout3.xml" ContentType="application/vnd.openxmlformats-officedocument.presentationml.slideLayout+xml"/>
  <Override PartName="/ppt/slides/slide62.xml" ContentType="application/vnd.openxmlformats-officedocument.presentationml.slide+xml"/>
  <Override PartName="/ppt/notesSlides/notesSlide78.xml" ContentType="application/vnd.openxmlformats-officedocument.presentationml.notesSlide+xml"/>
  <Override PartName="/ppt/slides/slide64.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43.xml" ContentType="application/vnd.openxmlformats-officedocument.presentationml.slide+xml"/>
  <Override PartName="/ppt/slides/slide70.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73.xml" ContentType="application/vnd.openxmlformats-officedocument.presentationml.slide+xml"/>
  <Override PartName="/ppt/slides/slide75.xml" ContentType="application/vnd.openxmlformats-officedocument.presentationml.slide+xml"/>
  <Override PartName="/ppt/slides/slide54.xml" ContentType="application/vnd.openxmlformats-officedocument.presentationml.slide+xml"/>
  <Override PartName="/ppt/slides/slide76.xml" ContentType="application/vnd.openxmlformats-officedocument.presentationml.slide+xml"/>
  <Override PartName="/ppt/slides/slide7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8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Lst>
  <p:sldSz cx="9144000" cy="6858000" type="screen4x3"/>
  <p:notesSz cx="6858000" cy="9144000"/>
  <p:defaultTextStyle>
    <a:lvl1pPr marL="0" indent="0" algn="l" defTabSz="457200" rtl="0">
      <a:lnSpc>
        <a:spcPct val="100000"/>
      </a:lnSpc>
      <a:spcBef>
        <a:spcPts val="0"/>
      </a:spcBef>
      <a:spcAft>
        <a:spcPts val="0"/>
      </a:spcAft>
      <a:buNone/>
      <a:defRPr lang="en-US" sz="1800" b="0" i="0">
        <a:solidFill>
          <a:schemeClr val="dk1"/>
        </a:solidFill>
        <a:latin typeface="Tw Cen MT"/>
      </a:defRPr>
    </a:lvl1pPr>
    <a:lvl2pPr marL="457200" indent="457200" algn="l" defTabSz="457200" rtl="0">
      <a:lnSpc>
        <a:spcPct val="100000"/>
      </a:lnSpc>
      <a:spcBef>
        <a:spcPts val="0"/>
      </a:spcBef>
      <a:spcAft>
        <a:spcPts val="0"/>
      </a:spcAft>
      <a:buNone/>
      <a:defRPr lang="en-US" sz="1800" b="0" i="0">
        <a:solidFill>
          <a:schemeClr val="dk1"/>
        </a:solidFill>
        <a:latin typeface="Tw Cen MT"/>
      </a:defRPr>
    </a:lvl2pPr>
    <a:lvl3pPr marL="914400" indent="914400" algn="l" defTabSz="457200" rtl="0">
      <a:lnSpc>
        <a:spcPct val="100000"/>
      </a:lnSpc>
      <a:spcBef>
        <a:spcPts val="0"/>
      </a:spcBef>
      <a:spcAft>
        <a:spcPts val="0"/>
      </a:spcAft>
      <a:buNone/>
      <a:defRPr lang="en-US" sz="1800" b="0" i="0">
        <a:solidFill>
          <a:schemeClr val="dk1"/>
        </a:solidFill>
        <a:latin typeface="Tw Cen MT"/>
      </a:defRPr>
    </a:lvl3pPr>
    <a:lvl4pPr marL="1371600" indent="1371600" algn="l" defTabSz="457200" rtl="0">
      <a:lnSpc>
        <a:spcPct val="100000"/>
      </a:lnSpc>
      <a:spcBef>
        <a:spcPts val="0"/>
      </a:spcBef>
      <a:spcAft>
        <a:spcPts val="0"/>
      </a:spcAft>
      <a:buNone/>
      <a:defRPr lang="en-US" sz="1800" b="0" i="0">
        <a:solidFill>
          <a:schemeClr val="dk1"/>
        </a:solidFill>
        <a:latin typeface="Tw Cen MT"/>
      </a:defRPr>
    </a:lvl4pPr>
    <a:lvl5pPr marL="1828800" indent="1828800" algn="l" defTabSz="457200" rtl="0">
      <a:lnSpc>
        <a:spcPct val="100000"/>
      </a:lnSpc>
      <a:spcBef>
        <a:spcPts val="0"/>
      </a:spcBef>
      <a:spcAft>
        <a:spcPts val="0"/>
      </a:spcAft>
      <a:buNone/>
      <a:defRPr lang="en-US" sz="1800" b="0" i="0">
        <a:solidFill>
          <a:schemeClr val="dk1"/>
        </a:solidFill>
        <a:latin typeface="Tw Cen MT"/>
      </a:defRPr>
    </a:lvl5pPr>
    <a:lvl6pPr>
      <a:defRPr lang="en-US" sz="1800"/>
    </a:lvl6pPr>
    <a:lvl7pPr>
      <a:defRPr lang="en-US" sz="1800"/>
    </a:lvl7pPr>
    <a:lvl8pPr>
      <a:defRPr lang="en-US" sz="1800"/>
    </a:lvl8pPr>
    <a:lvl9pPr>
      <a:defRPr lang="en-US" sz="1800"/>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104" d="100"/>
          <a:sy n="104" d="100"/>
        </p:scale>
        <p:origin x="-1236" y="-90"/>
      </p:cViewPr>
      <p:guideLst>
        <p:guide pos="2160" orient="horz"/>
        <p:guide pos="288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notesMaster" Target="notesMasters/notesMaster1.xml"/><Relationship Id="rId88" Type="http://schemas.openxmlformats.org/officeDocument/2006/relationships/presProps" Target="presProps.xml" /><Relationship Id="rId89" Type="http://schemas.openxmlformats.org/officeDocument/2006/relationships/tableStyles" Target="tableStyles.xml" /><Relationship Id="rId9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99879873" name="Header Placeholder 1"/>
          <p:cNvSpPr>
            <a:spLocks noChangeShapeType="1" noGrp="1"/>
          </p:cNvSpPr>
          <p:nvPr>
            <p:ph type="hdr" idx="0"/>
          </p:nvPr>
        </p:nvSpPr>
        <p:spPr bwMode="auto">
          <a:xfrm>
            <a:off x="0" y="0"/>
            <a:ext cx="2971800" cy="458787"/>
          </a:xfrm>
          <a:prstGeom prst="rect">
            <a:avLst/>
          </a:prstGeom>
          <a:noFill/>
        </p:spPr>
        <p:txBody>
          <a:bodyPr lIns="91440" tIns="45720" rIns="91440" bIns="45720"/>
          <a:lstStyle/>
          <a:p>
            <a:pPr>
              <a:defRPr/>
            </a:pPr>
            <a:endParaRPr sz="1400"/>
          </a:p>
        </p:txBody>
      </p:sp>
      <p:sp>
        <p:nvSpPr>
          <p:cNvPr id="430036028" name="Date Placeholder 2"/>
          <p:cNvSpPr>
            <a:spLocks noChangeShapeType="1" noGrp="1"/>
          </p:cNvSpPr>
          <p:nvPr>
            <p:ph type="dt" idx="1"/>
          </p:nvPr>
        </p:nvSpPr>
        <p:spPr bwMode="auto">
          <a:xfrm>
            <a:off x="3884612" y="0"/>
            <a:ext cx="2971800" cy="458787"/>
          </a:xfrm>
          <a:prstGeom prst="rect">
            <a:avLst/>
          </a:prstGeom>
          <a:noFill/>
        </p:spPr>
        <p:txBody>
          <a:bodyPr lIns="91440" tIns="45720" rIns="91440" bIns="45720"/>
          <a:lstStyle>
            <a:lvl1pPr marL="0" indent="0" algn="l" defTabSz="914400" rtl="0">
              <a:lnSpc>
                <a:spcPct val="100000"/>
              </a:lnSpc>
              <a:spcBef>
                <a:spcPts val="0"/>
              </a:spcBef>
              <a:spcAft>
                <a:spcPts val="0"/>
              </a:spcAft>
              <a:buNone/>
              <a:defRPr sz="1800" b="0" i="0">
                <a:solidFill>
                  <a:schemeClr val="dk1"/>
                </a:solidFill>
                <a:latin typeface="Tw Cen MT"/>
              </a:defRPr>
            </a:lvl1pPr>
            <a:lvl2pPr marL="457200" indent="457200" algn="l" defTabSz="914400" rtl="0">
              <a:lnSpc>
                <a:spcPct val="100000"/>
              </a:lnSpc>
              <a:spcBef>
                <a:spcPts val="0"/>
              </a:spcBef>
              <a:spcAft>
                <a:spcPts val="0"/>
              </a:spcAft>
              <a:buNone/>
              <a:defRPr sz="1800" b="0" i="0">
                <a:solidFill>
                  <a:schemeClr val="dk1"/>
                </a:solidFill>
                <a:latin typeface="Tw Cen MT"/>
              </a:defRPr>
            </a:lvl2pPr>
            <a:lvl3pPr marL="914400" indent="914400" algn="l" defTabSz="914400" rtl="0">
              <a:lnSpc>
                <a:spcPct val="100000"/>
              </a:lnSpc>
              <a:spcBef>
                <a:spcPts val="0"/>
              </a:spcBef>
              <a:spcAft>
                <a:spcPts val="0"/>
              </a:spcAft>
              <a:buNone/>
              <a:defRPr sz="1800" b="0" i="0">
                <a:solidFill>
                  <a:schemeClr val="dk1"/>
                </a:solidFill>
                <a:latin typeface="Tw Cen MT"/>
              </a:defRPr>
            </a:lvl3pPr>
            <a:lvl4pPr marL="1371600" indent="1371600" algn="l" defTabSz="914400" rtl="0">
              <a:lnSpc>
                <a:spcPct val="100000"/>
              </a:lnSpc>
              <a:spcBef>
                <a:spcPts val="0"/>
              </a:spcBef>
              <a:spcAft>
                <a:spcPts val="0"/>
              </a:spcAft>
              <a:buNone/>
              <a:defRPr sz="1800" b="0" i="0">
                <a:solidFill>
                  <a:schemeClr val="dk1"/>
                </a:solidFill>
                <a:latin typeface="Tw Cen MT"/>
              </a:defRPr>
            </a:lvl4pPr>
            <a:lvl5pPr marL="1828800" indent="1828800" algn="l" defTabSz="914400" rtl="0">
              <a:lnSpc>
                <a:spcPct val="100000"/>
              </a:lnSpc>
              <a:spcBef>
                <a:spcPts val="0"/>
              </a:spcBef>
              <a:spcAft>
                <a:spcPts val="0"/>
              </a:spcAft>
              <a:buNone/>
              <a:defRPr sz="1800" b="0" i="0">
                <a:solidFill>
                  <a:schemeClr val="dk1"/>
                </a:solidFill>
                <a:latin typeface="Tw Cen MT"/>
              </a:defRPr>
            </a:lvl5pPr>
          </a:lstStyle>
          <a:p>
            <a:pPr marL="0" lvl="0" indent="0" algn="r">
              <a:spcBef>
                <a:spcPts val="0"/>
              </a:spcBef>
              <a:buNone/>
              <a:defRPr/>
            </a:pPr>
            <a:r>
              <a:rPr sz="1200">
                <a:latin typeface="Calibri"/>
              </a:rPr>
              <a:t>*</a:t>
            </a:r>
            <a:endParaRPr/>
          </a:p>
        </p:txBody>
      </p:sp>
      <p:sp>
        <p:nvSpPr>
          <p:cNvPr id="985161361" name="Slide Image Placeholder 3"/>
          <p:cNvSpPr>
            <a:spLocks noChangeShapeType="1" noGrp="1"/>
          </p:cNvSpPr>
          <p:nvPr>
            <p:ph type="sldImg" idx="2"/>
          </p:nvPr>
        </p:nvSpPr>
        <p:spPr bwMode="auto">
          <a:xfrm>
            <a:off x="1371600" y="1143000"/>
            <a:ext cx="4114800" cy="3086100"/>
          </a:xfrm>
          <a:prstGeom prst="rect">
            <a:avLst/>
          </a:prstGeom>
          <a:noFill/>
          <a:ln w="12700">
            <a:solidFill>
              <a:srgbClr val="000000"/>
            </a:solidFill>
            <a:round/>
            <a:headEnd/>
            <a:tailEnd/>
          </a:ln>
        </p:spPr>
        <p:txBody>
          <a:bodyPr lIns="91440" tIns="45720" rIns="91440" bIns="45720" anchor="ctr" anchorCtr="0"/>
          <a:lstStyle/>
          <a:p>
            <a:pPr>
              <a:defRPr/>
            </a:pPr>
            <a:endParaRPr sz="1400"/>
          </a:p>
        </p:txBody>
      </p:sp>
      <p:sp>
        <p:nvSpPr>
          <p:cNvPr id="1635467725" name="Notes Placeholder 4"/>
          <p:cNvSpPr>
            <a:spLocks noChangeShapeType="1" noGrp="1"/>
          </p:cNvSpPr>
          <p:nvPr>
            <p:ph type="body" idx="3"/>
          </p:nvPr>
        </p:nvSpPr>
        <p:spPr bwMode="auto">
          <a:xfrm>
            <a:off x="685800" y="4400550"/>
            <a:ext cx="5486400" cy="3600450"/>
          </a:xfrm>
          <a:prstGeom prst="rect">
            <a:avLst/>
          </a:prstGeom>
          <a:noFill/>
        </p:spPr>
        <p:txBody>
          <a:bodyPr lIns="91440" tIns="45720" rIns="91440" bIns="45720"/>
          <a:lstStyle>
            <a:lvl1pPr marL="0" indent="0" algn="l" defTabSz="914400" rtl="0">
              <a:lnSpc>
                <a:spcPct val="100000"/>
              </a:lnSpc>
              <a:spcBef>
                <a:spcPts val="0"/>
              </a:spcBef>
              <a:spcAft>
                <a:spcPts val="0"/>
              </a:spcAft>
              <a:buNone/>
              <a:defRPr sz="1200" b="0" i="0">
                <a:solidFill>
                  <a:schemeClr val="dk1"/>
                </a:solidFill>
                <a:latin typeface="Calibri"/>
              </a:defRPr>
            </a:lvl1pPr>
            <a:lvl2pPr marL="457200" indent="457200" algn="l" defTabSz="914400" rtl="0">
              <a:lnSpc>
                <a:spcPct val="100000"/>
              </a:lnSpc>
              <a:spcBef>
                <a:spcPts val="0"/>
              </a:spcBef>
              <a:spcAft>
                <a:spcPts val="0"/>
              </a:spcAft>
              <a:buNone/>
              <a:defRPr sz="1200" b="0" i="0">
                <a:solidFill>
                  <a:schemeClr val="dk1"/>
                </a:solidFill>
                <a:latin typeface="Calibri"/>
              </a:defRPr>
            </a:lvl2pPr>
            <a:lvl3pPr marL="914400" indent="914400" algn="l" defTabSz="914400" rtl="0">
              <a:lnSpc>
                <a:spcPct val="100000"/>
              </a:lnSpc>
              <a:spcBef>
                <a:spcPts val="0"/>
              </a:spcBef>
              <a:spcAft>
                <a:spcPts val="0"/>
              </a:spcAft>
              <a:buNone/>
              <a:defRPr sz="1200" b="0" i="0">
                <a:solidFill>
                  <a:schemeClr val="dk1"/>
                </a:solidFill>
                <a:latin typeface="Calibri"/>
              </a:defRPr>
            </a:lvl3pPr>
            <a:lvl4pPr marL="1371600" indent="1371600" algn="l" defTabSz="914400" rtl="0">
              <a:lnSpc>
                <a:spcPct val="100000"/>
              </a:lnSpc>
              <a:spcBef>
                <a:spcPts val="0"/>
              </a:spcBef>
              <a:spcAft>
                <a:spcPts val="0"/>
              </a:spcAft>
              <a:buNone/>
              <a:defRPr sz="1200" b="0" i="0">
                <a:solidFill>
                  <a:schemeClr val="dk1"/>
                </a:solidFill>
                <a:latin typeface="Calibri"/>
              </a:defRPr>
            </a:lvl4pPr>
            <a:lvl5pPr marL="1828800" indent="1828800" algn="l" defTabSz="914400" rtl="0">
              <a:lnSpc>
                <a:spcPct val="100000"/>
              </a:lnSpc>
              <a:spcBef>
                <a:spcPts val="0"/>
              </a:spcBef>
              <a:spcAft>
                <a:spcPts val="0"/>
              </a:spcAft>
              <a:buNone/>
              <a:defRPr sz="1200" b="0" i="0">
                <a:solidFill>
                  <a:schemeClr val="dk1"/>
                </a:solidFill>
                <a:latin typeface="Calibri"/>
              </a:defRPr>
            </a:lvl5pPr>
          </a:lstStyle>
          <a:p>
            <a:pPr marL="0" lvl="0" indent="0">
              <a:spcBef>
                <a:spcPts val="0"/>
              </a:spcBef>
              <a:buNone/>
              <a:defRPr/>
            </a:pPr>
            <a:r>
              <a:rPr/>
              <a:t>Edit Master text styles</a:t>
            </a:r>
            <a:endParaRPr/>
          </a:p>
          <a:p>
            <a:pPr marL="457200" lvl="1" indent="0">
              <a:spcBef>
                <a:spcPts val="0"/>
              </a:spcBef>
              <a:buNone/>
              <a:defRPr/>
            </a:pPr>
            <a:r>
              <a:rPr/>
              <a:t>Second level</a:t>
            </a:r>
            <a:endParaRPr/>
          </a:p>
          <a:p>
            <a:pPr marL="914400" lvl="2" indent="0">
              <a:spcBef>
                <a:spcPts val="0"/>
              </a:spcBef>
              <a:buNone/>
              <a:defRPr/>
            </a:pPr>
            <a:r>
              <a:rPr/>
              <a:t>Third level</a:t>
            </a:r>
            <a:endParaRPr/>
          </a:p>
          <a:p>
            <a:pPr marL="1371600" lvl="3" indent="0">
              <a:spcBef>
                <a:spcPts val="0"/>
              </a:spcBef>
              <a:buNone/>
              <a:defRPr/>
            </a:pPr>
            <a:r>
              <a:rPr/>
              <a:t>Fourth level</a:t>
            </a:r>
            <a:endParaRPr/>
          </a:p>
          <a:p>
            <a:pPr marL="1828800" lvl="4" indent="0">
              <a:spcBef>
                <a:spcPts val="0"/>
              </a:spcBef>
              <a:buNone/>
              <a:defRPr/>
            </a:pPr>
            <a:r>
              <a:rPr/>
              <a:t>Fifth level</a:t>
            </a:r>
            <a:endParaRPr/>
          </a:p>
        </p:txBody>
      </p:sp>
      <p:sp>
        <p:nvSpPr>
          <p:cNvPr id="962048545" name="Footer Placeholder 5"/>
          <p:cNvSpPr>
            <a:spLocks noChangeShapeType="1" noGrp="1"/>
          </p:cNvSpPr>
          <p:nvPr>
            <p:ph type="ftr" idx="4"/>
          </p:nvPr>
        </p:nvSpPr>
        <p:spPr bwMode="auto">
          <a:xfrm>
            <a:off x="0" y="8685212"/>
            <a:ext cx="2971800" cy="458787"/>
          </a:xfrm>
          <a:prstGeom prst="rect">
            <a:avLst/>
          </a:prstGeom>
          <a:noFill/>
        </p:spPr>
        <p:txBody>
          <a:bodyPr lIns="91440" tIns="45720" rIns="91440" bIns="45720" anchor="b"/>
          <a:lstStyle/>
          <a:p>
            <a:pPr>
              <a:defRPr/>
            </a:pPr>
            <a:endParaRPr sz="1400"/>
          </a:p>
        </p:txBody>
      </p:sp>
      <p:sp>
        <p:nvSpPr>
          <p:cNvPr id="241457096" name="Slide Number Placeholder 6"/>
          <p:cNvSpPr>
            <a:spLocks noChangeShapeType="1" noGrp="1"/>
          </p:cNvSpPr>
          <p:nvPr>
            <p:ph type="sldNum" idx="5"/>
          </p:nvPr>
        </p:nvSpPr>
        <p:spPr bwMode="auto">
          <a:xfrm>
            <a:off x="3884612" y="8685212"/>
            <a:ext cx="2971800" cy="458787"/>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w Cen MT"/>
              </a:defRPr>
            </a:lvl1pPr>
            <a:lvl2pPr marL="457200" indent="457200" algn="l" defTabSz="914400" rtl="0">
              <a:lnSpc>
                <a:spcPct val="100000"/>
              </a:lnSpc>
              <a:spcBef>
                <a:spcPts val="0"/>
              </a:spcBef>
              <a:spcAft>
                <a:spcPts val="0"/>
              </a:spcAft>
              <a:buNone/>
              <a:defRPr sz="1800" b="0" i="0">
                <a:solidFill>
                  <a:schemeClr val="dk1"/>
                </a:solidFill>
                <a:latin typeface="Tw Cen MT"/>
              </a:defRPr>
            </a:lvl2pPr>
            <a:lvl3pPr marL="914400" indent="914400" algn="l" defTabSz="914400" rtl="0">
              <a:lnSpc>
                <a:spcPct val="100000"/>
              </a:lnSpc>
              <a:spcBef>
                <a:spcPts val="0"/>
              </a:spcBef>
              <a:spcAft>
                <a:spcPts val="0"/>
              </a:spcAft>
              <a:buNone/>
              <a:defRPr sz="1800" b="0" i="0">
                <a:solidFill>
                  <a:schemeClr val="dk1"/>
                </a:solidFill>
                <a:latin typeface="Tw Cen MT"/>
              </a:defRPr>
            </a:lvl3pPr>
            <a:lvl4pPr marL="1371600" indent="1371600" algn="l" defTabSz="914400" rtl="0">
              <a:lnSpc>
                <a:spcPct val="100000"/>
              </a:lnSpc>
              <a:spcBef>
                <a:spcPts val="0"/>
              </a:spcBef>
              <a:spcAft>
                <a:spcPts val="0"/>
              </a:spcAft>
              <a:buNone/>
              <a:defRPr sz="1800" b="0" i="0">
                <a:solidFill>
                  <a:schemeClr val="dk1"/>
                </a:solidFill>
                <a:latin typeface="Tw Cen MT"/>
              </a:defRPr>
            </a:lvl4pPr>
            <a:lvl5pPr marL="1828800" indent="1828800" algn="l" defTabSz="914400" rtl="0">
              <a:lnSpc>
                <a:spcPct val="100000"/>
              </a:lnSpc>
              <a:spcBef>
                <a:spcPts val="0"/>
              </a:spcBef>
              <a:spcAft>
                <a:spcPts val="0"/>
              </a:spcAft>
              <a:buNone/>
              <a:defRPr sz="1800" b="0" i="0">
                <a:solidFill>
                  <a:schemeClr val="dk1"/>
                </a:solidFill>
                <a:latin typeface="Tw Cen MT"/>
              </a:defRPr>
            </a:lvl5pPr>
          </a:lstStyle>
          <a:p>
            <a:pPr marL="0" lvl="0" indent="0" algn="r">
              <a:spcBef>
                <a:spcPts val="0"/>
              </a:spcBef>
              <a:buNone/>
              <a:defRPr/>
            </a:pPr>
            <a:fld id="{D038279B-FC19-497E-A7D1-5ADD9CAF016F}" type="slidenum">
              <a:rPr sz="1200">
                <a:latin typeface="Calibri"/>
              </a:rPr>
              <a:t>*</a:t>
            </a:fld>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DC32BEE-8782-4A0B-E538-8059DD76A600}"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987A1F1-16ED-4AA5-EF58-7A06E1F147E5}"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D7E5E5C-CDE1-5011-B1A4-6C55C68F1F39}"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924CF2-C94F-5D6F-761D-97B68D56AAA3}"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349794-0A64-5CE9-B3A6-13CA04248EA5}"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65405F-488E-61A5-C0A9-A4DB8BADF25B}"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6C72C8A-9D37-E9CB-424B-0557364AEFAD}"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9230846" name="Slide Image Placeholder 1"/>
          <p:cNvSpPr>
            <a:spLocks noChangeShapeType="1" noGrp="1"/>
          </p:cNvSpPr>
          <p:nvPr>
            <p:ph type="sldImg" idx="0"/>
          </p:nvPr>
        </p:nvSpPr>
        <p:spPr bwMode="auto">
          <a:xfrm>
            <a:off x="1371600" y="1143000"/>
            <a:ext cx="4114800" cy="3086100"/>
          </a:xfrm>
          <a:prstGeom prst="rect">
            <a:avLst/>
          </a:prstGeom>
          <a:noFill/>
          <a:ln w="9524">
            <a:solidFill>
              <a:srgbClr val="000000"/>
            </a:solidFill>
            <a:miter/>
            <a:headEnd/>
            <a:tailEnd/>
          </a:ln>
        </p:spPr>
        <p:txBody>
          <a:bodyPr lIns="91440" tIns="45720" rIns="91440" bIns="45720" anchor="ctr" anchorCtr="0"/>
          <a:lstStyle/>
          <a:p>
            <a:pPr>
              <a:defRPr/>
            </a:pPr>
            <a:endParaRPr sz="1400"/>
          </a:p>
        </p:txBody>
      </p:sp>
      <p:sp>
        <p:nvSpPr>
          <p:cNvPr id="307960426" name="Notes Placeholder 2"/>
          <p:cNvSpPr>
            <a:spLocks noChangeShapeType="1" noGrp="1"/>
          </p:cNvSpPr>
          <p:nvPr>
            <p:ph type="body" idx="1"/>
          </p:nvPr>
        </p:nvSpPr>
        <p:spPr bwMode="auto">
          <a:xfrm>
            <a:off x="685800" y="4400550"/>
            <a:ext cx="5486400" cy="3600450"/>
          </a:xfrm>
          <a:prstGeom prst="rect">
            <a:avLst/>
          </a:prstGeom>
          <a:noFill/>
        </p:spPr>
        <p:txBody>
          <a:bodyPr lIns="91440" tIns="45720" rIns="91440" bIns="45720" anchor="t"/>
          <a:lstStyle/>
          <a:p>
            <a:pPr>
              <a:defRPr/>
            </a:pPr>
            <a:endParaRPr sz="1400"/>
          </a:p>
        </p:txBody>
      </p:sp>
      <p:sp>
        <p:nvSpPr>
          <p:cNvPr id="318929452" name="Slide Number Placeholder 3"/>
          <p:cNvSpPr txBox="1">
            <a:spLocks noChangeShapeType="1" noGrp="1"/>
          </p:cNvSpPr>
          <p:nvPr>
            <p:ph type="sldNum"/>
          </p:nvPr>
        </p:nvSpPr>
        <p:spPr bwMode="auto">
          <a:xfrm>
            <a:off x="3884612" y="8685212"/>
            <a:ext cx="2971800" cy="458787"/>
          </a:xfrm>
          <a:prstGeom prst="rect">
            <a:avLst/>
          </a:prstGeom>
          <a:noFill/>
        </p:spPr>
        <p:txBody>
          <a:bodyPr lIns="91440" tIns="45720" rIns="91440" bIns="45720" anchor="b"/>
          <a:lstStyle/>
          <a:p>
            <a:pPr lvl="0" algn="r">
              <a:defRPr/>
            </a:pPr>
            <a:fld id="{D038279B-FC19-497E-A7D1-5ADD9CAF016F}" type="slidenum">
              <a:rPr lang="en-US" sz="1200">
                <a:latin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97D0AB-205A-6EE8-BB62-1B4483A5ED9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49C5AF-895E-F7DA-4AAB-AE62F314408C}"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70FE52-0D0E-8E5F-6D06-2DB45A2AD4C2}"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2D40EC2-740E-1F22-1B3E-9D27DEF523C7}"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8235258-BAC4-23AD-1B04-2694CCD839B0}"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090710-F9B7-F452-0697-62C065910BE3}"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3DEEBA-CCBB-E7D2-4FBC-7F3E37A80A63}"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B8EE43-E58B-CD55-EBEA-366086250E30}"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E6EA025-0E23-DB53-3598-483231D2DF9A}"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BDF7FD-C639-1561-8BE6-3CBFFC76B424}"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4B7C0C5-0004-1931-E05A-E0491DDF998B}"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3D09358-DAC7-68CD-EEC3-60A264606358}"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ECCCD8-F158-2F6F-707E-BA2091FA51DA}"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75C154-324C-98A2-BAAE-B0EC2E494BC5}"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2314C8C-F95C-BDF5-965C-651F4C5FA97F}"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906CEA3-3F3F-479A-765E-EB954B2261C5}"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9B996C-8591-F88D-472D-341DB6488996}"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296410E-D092-41E0-B62D-821B2F304E5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226F96-5F2C-5EA3-B85D-2ACFB40F38CD}"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83BC9B-F00F-3D35-60AC-B3EE7AFD95F0}"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2F9000-F5AF-CAD9-D007-BCCE134D4DB8}"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4FBC9A0-4286-40B1-7BB0-9D7520C48DE3}"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7282594" name="Slide Image Placeholder 1"/>
          <p:cNvSpPr>
            <a:spLocks noChangeShapeType="1" noGrp="1"/>
          </p:cNvSpPr>
          <p:nvPr>
            <p:ph type="sldImg" idx="0"/>
          </p:nvPr>
        </p:nvSpPr>
        <p:spPr bwMode="auto">
          <a:xfrm>
            <a:off x="1371600" y="1143000"/>
            <a:ext cx="4114800" cy="3086100"/>
          </a:xfrm>
          <a:prstGeom prst="rect">
            <a:avLst/>
          </a:prstGeom>
          <a:noFill/>
          <a:ln w="9524">
            <a:solidFill>
              <a:srgbClr val="000000"/>
            </a:solidFill>
            <a:miter/>
            <a:headEnd/>
            <a:tailEnd/>
          </a:ln>
        </p:spPr>
        <p:txBody>
          <a:bodyPr lIns="91440" tIns="45720" rIns="91440" bIns="45720" anchor="ctr" anchorCtr="0"/>
          <a:lstStyle/>
          <a:p>
            <a:pPr>
              <a:defRPr/>
            </a:pPr>
            <a:endParaRPr sz="1400"/>
          </a:p>
        </p:txBody>
      </p:sp>
      <p:sp>
        <p:nvSpPr>
          <p:cNvPr id="1861195214" name="Notes Placeholder 2"/>
          <p:cNvSpPr>
            <a:spLocks noChangeShapeType="1" noGrp="1"/>
          </p:cNvSpPr>
          <p:nvPr>
            <p:ph type="body" idx="1"/>
          </p:nvPr>
        </p:nvSpPr>
        <p:spPr bwMode="auto">
          <a:xfrm>
            <a:off x="685800" y="4400550"/>
            <a:ext cx="5486400" cy="3600450"/>
          </a:xfrm>
          <a:prstGeom prst="rect">
            <a:avLst/>
          </a:prstGeom>
          <a:noFill/>
        </p:spPr>
        <p:txBody>
          <a:bodyPr lIns="91440" tIns="45720" rIns="91440" bIns="45720" anchor="t"/>
          <a:lstStyle/>
          <a:p>
            <a:pPr>
              <a:defRPr/>
            </a:pPr>
            <a:endParaRPr sz="1400"/>
          </a:p>
        </p:txBody>
      </p:sp>
      <p:sp>
        <p:nvSpPr>
          <p:cNvPr id="81577174" name="Slide Number Placeholder 3"/>
          <p:cNvSpPr txBox="1">
            <a:spLocks noChangeShapeType="1" noGrp="1"/>
          </p:cNvSpPr>
          <p:nvPr>
            <p:ph type="sldNum"/>
          </p:nvPr>
        </p:nvSpPr>
        <p:spPr bwMode="auto">
          <a:xfrm>
            <a:off x="3884612" y="8685212"/>
            <a:ext cx="2971800" cy="458787"/>
          </a:xfrm>
          <a:prstGeom prst="rect">
            <a:avLst/>
          </a:prstGeom>
          <a:noFill/>
        </p:spPr>
        <p:txBody>
          <a:bodyPr lIns="91440" tIns="45720" rIns="91440" bIns="45720" anchor="b"/>
          <a:lstStyle/>
          <a:p>
            <a:pPr lvl="0" algn="r">
              <a:defRPr/>
            </a:pPr>
            <a:fld id="{D038279B-FC19-497E-A7D1-5ADD9CAF016F}" type="slidenum">
              <a:rPr lang="en-US" sz="1200">
                <a:latin typeface="Calibri"/>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C64602-7D9C-6CA0-6D01-B5DDCD102414}"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66B98BF-740E-9048-7299-C729DDB694D3}"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5A498AC-51A7-6318-D987-97AC773FA214}"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6C4628-790E-BA78-D1D8-1CD789CB57F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DC0C88F-58B6-09E3-EB1E-F0C0D0C44779}"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7E0317-2CFA-A509-206F-63C31CC13D29}"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6BBF0E-B26F-83E5-B82C-2615812C4E0C}"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60B95B0-99EA-5C33-6D06-FD7A78190AF5}"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F7CEC6-FA5B-B090-ABF7-F1A2808B87BE}"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343E6E-89FE-6895-A9F0-B5F27969805C}"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10A2D1-B112-0E72-34D8-BF35258329C2}"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64C55A9-DB05-D32B-E612-A2F9BB3D2F4B}"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7C1745-447B-C104-7A46-8EF972C9C934}"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2698BD-65BE-3C11-F14B-089340F85294}"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C87CA56-05D2-60A3-DF88-A6EBF473A2AB}"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009BF42-044D-04EA-054F-9BA24187282C}"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563EC4-4565-7043-007D-3674B49CA499}"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CECA8C-9862-ABAB-3540-07703FDA4A35}"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B03DFB-25C5-FE6B-C72E-5F56A47D2F6F}"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72334DB-855F-BC81-DCC5-2101D0106F8E}"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53BE4D6-ADD5-F830-B729-CBB302545AB0}"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061815-B823-0072-4BB4-D71C2B5F0CB9}"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A34420-EECD-E343-F86B-5395BC24D10A}"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227E5A3-C653-F7EA-85CF-4125328A188C}"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2A5A50E-04E2-A480-E379-0FCAA06C0AF0}"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DD3DD5C-C6E4-4C7E-1F96-C769682942A6}"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F65B93-C371-C741-8B63-4DE0287ED031}"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DB1C70-7B6B-6427-6010-56DEA2B2FBEC}"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9A0DEE-F331-5D6E-66E4-253838880951}"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7791192" name="Slide Image Placeholder 1"/>
          <p:cNvSpPr>
            <a:spLocks noChangeShapeType="1" noGrp="1"/>
          </p:cNvSpPr>
          <p:nvPr>
            <p:ph type="sldImg" idx="0"/>
          </p:nvPr>
        </p:nvSpPr>
        <p:spPr bwMode="auto">
          <a:xfrm>
            <a:off x="1371600" y="1143000"/>
            <a:ext cx="4114800" cy="3086100"/>
          </a:xfrm>
          <a:prstGeom prst="rect">
            <a:avLst/>
          </a:prstGeom>
          <a:noFill/>
          <a:ln w="9524">
            <a:solidFill>
              <a:srgbClr val="000000"/>
            </a:solidFill>
            <a:miter/>
            <a:headEnd/>
            <a:tailEnd/>
          </a:ln>
        </p:spPr>
        <p:txBody>
          <a:bodyPr lIns="91440" tIns="45720" rIns="91440" bIns="45720" anchor="ctr" anchorCtr="0"/>
          <a:lstStyle/>
          <a:p>
            <a:pPr>
              <a:defRPr/>
            </a:pPr>
            <a:endParaRPr sz="1400"/>
          </a:p>
        </p:txBody>
      </p:sp>
      <p:sp>
        <p:nvSpPr>
          <p:cNvPr id="148399831" name="Notes Placeholder 2"/>
          <p:cNvSpPr>
            <a:spLocks noChangeShapeType="1" noGrp="1"/>
          </p:cNvSpPr>
          <p:nvPr>
            <p:ph type="body" idx="1"/>
          </p:nvPr>
        </p:nvSpPr>
        <p:spPr bwMode="auto">
          <a:xfrm>
            <a:off x="685800" y="4400550"/>
            <a:ext cx="5486400" cy="3600450"/>
          </a:xfrm>
          <a:prstGeom prst="rect">
            <a:avLst/>
          </a:prstGeom>
          <a:noFill/>
        </p:spPr>
        <p:txBody>
          <a:bodyPr lIns="91440" tIns="45720" rIns="91440" bIns="45720" anchor="t"/>
          <a:lstStyle/>
          <a:p>
            <a:pPr>
              <a:defRPr/>
            </a:pPr>
            <a:endParaRPr sz="1400"/>
          </a:p>
        </p:txBody>
      </p:sp>
      <p:sp>
        <p:nvSpPr>
          <p:cNvPr id="465450162" name="Slide Number Placeholder 3"/>
          <p:cNvSpPr txBox="1">
            <a:spLocks noChangeShapeType="1" noGrp="1"/>
          </p:cNvSpPr>
          <p:nvPr>
            <p:ph type="sldNum"/>
          </p:nvPr>
        </p:nvSpPr>
        <p:spPr bwMode="auto">
          <a:xfrm>
            <a:off x="3884612" y="8685212"/>
            <a:ext cx="2971800" cy="458787"/>
          </a:xfrm>
          <a:prstGeom prst="rect">
            <a:avLst/>
          </a:prstGeom>
          <a:noFill/>
        </p:spPr>
        <p:txBody>
          <a:bodyPr lIns="91440" tIns="45720" rIns="91440" bIns="45720" anchor="b"/>
          <a:lstStyle/>
          <a:p>
            <a:pPr lvl="0" algn="r">
              <a:defRPr/>
            </a:pPr>
            <a:fld id="{D038279B-FC19-497E-A7D1-5ADD9CAF016F}" type="slidenum">
              <a:rPr sz="1200">
                <a:latin typeface="Calibri"/>
              </a:rP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4276857" name="Slide Image Placeholder 1"/>
          <p:cNvSpPr>
            <a:spLocks noChangeShapeType="1" noGrp="1"/>
          </p:cNvSpPr>
          <p:nvPr>
            <p:ph type="sldImg" idx="0"/>
          </p:nvPr>
        </p:nvSpPr>
        <p:spPr bwMode="auto">
          <a:xfrm>
            <a:off x="1371600" y="1143000"/>
            <a:ext cx="4114800" cy="3086100"/>
          </a:xfrm>
          <a:prstGeom prst="rect">
            <a:avLst/>
          </a:prstGeom>
          <a:noFill/>
          <a:ln w="9524">
            <a:solidFill>
              <a:srgbClr val="000000"/>
            </a:solidFill>
            <a:miter/>
            <a:headEnd/>
            <a:tailEnd/>
          </a:ln>
        </p:spPr>
        <p:txBody>
          <a:bodyPr lIns="91440" tIns="45720" rIns="91440" bIns="45720" anchor="ctr" anchorCtr="0"/>
          <a:lstStyle/>
          <a:p>
            <a:pPr>
              <a:defRPr/>
            </a:pPr>
            <a:endParaRPr sz="1400"/>
          </a:p>
        </p:txBody>
      </p:sp>
      <p:sp>
        <p:nvSpPr>
          <p:cNvPr id="1851051165" name="Notes Placeholder 2"/>
          <p:cNvSpPr>
            <a:spLocks noChangeShapeType="1" noGrp="1"/>
          </p:cNvSpPr>
          <p:nvPr>
            <p:ph type="body" idx="1"/>
          </p:nvPr>
        </p:nvSpPr>
        <p:spPr bwMode="auto">
          <a:xfrm>
            <a:off x="685800" y="4400550"/>
            <a:ext cx="5486400" cy="3600450"/>
          </a:xfrm>
          <a:prstGeom prst="rect">
            <a:avLst/>
          </a:prstGeom>
          <a:noFill/>
        </p:spPr>
        <p:txBody>
          <a:bodyPr lIns="91440" tIns="45720" rIns="91440" bIns="45720" anchor="t"/>
          <a:lstStyle/>
          <a:p>
            <a:pPr>
              <a:defRPr/>
            </a:pPr>
            <a:endParaRPr sz="1400"/>
          </a:p>
        </p:txBody>
      </p:sp>
      <p:sp>
        <p:nvSpPr>
          <p:cNvPr id="1380323812" name="Slide Number Placeholder 3"/>
          <p:cNvSpPr txBox="1">
            <a:spLocks noChangeShapeType="1" noGrp="1"/>
          </p:cNvSpPr>
          <p:nvPr>
            <p:ph type="sldNum"/>
          </p:nvPr>
        </p:nvSpPr>
        <p:spPr bwMode="auto">
          <a:xfrm>
            <a:off x="3884612" y="8685212"/>
            <a:ext cx="2971800" cy="458787"/>
          </a:xfrm>
          <a:prstGeom prst="rect">
            <a:avLst/>
          </a:prstGeom>
          <a:noFill/>
        </p:spPr>
        <p:txBody>
          <a:bodyPr lIns="91440" tIns="45720" rIns="91440" bIns="45720" anchor="b"/>
          <a:lstStyle/>
          <a:p>
            <a:pPr lvl="0" algn="r">
              <a:defRPr/>
            </a:pPr>
            <a:fld id="{D038279B-FC19-497E-A7D1-5ADD9CAF016F}" type="slidenum">
              <a:rPr sz="1200">
                <a:latin typeface="Calibri"/>
              </a:rP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622A7C-36D4-B0F0-7374-9BBBF1028D7A}"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2DF1E58-1327-6B48-D689-63F6CAF95B2B}"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98823E-817B-ECF3-CF5C-86D2A39433CC}"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DBD5D4-C34D-7FA3-2752-C4FFCBCA1B38}"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2FBA24-6ADD-A79D-135D-4F5348F071F0}"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313400-DA6F-3F23-2D54-0E420FE0BC31}"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8CF8A1-ABFA-06F0-4ABF-E9A2DD4C0731}"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414826-10C4-5A0E-AAE8-E41DAB39EE97}" type="slidenum">
              <a:rPr/>
              <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01826" name="Slide Image Placeholder 1"/>
          <p:cNvSpPr>
            <a:spLocks noChangeShapeType="1" noGrp="1"/>
          </p:cNvSpPr>
          <p:nvPr>
            <p:ph type="sldImg" idx="0"/>
          </p:nvPr>
        </p:nvSpPr>
        <p:spPr bwMode="auto">
          <a:xfrm>
            <a:off x="1371600" y="1143000"/>
            <a:ext cx="4114800" cy="3086100"/>
          </a:xfrm>
          <a:prstGeom prst="rect">
            <a:avLst/>
          </a:prstGeom>
          <a:noFill/>
          <a:ln w="9524">
            <a:solidFill>
              <a:srgbClr val="000000"/>
            </a:solidFill>
            <a:miter/>
            <a:headEnd/>
            <a:tailEnd/>
          </a:ln>
        </p:spPr>
        <p:txBody>
          <a:bodyPr lIns="91440" tIns="45720" rIns="91440" bIns="45720" anchor="ctr" anchorCtr="0"/>
          <a:lstStyle/>
          <a:p>
            <a:pPr>
              <a:defRPr/>
            </a:pPr>
            <a:endParaRPr sz="1400"/>
          </a:p>
        </p:txBody>
      </p:sp>
      <p:sp>
        <p:nvSpPr>
          <p:cNvPr id="1662267528" name="Notes Placeholder 2"/>
          <p:cNvSpPr>
            <a:spLocks noChangeShapeType="1" noGrp="1"/>
          </p:cNvSpPr>
          <p:nvPr>
            <p:ph type="body" idx="1"/>
          </p:nvPr>
        </p:nvSpPr>
        <p:spPr bwMode="auto">
          <a:xfrm>
            <a:off x="685800" y="4400550"/>
            <a:ext cx="5486400" cy="3600450"/>
          </a:xfrm>
          <a:prstGeom prst="rect">
            <a:avLst/>
          </a:prstGeom>
          <a:noFill/>
        </p:spPr>
        <p:txBody>
          <a:bodyPr lIns="91440" tIns="45720" rIns="91440" bIns="45720" anchor="t"/>
          <a:lstStyle/>
          <a:p>
            <a:pPr lvl="0">
              <a:defRPr/>
            </a:pPr>
            <a:r>
              <a:rPr/>
              <a:t>To the</a:t>
            </a:r>
            <a:endParaRPr/>
          </a:p>
          <a:p>
            <a:pPr lvl="0">
              <a:defRPr/>
            </a:pPr>
            <a:r>
              <a:rPr/>
              <a:t>contrary, for many applications (not all), the inconveniences or dangers of a breakdown</a:t>
            </a:r>
            <a:endParaRPr/>
          </a:p>
          <a:p>
            <a:pPr lvl="0">
              <a:defRPr/>
            </a:pPr>
            <a:r>
              <a:rPr/>
              <a:t>are a reminder of the convenience, productivity, or safety the tool provides when it is</a:t>
            </a:r>
            <a:endParaRPr/>
          </a:p>
          <a:p>
            <a:pPr lvl="0">
              <a:defRPr/>
            </a:pPr>
            <a:r>
              <a:rPr/>
              <a:t>working. The breakdown can remind us, for example, of the billions of communications,</a:t>
            </a:r>
            <a:endParaRPr/>
          </a:p>
          <a:p>
            <a:pPr lvl="0">
              <a:defRPr/>
            </a:pPr>
            <a:r>
              <a:rPr/>
              <a:t>carrying voice, text, photos, and data, that are possible or more convenient or cheaper</a:t>
            </a:r>
            <a:endParaRPr/>
          </a:p>
          <a:p>
            <a:pPr lvl="0">
              <a:defRPr/>
            </a:pPr>
            <a:r>
              <a:rPr/>
              <a:t>because of the technology</a:t>
            </a:r>
            <a:endParaRPr/>
          </a:p>
        </p:txBody>
      </p:sp>
      <p:sp>
        <p:nvSpPr>
          <p:cNvPr id="934729949" name="Slide Number Placeholder 3"/>
          <p:cNvSpPr txBox="1">
            <a:spLocks noChangeShapeType="1" noGrp="1"/>
          </p:cNvSpPr>
          <p:nvPr>
            <p:ph type="sldNum"/>
          </p:nvPr>
        </p:nvSpPr>
        <p:spPr bwMode="auto">
          <a:xfrm>
            <a:off x="3884612" y="8685212"/>
            <a:ext cx="2971800" cy="458787"/>
          </a:xfrm>
          <a:prstGeom prst="rect">
            <a:avLst/>
          </a:prstGeom>
          <a:noFill/>
        </p:spPr>
        <p:txBody>
          <a:bodyPr lIns="91440" tIns="45720" rIns="91440" bIns="45720" anchor="b"/>
          <a:lstStyle/>
          <a:p>
            <a:pPr lvl="0" algn="r">
              <a:defRPr/>
            </a:pPr>
            <a:fld id="{D038279B-FC19-497E-A7D1-5ADD9CAF016F}" type="slidenum">
              <a:rPr sz="1200">
                <a:latin typeface="Calibri"/>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6D3556-9CFA-F46E-C830-EFF2054792D7}" type="slidenum">
              <a:rPr/>
              <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D3FEFD-69D6-6D76-53A0-323FA1B309C3}" type="slidenum">
              <a:rPr/>
              <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CA00B9-1F27-9585-157E-E376F6435D7F}" type="slidenum">
              <a:rPr/>
              <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47E421-8FDC-1FE5-A27B-875153358FEE}" type="slidenum">
              <a:rPr/>
              <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FFB458-A62E-5EC7-0E56-B5EE7611AB1C}" type="slidenum">
              <a:rPr/>
              <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F1D6887-EC6E-CE5B-6A32-BF13E455A773}" type="slidenum">
              <a:rPr/>
              <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B5FFAF-9C5C-ED35-E056-64E24511DDC5}" type="slidenum">
              <a:rPr/>
              <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0B51C0A-E04C-A341-F971-FFF7D7979266}" type="slidenum">
              <a:rPr/>
              <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5A4464-3FFD-EA27-1A53-36CFB5A844A2}" type="slidenum">
              <a:rPr/>
              <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07FDA1-D7CE-2972-A3C3-94C85F2B51F1}" type="slidenum">
              <a:rPr/>
              <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AC815F9-87DA-B4D3-0A39-482535685FC5}" type="slidenum">
              <a:rPr/>
              <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D10276-A110-BB87-5A3F-FFC5D29B151B}"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and Object Slide">
    <p:spTree>
      <p:nvGrpSpPr>
        <p:cNvPr id="1" name=""/>
        <p:cNvGrpSpPr/>
        <p:nvPr/>
      </p:nvGrpSpPr>
      <p:grpSpPr bwMode="auto">
        <a:xfrm>
          <a:off x="0" y="0"/>
          <a:ext cx="0" cy="0"/>
          <a:chOff x="0" y="0"/>
          <a:chExt cx="0" cy="0"/>
        </a:xfrm>
      </p:grpSpPr>
      <p:sp>
        <p:nvSpPr>
          <p:cNvPr id="583257491" name="Shape 1026"/>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112349987" name="Shape 1027"/>
          <p:cNvSpPr>
            <a:spLocks noChangeShapeType="1" noGrp="1"/>
          </p:cNvSpPr>
          <p:nvPr>
            <p:ph idx="1"/>
          </p:nvPr>
        </p:nvSpPr>
        <p:spPr bwMode="auto">
          <a:xfrm>
            <a:off x="768350" y="2286000"/>
            <a:ext cx="7289800" cy="4022725"/>
          </a:xfrm>
          <a:prstGeom prst="rect">
            <a:avLst/>
          </a:prstGeom>
          <a:noFill/>
        </p:spPr>
        <p:txBody>
          <a:bodyPr lIns="45720" tIns="45720" rIns="45720" bIns="45720"/>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1393067995" name="Shape 1028"/>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2081496874" name="Shape 1029"/>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a:defRPr/>
            </a:pPr>
            <a:endParaRPr sz="1400"/>
          </a:p>
        </p:txBody>
      </p:sp>
      <p:sp>
        <p:nvSpPr>
          <p:cNvPr id="2066618290" name="Shape 1030"/>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lvl1pPr marL="0" indent="0" algn="l" defTabSz="914400" rtl="0">
              <a:lnSpc>
                <a:spcPct val="100000"/>
              </a:lnSpc>
              <a:spcBef>
                <a:spcPts val="0"/>
              </a:spcBef>
              <a:spcAft>
                <a:spcPts val="0"/>
              </a:spcAft>
              <a:buNone/>
              <a:defRPr sz="1800" b="0" i="0">
                <a:solidFill>
                  <a:schemeClr val="dk1"/>
                </a:solidFill>
                <a:latin typeface="Tw Cen MT"/>
              </a:defRPr>
            </a:lvl1pPr>
            <a:lvl2pPr marL="457200" indent="457200" algn="l" defTabSz="914400" rtl="0">
              <a:lnSpc>
                <a:spcPct val="100000"/>
              </a:lnSpc>
              <a:spcBef>
                <a:spcPts val="0"/>
              </a:spcBef>
              <a:spcAft>
                <a:spcPts val="0"/>
              </a:spcAft>
              <a:buNone/>
              <a:defRPr sz="1800" b="0" i="0">
                <a:solidFill>
                  <a:schemeClr val="dk1"/>
                </a:solidFill>
                <a:latin typeface="Tw Cen MT"/>
              </a:defRPr>
            </a:lvl2pPr>
            <a:lvl3pPr marL="914400" indent="914400" algn="l" defTabSz="914400" rtl="0">
              <a:lnSpc>
                <a:spcPct val="100000"/>
              </a:lnSpc>
              <a:spcBef>
                <a:spcPts val="0"/>
              </a:spcBef>
              <a:spcAft>
                <a:spcPts val="0"/>
              </a:spcAft>
              <a:buNone/>
              <a:defRPr sz="1800" b="0" i="0">
                <a:solidFill>
                  <a:schemeClr val="dk1"/>
                </a:solidFill>
                <a:latin typeface="Tw Cen MT"/>
              </a:defRPr>
            </a:lvl3pPr>
            <a:lvl4pPr marL="1371600" indent="1371600" algn="l" defTabSz="914400" rtl="0">
              <a:lnSpc>
                <a:spcPct val="100000"/>
              </a:lnSpc>
              <a:spcBef>
                <a:spcPts val="0"/>
              </a:spcBef>
              <a:spcAft>
                <a:spcPts val="0"/>
              </a:spcAft>
              <a:buNone/>
              <a:defRPr sz="1800" b="0" i="0">
                <a:solidFill>
                  <a:schemeClr val="dk1"/>
                </a:solidFill>
                <a:latin typeface="Tw Cen MT"/>
              </a:defRPr>
            </a:lvl4pPr>
            <a:lvl5pPr marL="1828800" indent="1828800" algn="l" defTabSz="914400" rtl="0">
              <a:lnSpc>
                <a:spcPct val="100000"/>
              </a:lnSpc>
              <a:spcBef>
                <a:spcPts val="0"/>
              </a:spcBef>
              <a:spcAft>
                <a:spcPts val="0"/>
              </a:spcAft>
              <a:buNone/>
              <a:defRPr sz="1800" b="0" i="0">
                <a:solidFill>
                  <a:schemeClr val="dk1"/>
                </a:solidFill>
                <a:latin typeface="Tw Cen MT"/>
              </a:defRPr>
            </a:lvl5pPr>
          </a:lstStyle>
          <a:p>
            <a:pPr marL="0" lvl="0" indent="0">
              <a:spcBef>
                <a:spcPts val="0"/>
              </a:spcBef>
              <a:buNone/>
              <a:defRPr/>
            </a:pPr>
            <a:fld id="{D038279B-FC19-497E-A7D1-5ADD9CAF016F}" type="slidenum">
              <a:rPr lang="en-US" sz="1000">
                <a:solidFill>
                  <a:srgbClr val="0D0D0D"/>
                </a:solidFill>
                <a:latin typeface="Tw Cen MT Condensed"/>
              </a:rPr>
              <a:t>&lt;#&gt;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1_Integral">
    <p:bg>
      <p:bgPr shadeToTitle="0">
        <a:solidFill>
          <a:schemeClr val="lt1"/>
        </a:solidFill>
      </p:bgPr>
    </p:bg>
    <p:spTree>
      <p:nvGrpSpPr>
        <p:cNvPr id="1" name=""/>
        <p:cNvGrpSpPr/>
        <p:nvPr/>
      </p:nvGrpSpPr>
      <p:grpSpPr bwMode="auto">
        <a:xfrm>
          <a:off x="0" y="0"/>
          <a:ext cx="0" cy="0"/>
          <a:chOff x="0" y="0"/>
          <a:chExt cx="0" cy="0"/>
        </a:xfrm>
      </p:grpSpPr>
      <p:sp>
        <p:nvSpPr>
          <p:cNvPr id="963123812" name="Rectangle 7"/>
          <p:cNvSpPr>
            <a:spLocks noChangeShapeType="1" noGrp="1"/>
          </p:cNvSpPr>
          <p:nvPr/>
        </p:nvSpPr>
        <p:spPr bwMode="auto">
          <a:xfrm>
            <a:off x="0" y="0"/>
            <a:ext cx="9144000" cy="4572000"/>
          </a:xfrm>
          <a:prstGeom prst="rect">
            <a:avLst/>
          </a:prstGeom>
          <a:solidFill>
            <a:srgbClr val="1482AC"/>
          </a:solidFill>
        </p:spPr>
        <p:txBody>
          <a:bodyPr lIns="91440" tIns="45720" rIns="91440" bIns="45720"/>
          <a:lstStyle/>
          <a:p>
            <a:pPr>
              <a:defRPr/>
            </a:pPr>
            <a:endParaRPr sz="1400"/>
          </a:p>
        </p:txBody>
      </p:sp>
      <p:sp>
        <p:nvSpPr>
          <p:cNvPr id="178586754" name="Freeform 8"/>
          <p:cNvSpPr>
            <a:spLocks noChangeShapeType="1" noGrp="1"/>
          </p:cNvSpPr>
          <p:nvPr/>
        </p:nvSpPr>
        <p:spPr bwMode="auto">
          <a:xfrm>
            <a:off x="4762" y="0"/>
            <a:ext cx="9139237" cy="4572000"/>
          </a:xfrm>
          <a:custGeom>
            <a:avLst/>
            <a:gdLst>
              <a:gd name="gd0" fmla="val 65536"/>
              <a:gd name="gd1" fmla="val 9139239"/>
              <a:gd name="gd2" fmla="val 4171458"/>
              <a:gd name="gd3" fmla="val 9139239"/>
              <a:gd name="gd4" fmla="val 4479120"/>
              <a:gd name="gd5" fmla="val 9061857"/>
              <a:gd name="gd6" fmla="val 4572001"/>
              <a:gd name="gd7" fmla="val 8867616"/>
              <a:gd name="gd8" fmla="val 4572001"/>
              <a:gd name="gd9" fmla="val 9109281"/>
              <a:gd name="gd10" fmla="val 4270954"/>
              <a:gd name="gd11" fmla="val 9139239"/>
              <a:gd name="gd12" fmla="val 4171458"/>
              <a:gd name="gd13" fmla="val 9139239"/>
              <a:gd name="gd14" fmla="val 4017903"/>
              <a:gd name="gd15" fmla="val 9139239"/>
              <a:gd name="gd16" fmla="val 4146549"/>
              <a:gd name="gd17" fmla="val 9061849"/>
              <a:gd name="gd18" fmla="val 4168266"/>
              <a:gd name="gd19" fmla="val 8639677"/>
              <a:gd name="gd20" fmla="val 4572001"/>
              <a:gd name="gd21" fmla="val 8502130"/>
              <a:gd name="gd22" fmla="val 4572001"/>
              <a:gd name="gd23" fmla="val 9046727"/>
              <a:gd name="gd24" fmla="val 4039822"/>
              <a:gd name="gd25" fmla="val 9139239"/>
              <a:gd name="gd26" fmla="val 4017903"/>
              <a:gd name="gd27" fmla="val 7620280"/>
              <a:gd name="gd28" fmla="val 3999419"/>
              <a:gd name="gd29" fmla="val 7637367"/>
              <a:gd name="gd30" fmla="val 4001042"/>
              <a:gd name="gd31" fmla="val 7732829"/>
              <a:gd name="gd32" fmla="val 4010107"/>
              <a:gd name="gd33" fmla="val 7749042"/>
              <a:gd name="gd34" fmla="val 4011646"/>
              <a:gd name="gd35" fmla="val 7749159"/>
              <a:gd name="gd36" fmla="val 4012794"/>
              <a:gd name="gd37" fmla="val 8407830"/>
              <a:gd name="gd38" fmla="val 4572001"/>
              <a:gd name="gd39" fmla="val 8270283"/>
              <a:gd name="gd40" fmla="val 4572001"/>
              <a:gd name="gd41" fmla="val 7762529"/>
              <a:gd name="gd42" fmla="val 4144250"/>
              <a:gd name="gd43" fmla="val 8042344"/>
              <a:gd name="gd44" fmla="val 4572001"/>
              <a:gd name="gd45" fmla="val 7848103"/>
              <a:gd name="gd46" fmla="val 4572001"/>
              <a:gd name="gd47" fmla="val 7629044"/>
              <a:gd name="gd48" fmla="val 4127511"/>
              <a:gd name="gd49" fmla="val 7628538"/>
              <a:gd name="gd50" fmla="val 4127448"/>
              <a:gd name="gd51" fmla="val 7628000"/>
              <a:gd name="gd52" fmla="val 4120772"/>
              <a:gd name="gd53" fmla="val 7620533"/>
              <a:gd name="gd54" fmla="val 4028296"/>
              <a:gd name="gd55" fmla="val 7619162"/>
              <a:gd name="gd56" fmla="val 4011320"/>
              <a:gd name="gd57" fmla="val 7619756"/>
              <a:gd name="gd58" fmla="val 3999880"/>
              <a:gd name="gd59" fmla="val 7620254"/>
              <a:gd name="gd60" fmla="val 3999913"/>
              <a:gd name="gd61" fmla="val 7620280"/>
              <a:gd name="gd62" fmla="val 3999419"/>
              <a:gd name="gd63" fmla="val 7597529"/>
              <a:gd name="gd64" fmla="val 3999419"/>
              <a:gd name="gd65" fmla="val 7597555"/>
              <a:gd name="gd66" fmla="val 3999913"/>
              <a:gd name="gd67" fmla="val 7598053"/>
              <a:gd name="gd68" fmla="val 3999880"/>
              <a:gd name="gd69" fmla="val 7598647"/>
              <a:gd name="gd70" fmla="val 4011320"/>
              <a:gd name="gd71" fmla="val 7597276"/>
              <a:gd name="gd72" fmla="val 4028296"/>
              <a:gd name="gd73" fmla="val 7589809"/>
              <a:gd name="gd74" fmla="val 4120772"/>
              <a:gd name="gd75" fmla="val 7589271"/>
              <a:gd name="gd76" fmla="val 4127448"/>
              <a:gd name="gd77" fmla="val 7588765"/>
              <a:gd name="gd78" fmla="val 4127511"/>
              <a:gd name="gd79" fmla="val 7369706"/>
              <a:gd name="gd80" fmla="val 4572001"/>
              <a:gd name="gd81" fmla="val 7175465"/>
              <a:gd name="gd82" fmla="val 4572001"/>
              <a:gd name="gd83" fmla="val 7455280"/>
              <a:gd name="gd84" fmla="val 4144250"/>
              <a:gd name="gd85" fmla="val 6947526"/>
              <a:gd name="gd86" fmla="val 4572001"/>
              <a:gd name="gd87" fmla="val 6809978"/>
              <a:gd name="gd88" fmla="val 4572001"/>
              <a:gd name="gd89" fmla="val 7468650"/>
              <a:gd name="gd90" fmla="val 4012794"/>
              <a:gd name="gd91" fmla="val 7468767"/>
              <a:gd name="gd92" fmla="val 4011646"/>
              <a:gd name="gd93" fmla="val 7484980"/>
              <a:gd name="gd94" fmla="val 4010107"/>
              <a:gd name="gd95" fmla="val 7580442"/>
              <a:gd name="gd96" fmla="val 4001042"/>
              <a:gd name="gd97" fmla="val 7597529"/>
              <a:gd name="gd98" fmla="val 3999419"/>
              <a:gd name="gd99" fmla="val 5928129"/>
              <a:gd name="gd100" fmla="val 3999419"/>
              <a:gd name="gd101" fmla="val 5945217"/>
              <a:gd name="gd102" fmla="val 4001042"/>
              <a:gd name="gd103" fmla="val 6040678"/>
              <a:gd name="gd104" fmla="val 4010107"/>
              <a:gd name="gd105" fmla="val 6056891"/>
              <a:gd name="gd106" fmla="val 4011646"/>
              <a:gd name="gd107" fmla="val 6057008"/>
              <a:gd name="gd108" fmla="val 4012794"/>
              <a:gd name="gd109" fmla="val 6715680"/>
              <a:gd name="gd110" fmla="val 4572001"/>
              <a:gd name="gd111" fmla="val 6578131"/>
              <a:gd name="gd112" fmla="val 4572001"/>
              <a:gd name="gd113" fmla="val 6070378"/>
              <a:gd name="gd114" fmla="val 4144250"/>
              <a:gd name="gd115" fmla="val 6350192"/>
              <a:gd name="gd116" fmla="val 4572001"/>
              <a:gd name="gd117" fmla="val 6155952"/>
              <a:gd name="gd118" fmla="val 4572001"/>
              <a:gd name="gd119" fmla="val 5936893"/>
              <a:gd name="gd120" fmla="val 4127511"/>
              <a:gd name="gd121" fmla="val 5936387"/>
              <a:gd name="gd122" fmla="val 4127448"/>
              <a:gd name="gd123" fmla="val 5935849"/>
              <a:gd name="gd124" fmla="val 4120772"/>
              <a:gd name="gd125" fmla="val 5928382"/>
              <a:gd name="gd126" fmla="val 4028296"/>
              <a:gd name="gd127" fmla="val 5927011"/>
              <a:gd name="gd128" fmla="val 4011320"/>
              <a:gd name="gd129" fmla="val 5927605"/>
              <a:gd name="gd130" fmla="val 3999880"/>
              <a:gd name="gd131" fmla="val 5928103"/>
              <a:gd name="gd132" fmla="val 3999913"/>
              <a:gd name="gd133" fmla="val 5928129"/>
              <a:gd name="gd134" fmla="val 3999419"/>
              <a:gd name="gd135" fmla="val 5905378"/>
              <a:gd name="gd136" fmla="val 3999419"/>
              <a:gd name="gd137" fmla="val 5905404"/>
              <a:gd name="gd138" fmla="val 3999913"/>
              <a:gd name="gd139" fmla="val 5905902"/>
              <a:gd name="gd140" fmla="val 3999880"/>
              <a:gd name="gd141" fmla="val 5906496"/>
              <a:gd name="gd142" fmla="val 4011320"/>
              <a:gd name="gd143" fmla="val 5905125"/>
              <a:gd name="gd144" fmla="val 4028296"/>
              <a:gd name="gd145" fmla="val 5897658"/>
              <a:gd name="gd146" fmla="val 4120772"/>
              <a:gd name="gd147" fmla="val 5897120"/>
              <a:gd name="gd148" fmla="val 4127448"/>
              <a:gd name="gd149" fmla="val 5896614"/>
              <a:gd name="gd150" fmla="val 4127511"/>
              <a:gd name="gd151" fmla="val 5677555"/>
              <a:gd name="gd152" fmla="val 4572001"/>
              <a:gd name="gd153" fmla="val 5483314"/>
              <a:gd name="gd154" fmla="val 4572001"/>
              <a:gd name="gd155" fmla="val 5763129"/>
              <a:gd name="gd156" fmla="val 4144250"/>
              <a:gd name="gd157" fmla="val 5255375"/>
              <a:gd name="gd158" fmla="val 4572001"/>
              <a:gd name="gd159" fmla="val 5117827"/>
              <a:gd name="gd160" fmla="val 4572001"/>
              <a:gd name="gd161" fmla="val 5776499"/>
              <a:gd name="gd162" fmla="val 4012794"/>
              <a:gd name="gd163" fmla="val 5776616"/>
              <a:gd name="gd164" fmla="val 4011646"/>
              <a:gd name="gd165" fmla="val 5792829"/>
              <a:gd name="gd166" fmla="val 4010107"/>
              <a:gd name="gd167" fmla="val 5888290"/>
              <a:gd name="gd168" fmla="val 4001042"/>
              <a:gd name="gd169" fmla="val 5905378"/>
              <a:gd name="gd170" fmla="val 3999419"/>
              <a:gd name="gd171" fmla="val 4235979"/>
              <a:gd name="gd172" fmla="val 3999419"/>
              <a:gd name="gd173" fmla="val 4253065"/>
              <a:gd name="gd174" fmla="val 4001042"/>
              <a:gd name="gd175" fmla="val 4348528"/>
              <a:gd name="gd176" fmla="val 4010107"/>
              <a:gd name="gd177" fmla="val 4364739"/>
              <a:gd name="gd178" fmla="val 4011646"/>
              <a:gd name="gd179" fmla="val 4364856"/>
              <a:gd name="gd180" fmla="val 4012794"/>
              <a:gd name="gd181" fmla="val 5023528"/>
              <a:gd name="gd182" fmla="val 4572001"/>
              <a:gd name="gd183" fmla="val 4885980"/>
              <a:gd name="gd184" fmla="val 4572001"/>
              <a:gd name="gd185" fmla="val 4378227"/>
              <a:gd name="gd186" fmla="val 4144250"/>
              <a:gd name="gd187" fmla="val 4658041"/>
              <a:gd name="gd188" fmla="val 4572001"/>
              <a:gd name="gd189" fmla="val 4463800"/>
              <a:gd name="gd190" fmla="val 4572001"/>
              <a:gd name="gd191" fmla="val 4244741"/>
              <a:gd name="gd192" fmla="val 4127511"/>
              <a:gd name="gd193" fmla="val 4244236"/>
              <a:gd name="gd194" fmla="val 4127448"/>
              <a:gd name="gd195" fmla="val 4243697"/>
              <a:gd name="gd196" fmla="val 4120772"/>
              <a:gd name="gd197" fmla="val 4236230"/>
              <a:gd name="gd198" fmla="val 4028296"/>
              <a:gd name="gd199" fmla="val 4234860"/>
              <a:gd name="gd200" fmla="val 4011320"/>
              <a:gd name="gd201" fmla="val 4235454"/>
              <a:gd name="gd202" fmla="val 3999880"/>
              <a:gd name="gd203" fmla="val 4235952"/>
              <a:gd name="gd204" fmla="val 3999913"/>
              <a:gd name="gd205" fmla="val 4235979"/>
              <a:gd name="gd206" fmla="val 3999419"/>
              <a:gd name="gd207" fmla="val 4213227"/>
              <a:gd name="gd208" fmla="val 3999419"/>
              <a:gd name="gd209" fmla="val 4213253"/>
              <a:gd name="gd210" fmla="val 3999913"/>
              <a:gd name="gd211" fmla="val 4213751"/>
              <a:gd name="gd212" fmla="val 3999880"/>
              <a:gd name="gd213" fmla="val 4214345"/>
              <a:gd name="gd214" fmla="val 4011320"/>
              <a:gd name="gd215" fmla="val 4212974"/>
              <a:gd name="gd216" fmla="val 4028296"/>
              <a:gd name="gd217" fmla="val 4205507"/>
              <a:gd name="gd218" fmla="val 4120772"/>
              <a:gd name="gd219" fmla="val 4204969"/>
              <a:gd name="gd220" fmla="val 4127448"/>
              <a:gd name="gd221" fmla="val 4204463"/>
              <a:gd name="gd222" fmla="val 4127511"/>
              <a:gd name="gd223" fmla="val 3985404"/>
              <a:gd name="gd224" fmla="val 4572001"/>
              <a:gd name="gd225" fmla="val 3791163"/>
              <a:gd name="gd226" fmla="val 4572001"/>
              <a:gd name="gd227" fmla="val 4070978"/>
              <a:gd name="gd228" fmla="val 4144250"/>
              <a:gd name="gd229" fmla="val 3563224"/>
              <a:gd name="gd230" fmla="val 4572001"/>
              <a:gd name="gd231" fmla="val 3425676"/>
              <a:gd name="gd232" fmla="val 4572001"/>
              <a:gd name="gd233" fmla="val 4084348"/>
              <a:gd name="gd234" fmla="val 4012794"/>
              <a:gd name="gd235" fmla="val 4084465"/>
              <a:gd name="gd236" fmla="val 4011646"/>
              <a:gd name="gd237" fmla="val 4100678"/>
              <a:gd name="gd238" fmla="val 4010107"/>
              <a:gd name="gd239" fmla="val 4196139"/>
              <a:gd name="gd240" fmla="val 4001042"/>
              <a:gd name="gd241" fmla="val 4213227"/>
              <a:gd name="gd242" fmla="val 3999419"/>
              <a:gd name="gd243" fmla="val 2543827"/>
              <a:gd name="gd244" fmla="val 3999419"/>
              <a:gd name="gd245" fmla="val 2560914"/>
              <a:gd name="gd246" fmla="val 4001042"/>
              <a:gd name="gd247" fmla="val 2656376"/>
              <a:gd name="gd248" fmla="val 4010107"/>
              <a:gd name="gd249" fmla="val 2672588"/>
              <a:gd name="gd250" fmla="val 4011646"/>
              <a:gd name="gd251" fmla="val 2672706"/>
              <a:gd name="gd252" fmla="val 4012794"/>
              <a:gd name="gd253" fmla="val 3331377"/>
              <a:gd name="gd254" fmla="val 4572001"/>
              <a:gd name="gd255" fmla="val 3193830"/>
              <a:gd name="gd256" fmla="val 4572001"/>
              <a:gd name="gd257" fmla="val 2686076"/>
              <a:gd name="gd258" fmla="val 4144250"/>
              <a:gd name="gd259" fmla="val 2965890"/>
              <a:gd name="gd260" fmla="val 4572001"/>
              <a:gd name="gd261" fmla="val 2771649"/>
              <a:gd name="gd262" fmla="val 4572001"/>
              <a:gd name="gd263" fmla="val 2552590"/>
              <a:gd name="gd264" fmla="val 4127511"/>
              <a:gd name="gd265" fmla="val 2552085"/>
              <a:gd name="gd266" fmla="val 4127448"/>
              <a:gd name="gd267" fmla="val 2551547"/>
              <a:gd name="gd268" fmla="val 4120772"/>
              <a:gd name="gd269" fmla="val 2544079"/>
              <a:gd name="gd270" fmla="val 4028296"/>
              <a:gd name="gd271" fmla="val 2542709"/>
              <a:gd name="gd272" fmla="val 4011320"/>
              <a:gd name="gd273" fmla="val 2543303"/>
              <a:gd name="gd274" fmla="val 3999880"/>
              <a:gd name="gd275" fmla="val 2543801"/>
              <a:gd name="gd276" fmla="val 3999913"/>
              <a:gd name="gd277" fmla="val 2543827"/>
              <a:gd name="gd278" fmla="val 3999419"/>
              <a:gd name="gd279" fmla="val 2521076"/>
              <a:gd name="gd280" fmla="val 3999419"/>
              <a:gd name="gd281" fmla="val 2521102"/>
              <a:gd name="gd282" fmla="val 3999913"/>
              <a:gd name="gd283" fmla="val 2521600"/>
              <a:gd name="gd284" fmla="val 3999880"/>
              <a:gd name="gd285" fmla="val 2522194"/>
              <a:gd name="gd286" fmla="val 4011320"/>
              <a:gd name="gd287" fmla="val 2520823"/>
              <a:gd name="gd288" fmla="val 4028296"/>
              <a:gd name="gd289" fmla="val 2513356"/>
              <a:gd name="gd290" fmla="val 4120772"/>
              <a:gd name="gd291" fmla="val 2512818"/>
              <a:gd name="gd292" fmla="val 4127448"/>
              <a:gd name="gd293" fmla="val 2512312"/>
              <a:gd name="gd294" fmla="val 4127511"/>
              <a:gd name="gd295" fmla="val 2293253"/>
              <a:gd name="gd296" fmla="val 4572001"/>
              <a:gd name="gd297" fmla="val 2099012"/>
              <a:gd name="gd298" fmla="val 4572001"/>
              <a:gd name="gd299" fmla="val 2378827"/>
              <a:gd name="gd300" fmla="val 4144250"/>
              <a:gd name="gd301" fmla="val 1871073"/>
              <a:gd name="gd302" fmla="val 4572001"/>
              <a:gd name="gd303" fmla="val 1733525"/>
              <a:gd name="gd304" fmla="val 4572001"/>
              <a:gd name="gd305" fmla="val 2392197"/>
              <a:gd name="gd306" fmla="val 4012794"/>
              <a:gd name="gd307" fmla="val 2392314"/>
              <a:gd name="gd308" fmla="val 4011646"/>
              <a:gd name="gd309" fmla="val 2408527"/>
              <a:gd name="gd310" fmla="val 4010107"/>
              <a:gd name="gd311" fmla="val 2503988"/>
              <a:gd name="gd312" fmla="val 4001042"/>
              <a:gd name="gd313" fmla="val 2521076"/>
              <a:gd name="gd314" fmla="val 3999419"/>
              <a:gd name="gd315" fmla="val 851676"/>
              <a:gd name="gd316" fmla="val 3999419"/>
              <a:gd name="gd317" fmla="val 868763"/>
              <a:gd name="gd318" fmla="val 4001042"/>
              <a:gd name="gd319" fmla="val 964225"/>
              <a:gd name="gd320" fmla="val 4010107"/>
              <a:gd name="gd321" fmla="val 980437"/>
              <a:gd name="gd322" fmla="val 4011646"/>
              <a:gd name="gd323" fmla="val 980555"/>
              <a:gd name="gd324" fmla="val 4012794"/>
              <a:gd name="gd325" fmla="val 1639226"/>
              <a:gd name="gd326" fmla="val 4572001"/>
              <a:gd name="gd327" fmla="val 1501679"/>
              <a:gd name="gd328" fmla="val 4572001"/>
              <a:gd name="gd329" fmla="val 993925"/>
              <a:gd name="gd330" fmla="val 4144250"/>
              <a:gd name="gd331" fmla="val 1273740"/>
              <a:gd name="gd332" fmla="val 4572001"/>
              <a:gd name="gd333" fmla="val 1079499"/>
              <a:gd name="gd334" fmla="val 4572001"/>
              <a:gd name="gd335" fmla="val 860439"/>
              <a:gd name="gd336" fmla="val 4127511"/>
              <a:gd name="gd337" fmla="val 859934"/>
              <a:gd name="gd338" fmla="val 4127448"/>
              <a:gd name="gd339" fmla="val 859396"/>
              <a:gd name="gd340" fmla="val 4120772"/>
              <a:gd name="gd341" fmla="val 851928"/>
              <a:gd name="gd342" fmla="val 4028296"/>
              <a:gd name="gd343" fmla="val 850558"/>
              <a:gd name="gd344" fmla="val 4011320"/>
              <a:gd name="gd345" fmla="val 851152"/>
              <a:gd name="gd346" fmla="val 3999880"/>
              <a:gd name="gd347" fmla="val 851650"/>
              <a:gd name="gd348" fmla="val 3999913"/>
              <a:gd name="gd349" fmla="val 851676"/>
              <a:gd name="gd350" fmla="val 3999419"/>
              <a:gd name="gd351" fmla="val 828925"/>
              <a:gd name="gd352" fmla="val 3999419"/>
              <a:gd name="gd353" fmla="val 828951"/>
              <a:gd name="gd354" fmla="val 3999913"/>
              <a:gd name="gd355" fmla="val 829449"/>
              <a:gd name="gd356" fmla="val 3999880"/>
              <a:gd name="gd357" fmla="val 830043"/>
              <a:gd name="gd358" fmla="val 4011320"/>
              <a:gd name="gd359" fmla="val 828672"/>
              <a:gd name="gd360" fmla="val 4028296"/>
              <a:gd name="gd361" fmla="val 821205"/>
              <a:gd name="gd362" fmla="val 4120772"/>
              <a:gd name="gd363" fmla="val 820667"/>
              <a:gd name="gd364" fmla="val 4127448"/>
              <a:gd name="gd365" fmla="val 820161"/>
              <a:gd name="gd366" fmla="val 4127511"/>
              <a:gd name="gd367" fmla="val 601102"/>
              <a:gd name="gd368" fmla="val 4572001"/>
              <a:gd name="gd369" fmla="val 406861"/>
              <a:gd name="gd370" fmla="val 4572001"/>
              <a:gd name="gd371" fmla="val 686676"/>
              <a:gd name="gd372" fmla="val 4144250"/>
              <a:gd name="gd373" fmla="val 178922"/>
              <a:gd name="gd374" fmla="val 4572001"/>
              <a:gd name="gd375" fmla="val 41374"/>
              <a:gd name="gd376" fmla="val 4572001"/>
              <a:gd name="gd377" fmla="val 700046"/>
              <a:gd name="gd378" fmla="val 4012794"/>
              <a:gd name="gd379" fmla="val 700163"/>
              <a:gd name="gd380" fmla="val 4011646"/>
              <a:gd name="gd381" fmla="val 716376"/>
              <a:gd name="gd382" fmla="val 4010107"/>
              <a:gd name="gd383" fmla="val 811837"/>
              <a:gd name="gd384" fmla="val 4001042"/>
              <a:gd name="gd385" fmla="val 828925"/>
              <a:gd name="gd386" fmla="val 3999419"/>
              <a:gd name="gd387" fmla="val 8305836"/>
              <a:gd name="gd388" fmla="val 3304913"/>
              <a:gd name="gd389" fmla="val 7762527"/>
              <a:gd name="gd390" fmla="val 3845480"/>
              <a:gd name="gd391" fmla="val 8305836"/>
              <a:gd name="gd392" fmla="val 3304913"/>
              <a:gd name="gd393" fmla="val 6911971"/>
              <a:gd name="gd394" fmla="val 3304913"/>
              <a:gd name="gd395" fmla="val 7455280"/>
              <a:gd name="gd396" fmla="val 3845480"/>
              <a:gd name="gd397" fmla="val 6911971"/>
              <a:gd name="gd398" fmla="val 3304913"/>
              <a:gd name="gd399" fmla="val 6613685"/>
              <a:gd name="gd400" fmla="val 3304913"/>
              <a:gd name="gd401" fmla="val 6070376"/>
              <a:gd name="gd402" fmla="val 3845480"/>
              <a:gd name="gd403" fmla="val 6613685"/>
              <a:gd name="gd404" fmla="val 3304913"/>
              <a:gd name="gd405" fmla="val 5219820"/>
              <a:gd name="gd406" fmla="val 3304913"/>
              <a:gd name="gd407" fmla="val 5763129"/>
              <a:gd name="gd408" fmla="val 3845480"/>
              <a:gd name="gd409" fmla="val 5219820"/>
              <a:gd name="gd410" fmla="val 3304913"/>
              <a:gd name="gd411" fmla="val 4921534"/>
              <a:gd name="gd412" fmla="val 3304913"/>
              <a:gd name="gd413" fmla="val 4378225"/>
              <a:gd name="gd414" fmla="val 3845480"/>
              <a:gd name="gd415" fmla="val 4921534"/>
              <a:gd name="gd416" fmla="val 3304913"/>
              <a:gd name="gd417" fmla="val 3527669"/>
              <a:gd name="gd418" fmla="val 3304913"/>
              <a:gd name="gd419" fmla="val 4070978"/>
              <a:gd name="gd420" fmla="val 3845480"/>
              <a:gd name="gd421" fmla="val 3527669"/>
              <a:gd name="gd422" fmla="val 3304913"/>
              <a:gd name="gd423" fmla="val 3229383"/>
              <a:gd name="gd424" fmla="val 3304913"/>
              <a:gd name="gd425" fmla="val 2686074"/>
              <a:gd name="gd426" fmla="val 3845480"/>
              <a:gd name="gd427" fmla="val 3229383"/>
              <a:gd name="gd428" fmla="val 3304913"/>
              <a:gd name="gd429" fmla="val 1835518"/>
              <a:gd name="gd430" fmla="val 3304913"/>
              <a:gd name="gd431" fmla="val 2378827"/>
              <a:gd name="gd432" fmla="val 3845480"/>
              <a:gd name="gd433" fmla="val 1835518"/>
              <a:gd name="gd434" fmla="val 3304913"/>
              <a:gd name="gd435" fmla="val 1537232"/>
              <a:gd name="gd436" fmla="val 3304913"/>
              <a:gd name="gd437" fmla="val 993923"/>
              <a:gd name="gd438" fmla="val 3845480"/>
              <a:gd name="gd439" fmla="val 1537232"/>
              <a:gd name="gd440" fmla="val 3304913"/>
              <a:gd name="gd441" fmla="val 143367"/>
              <a:gd name="gd442" fmla="val 3304913"/>
              <a:gd name="gd443" fmla="val 686676"/>
              <a:gd name="gd444" fmla="val 3845480"/>
              <a:gd name="gd445" fmla="val 143367"/>
              <a:gd name="gd446" fmla="val 3304913"/>
              <a:gd name="gd447" fmla="val 8461873"/>
              <a:gd name="gd448" fmla="val 3161219"/>
              <a:gd name="gd449" fmla="val 8478960"/>
              <a:gd name="gd450" fmla="val 3162829"/>
              <a:gd name="gd451" fmla="val 8574422"/>
              <a:gd name="gd452" fmla="val 3171823"/>
              <a:gd name="gd453" fmla="val 8590635"/>
              <a:gd name="gd454" fmla="val 3173350"/>
              <a:gd name="gd455" fmla="val 8590752"/>
              <a:gd name="gd456" fmla="val 3174489"/>
              <a:gd name="gd457" fmla="val 9135069"/>
              <a:gd name="gd458" fmla="val 3506215"/>
              <a:gd name="gd459" fmla="val 9139239"/>
              <a:gd name="gd460" fmla="val 3512974"/>
              <a:gd name="gd461" fmla="val 9139239"/>
              <a:gd name="gd462" fmla="val 3816134"/>
              <a:gd name="gd463" fmla="val 9120077"/>
              <a:gd name="gd464" fmla="val 3747490"/>
              <a:gd name="gd465" fmla="val 8604122"/>
              <a:gd name="gd466" fmla="val 3304913"/>
              <a:gd name="gd467" fmla="val 9047261"/>
              <a:gd name="gd468" fmla="val 3816429"/>
              <a:gd name="gd469" fmla="val 9139239"/>
              <a:gd name="gd470" fmla="val 3843104"/>
              <a:gd name="gd471" fmla="val 9139239"/>
              <a:gd name="gd472" fmla="val 3970603"/>
              <a:gd name="gd473" fmla="val 9030179"/>
              <a:gd name="gd474" fmla="val 3943797"/>
              <a:gd name="gd475" fmla="val 8470637"/>
              <a:gd name="gd476" fmla="val 3288305"/>
              <a:gd name="gd477" fmla="val 8470131"/>
              <a:gd name="gd478" fmla="val 3288243"/>
              <a:gd name="gd479" fmla="val 8469593"/>
              <a:gd name="gd480" fmla="val 3281619"/>
              <a:gd name="gd481" fmla="val 8462126"/>
              <a:gd name="gd482" fmla="val 3189869"/>
              <a:gd name="gd483" fmla="val 8460755"/>
              <a:gd name="gd484" fmla="val 3173027"/>
              <a:gd name="gd485" fmla="val 8461349"/>
              <a:gd name="gd486" fmla="val 3161677"/>
              <a:gd name="gd487" fmla="val 8461847"/>
              <a:gd name="gd488" fmla="val 3161709"/>
              <a:gd name="gd489" fmla="val 8461873"/>
              <a:gd name="gd490" fmla="val 3161219"/>
              <a:gd name="gd491" fmla="val 8448085"/>
              <a:gd name="gd492" fmla="val 3161219"/>
              <a:gd name="gd493" fmla="val 8448111"/>
              <a:gd name="gd494" fmla="val 3161709"/>
              <a:gd name="gd495" fmla="val 8448609"/>
              <a:gd name="gd496" fmla="val 3161677"/>
              <a:gd name="gd497" fmla="val 8449203"/>
              <a:gd name="gd498" fmla="val 3173027"/>
              <a:gd name="gd499" fmla="val 8447832"/>
              <a:gd name="gd500" fmla="val 3189869"/>
              <a:gd name="gd501" fmla="val 8440365"/>
              <a:gd name="gd502" fmla="val 3281619"/>
              <a:gd name="gd503" fmla="val 8439827"/>
              <a:gd name="gd504" fmla="val 3288243"/>
              <a:gd name="gd505" fmla="val 8439321"/>
              <a:gd name="gd506" fmla="val 3288305"/>
              <a:gd name="gd507" fmla="val 7749156"/>
              <a:gd name="gd508" fmla="val 3975903"/>
              <a:gd name="gd509" fmla="val 7749040"/>
              <a:gd name="gd510" fmla="val 3977042"/>
              <a:gd name="gd511" fmla="val 7732823"/>
              <a:gd name="gd512" fmla="val 3978570"/>
              <a:gd name="gd513" fmla="val 7637396"/>
              <a:gd name="gd514" fmla="val 3987561"/>
              <a:gd name="gd515" fmla="val 7620278"/>
              <a:gd name="gd516" fmla="val 3989174"/>
              <a:gd name="gd517" fmla="val 7620252"/>
              <a:gd name="gd518" fmla="val 3988683"/>
              <a:gd name="gd519" fmla="val 7619753"/>
              <a:gd name="gd520" fmla="val 3988716"/>
              <a:gd name="gd521" fmla="val 7619160"/>
              <a:gd name="gd522" fmla="val 3977366"/>
              <a:gd name="gd523" fmla="val 7620531"/>
              <a:gd name="gd524" fmla="val 3960518"/>
              <a:gd name="gd525" fmla="val 7627995"/>
              <a:gd name="gd526" fmla="val 3868787"/>
              <a:gd name="gd527" fmla="val 7628535"/>
              <a:gd name="gd528" fmla="val 3862150"/>
              <a:gd name="gd529" fmla="val 7629040"/>
              <a:gd name="gd530" fmla="val 3862087"/>
              <a:gd name="gd531" fmla="val 8319206"/>
              <a:gd name="gd532" fmla="val 3174489"/>
              <a:gd name="gd533" fmla="val 8319323"/>
              <a:gd name="gd534" fmla="val 3173350"/>
              <a:gd name="gd535" fmla="val 8335536"/>
              <a:gd name="gd536" fmla="val 3171823"/>
              <a:gd name="gd537" fmla="val 8430998"/>
              <a:gd name="gd538" fmla="val 3162829"/>
              <a:gd name="gd539" fmla="val 8448085"/>
              <a:gd name="gd540" fmla="val 3161219"/>
              <a:gd name="gd541" fmla="val 6769722"/>
              <a:gd name="gd542" fmla="val 3161219"/>
              <a:gd name="gd543" fmla="val 6786810"/>
              <a:gd name="gd544" fmla="val 3162829"/>
              <a:gd name="gd545" fmla="val 6882271"/>
              <a:gd name="gd546" fmla="val 3171823"/>
              <a:gd name="gd547" fmla="val 6898484"/>
              <a:gd name="gd548" fmla="val 3173350"/>
              <a:gd name="gd549" fmla="val 6898601"/>
              <a:gd name="gd550" fmla="val 3174489"/>
              <a:gd name="gd551" fmla="val 7588766"/>
              <a:gd name="gd552" fmla="val 3862087"/>
              <a:gd name="gd553" fmla="val 7589272"/>
              <a:gd name="gd554" fmla="val 3862150"/>
              <a:gd name="gd555" fmla="val 7589812"/>
              <a:gd name="gd556" fmla="val 3868787"/>
              <a:gd name="gd557" fmla="val 7597276"/>
              <a:gd name="gd558" fmla="val 3960518"/>
              <a:gd name="gd559" fmla="val 7598647"/>
              <a:gd name="gd560" fmla="val 3977366"/>
              <a:gd name="gd561" fmla="val 7598054"/>
              <a:gd name="gd562" fmla="val 3988716"/>
              <a:gd name="gd563" fmla="val 7597555"/>
              <a:gd name="gd564" fmla="val 3988683"/>
              <a:gd name="gd565" fmla="val 7597529"/>
              <a:gd name="gd566" fmla="val 3989174"/>
              <a:gd name="gd567" fmla="val 7580411"/>
              <a:gd name="gd568" fmla="val 3987561"/>
              <a:gd name="gd569" fmla="val 7484984"/>
              <a:gd name="gd570" fmla="val 3978570"/>
              <a:gd name="gd571" fmla="val 7468767"/>
              <a:gd name="gd572" fmla="val 3977042"/>
              <a:gd name="gd573" fmla="val 7468651"/>
              <a:gd name="gd574" fmla="val 3975903"/>
              <a:gd name="gd575" fmla="val 6778486"/>
              <a:gd name="gd576" fmla="val 3288305"/>
              <a:gd name="gd577" fmla="val 6777980"/>
              <a:gd name="gd578" fmla="val 3288243"/>
              <a:gd name="gd579" fmla="val 6777442"/>
              <a:gd name="gd580" fmla="val 3281619"/>
              <a:gd name="gd581" fmla="val 6769975"/>
              <a:gd name="gd582" fmla="val 3189869"/>
              <a:gd name="gd583" fmla="val 6768604"/>
              <a:gd name="gd584" fmla="val 3173027"/>
              <a:gd name="gd585" fmla="val 6769198"/>
              <a:gd name="gd586" fmla="val 3161677"/>
              <a:gd name="gd587" fmla="val 6769696"/>
              <a:gd name="gd588" fmla="val 3161709"/>
              <a:gd name="gd589" fmla="val 6769722"/>
              <a:gd name="gd590" fmla="val 3161219"/>
              <a:gd name="gd591" fmla="val 6755934"/>
              <a:gd name="gd592" fmla="val 3161219"/>
              <a:gd name="gd593" fmla="val 6755960"/>
              <a:gd name="gd594" fmla="val 3161709"/>
              <a:gd name="gd595" fmla="val 6756458"/>
              <a:gd name="gd596" fmla="val 3161677"/>
              <a:gd name="gd597" fmla="val 6757052"/>
              <a:gd name="gd598" fmla="val 3173027"/>
              <a:gd name="gd599" fmla="val 6755682"/>
              <a:gd name="gd600" fmla="val 3189869"/>
              <a:gd name="gd601" fmla="val 6748215"/>
              <a:gd name="gd602" fmla="val 3281619"/>
              <a:gd name="gd603" fmla="val 6747676"/>
              <a:gd name="gd604" fmla="val 3288243"/>
              <a:gd name="gd605" fmla="val 6747171"/>
              <a:gd name="gd606" fmla="val 3288305"/>
              <a:gd name="gd607" fmla="val 6057005"/>
              <a:gd name="gd608" fmla="val 3975903"/>
              <a:gd name="gd609" fmla="val 6056889"/>
              <a:gd name="gd610" fmla="val 3977042"/>
              <a:gd name="gd611" fmla="val 6040672"/>
              <a:gd name="gd612" fmla="val 3978570"/>
              <a:gd name="gd613" fmla="val 5945246"/>
              <a:gd name="gd614" fmla="val 3987561"/>
              <a:gd name="gd615" fmla="val 5928127"/>
              <a:gd name="gd616" fmla="val 3989174"/>
              <a:gd name="gd617" fmla="val 5928101"/>
              <a:gd name="gd618" fmla="val 3988683"/>
              <a:gd name="gd619" fmla="val 5927602"/>
              <a:gd name="gd620" fmla="val 3988716"/>
              <a:gd name="gd621" fmla="val 5927009"/>
              <a:gd name="gd622" fmla="val 3977366"/>
              <a:gd name="gd623" fmla="val 5928380"/>
              <a:gd name="gd624" fmla="val 3960518"/>
              <a:gd name="gd625" fmla="val 5935844"/>
              <a:gd name="gd626" fmla="val 3868787"/>
              <a:gd name="gd627" fmla="val 5936384"/>
              <a:gd name="gd628" fmla="val 3862150"/>
              <a:gd name="gd629" fmla="val 5936890"/>
              <a:gd name="gd630" fmla="val 3862087"/>
              <a:gd name="gd631" fmla="val 6627056"/>
              <a:gd name="gd632" fmla="val 3174489"/>
              <a:gd name="gd633" fmla="val 6627173"/>
              <a:gd name="gd634" fmla="val 3173350"/>
              <a:gd name="gd635" fmla="val 6643385"/>
              <a:gd name="gd636" fmla="val 3171823"/>
              <a:gd name="gd637" fmla="val 6738847"/>
              <a:gd name="gd638" fmla="val 3162829"/>
              <a:gd name="gd639" fmla="val 6755934"/>
              <a:gd name="gd640" fmla="val 3161219"/>
              <a:gd name="gd641" fmla="val 5077571"/>
              <a:gd name="gd642" fmla="val 3161219"/>
              <a:gd name="gd643" fmla="val 5094659"/>
              <a:gd name="gd644" fmla="val 3162829"/>
              <a:gd name="gd645" fmla="val 5190120"/>
              <a:gd name="gd646" fmla="val 3171823"/>
              <a:gd name="gd647" fmla="val 5206334"/>
              <a:gd name="gd648" fmla="val 3173350"/>
              <a:gd name="gd649" fmla="val 5206450"/>
              <a:gd name="gd650" fmla="val 3174489"/>
              <a:gd name="gd651" fmla="val 5896616"/>
              <a:gd name="gd652" fmla="val 3862087"/>
              <a:gd name="gd653" fmla="val 5897121"/>
              <a:gd name="gd654" fmla="val 3862150"/>
              <a:gd name="gd655" fmla="val 5897662"/>
              <a:gd name="gd656" fmla="val 3868787"/>
              <a:gd name="gd657" fmla="val 5905126"/>
              <a:gd name="gd658" fmla="val 3960518"/>
              <a:gd name="gd659" fmla="val 5906496"/>
              <a:gd name="gd660" fmla="val 3977366"/>
              <a:gd name="gd661" fmla="val 5905903"/>
              <a:gd name="gd662" fmla="val 3988716"/>
              <a:gd name="gd663" fmla="val 5905404"/>
              <a:gd name="gd664" fmla="val 3988683"/>
              <a:gd name="gd665" fmla="val 5905378"/>
              <a:gd name="gd666" fmla="val 3989174"/>
              <a:gd name="gd667" fmla="val 5888260"/>
              <a:gd name="gd668" fmla="val 3987561"/>
              <a:gd name="gd669" fmla="val 5792833"/>
              <a:gd name="gd670" fmla="val 3978570"/>
              <a:gd name="gd671" fmla="val 5776617"/>
              <a:gd name="gd672" fmla="val 3977042"/>
              <a:gd name="gd673" fmla="val 5776501"/>
              <a:gd name="gd674" fmla="val 3975903"/>
              <a:gd name="gd675" fmla="val 5086335"/>
              <a:gd name="gd676" fmla="val 3288305"/>
              <a:gd name="gd677" fmla="val 5085830"/>
              <a:gd name="gd678" fmla="val 3288243"/>
              <a:gd name="gd679" fmla="val 5085291"/>
              <a:gd name="gd680" fmla="val 3281619"/>
              <a:gd name="gd681" fmla="val 5077824"/>
              <a:gd name="gd682" fmla="val 3189869"/>
              <a:gd name="gd683" fmla="val 5076453"/>
              <a:gd name="gd684" fmla="val 3173027"/>
              <a:gd name="gd685" fmla="val 5077047"/>
              <a:gd name="gd686" fmla="val 3161677"/>
              <a:gd name="gd687" fmla="val 5077545"/>
              <a:gd name="gd688" fmla="val 3161709"/>
              <a:gd name="gd689" fmla="val 5077571"/>
              <a:gd name="gd690" fmla="val 3161219"/>
              <a:gd name="gd691" fmla="val 5063783"/>
              <a:gd name="gd692" fmla="val 3161219"/>
              <a:gd name="gd693" fmla="val 5063809"/>
              <a:gd name="gd694" fmla="val 3161709"/>
              <a:gd name="gd695" fmla="val 5064307"/>
              <a:gd name="gd696" fmla="val 3161677"/>
              <a:gd name="gd697" fmla="val 5064902"/>
              <a:gd name="gd698" fmla="val 3173027"/>
              <a:gd name="gd699" fmla="val 5063530"/>
              <a:gd name="gd700" fmla="val 3189869"/>
              <a:gd name="gd701" fmla="val 5056063"/>
              <a:gd name="gd702" fmla="val 3281619"/>
              <a:gd name="gd703" fmla="val 5055525"/>
              <a:gd name="gd704" fmla="val 3288243"/>
              <a:gd name="gd705" fmla="val 5055019"/>
              <a:gd name="gd706" fmla="val 3288305"/>
              <a:gd name="gd707" fmla="val 4364853"/>
              <a:gd name="gd708" fmla="val 3975903"/>
              <a:gd name="gd709" fmla="val 4364737"/>
              <a:gd name="gd710" fmla="val 3977042"/>
              <a:gd name="gd711" fmla="val 4348521"/>
              <a:gd name="gd712" fmla="val 3978570"/>
              <a:gd name="gd713" fmla="val 4253094"/>
              <a:gd name="gd714" fmla="val 3987561"/>
              <a:gd name="gd715" fmla="val 4235976"/>
              <a:gd name="gd716" fmla="val 3989174"/>
              <a:gd name="gd717" fmla="val 4235950"/>
              <a:gd name="gd718" fmla="val 3988683"/>
              <a:gd name="gd719" fmla="val 4235451"/>
              <a:gd name="gd720" fmla="val 3988716"/>
              <a:gd name="gd721" fmla="val 4234858"/>
              <a:gd name="gd722" fmla="val 3977366"/>
              <a:gd name="gd723" fmla="val 4236228"/>
              <a:gd name="gd724" fmla="val 3960518"/>
              <a:gd name="gd725" fmla="val 4243692"/>
              <a:gd name="gd726" fmla="val 3868787"/>
              <a:gd name="gd727" fmla="val 4244233"/>
              <a:gd name="gd728" fmla="val 3862150"/>
              <a:gd name="gd729" fmla="val 4244738"/>
              <a:gd name="gd730" fmla="val 3862087"/>
              <a:gd name="gd731" fmla="val 4934904"/>
              <a:gd name="gd732" fmla="val 3174489"/>
              <a:gd name="gd733" fmla="val 4935021"/>
              <a:gd name="gd734" fmla="val 3173350"/>
              <a:gd name="gd735" fmla="val 4951234"/>
              <a:gd name="gd736" fmla="val 3171823"/>
              <a:gd name="gd737" fmla="val 5046695"/>
              <a:gd name="gd738" fmla="val 3162829"/>
              <a:gd name="gd739" fmla="val 5063783"/>
              <a:gd name="gd740" fmla="val 3161219"/>
              <a:gd name="gd741" fmla="val 3385420"/>
              <a:gd name="gd742" fmla="val 3161219"/>
              <a:gd name="gd743" fmla="val 3402507"/>
              <a:gd name="gd744" fmla="val 3162829"/>
              <a:gd name="gd745" fmla="val 3497969"/>
              <a:gd name="gd746" fmla="val 3171823"/>
              <a:gd name="gd747" fmla="val 3514181"/>
              <a:gd name="gd748" fmla="val 3173350"/>
              <a:gd name="gd749" fmla="val 3514298"/>
              <a:gd name="gd750" fmla="val 3174489"/>
              <a:gd name="gd751" fmla="val 4204464"/>
              <a:gd name="gd752" fmla="val 3862087"/>
              <a:gd name="gd753" fmla="val 4204970"/>
              <a:gd name="gd754" fmla="val 3862150"/>
              <a:gd name="gd755" fmla="val 4205510"/>
              <a:gd name="gd756" fmla="val 3868787"/>
              <a:gd name="gd757" fmla="val 4212974"/>
              <a:gd name="gd758" fmla="val 3960518"/>
              <a:gd name="gd759" fmla="val 4214345"/>
              <a:gd name="gd760" fmla="val 3977366"/>
              <a:gd name="gd761" fmla="val 4213752"/>
              <a:gd name="gd762" fmla="val 3988716"/>
              <a:gd name="gd763" fmla="val 4213253"/>
              <a:gd name="gd764" fmla="val 3988683"/>
              <a:gd name="gd765" fmla="val 4213227"/>
              <a:gd name="gd766" fmla="val 3989174"/>
              <a:gd name="gd767" fmla="val 4196108"/>
              <a:gd name="gd768" fmla="val 3987561"/>
              <a:gd name="gd769" fmla="val 4100682"/>
              <a:gd name="gd770" fmla="val 3978570"/>
              <a:gd name="gd771" fmla="val 4084465"/>
              <a:gd name="gd772" fmla="val 3977042"/>
              <a:gd name="gd773" fmla="val 4084349"/>
              <a:gd name="gd774" fmla="val 3975903"/>
              <a:gd name="gd775" fmla="val 3394183"/>
              <a:gd name="gd776" fmla="val 3288305"/>
              <a:gd name="gd777" fmla="val 3393678"/>
              <a:gd name="gd778" fmla="val 3288243"/>
              <a:gd name="gd779" fmla="val 3393139"/>
              <a:gd name="gd780" fmla="val 3281619"/>
              <a:gd name="gd781" fmla="val 3385672"/>
              <a:gd name="gd782" fmla="val 3189869"/>
              <a:gd name="gd783" fmla="val 3384302"/>
              <a:gd name="gd784" fmla="val 3173027"/>
              <a:gd name="gd785" fmla="val 3384896"/>
              <a:gd name="gd786" fmla="val 3161677"/>
              <a:gd name="gd787" fmla="val 3385394"/>
              <a:gd name="gd788" fmla="val 3161709"/>
              <a:gd name="gd789" fmla="val 3385420"/>
              <a:gd name="gd790" fmla="val 3161219"/>
              <a:gd name="gd791" fmla="val 3371632"/>
              <a:gd name="gd792" fmla="val 3161219"/>
              <a:gd name="gd793" fmla="val 3371658"/>
              <a:gd name="gd794" fmla="val 3161709"/>
              <a:gd name="gd795" fmla="val 3372156"/>
              <a:gd name="gd796" fmla="val 3161677"/>
              <a:gd name="gd797" fmla="val 3372750"/>
              <a:gd name="gd798" fmla="val 3173027"/>
              <a:gd name="gd799" fmla="val 3371379"/>
              <a:gd name="gd800" fmla="val 3189869"/>
              <a:gd name="gd801" fmla="val 3363912"/>
              <a:gd name="gd802" fmla="val 3281619"/>
              <a:gd name="gd803" fmla="val 3363374"/>
              <a:gd name="gd804" fmla="val 3288243"/>
              <a:gd name="gd805" fmla="val 3362868"/>
              <a:gd name="gd806" fmla="val 3288305"/>
              <a:gd name="gd807" fmla="val 2672703"/>
              <a:gd name="gd808" fmla="val 3975903"/>
              <a:gd name="gd809" fmla="val 2672586"/>
              <a:gd name="gd810" fmla="val 3977042"/>
              <a:gd name="gd811" fmla="val 2656370"/>
              <a:gd name="gd812" fmla="val 3978570"/>
              <a:gd name="gd813" fmla="val 2560943"/>
              <a:gd name="gd814" fmla="val 3987561"/>
              <a:gd name="gd815" fmla="val 2543825"/>
              <a:gd name="gd816" fmla="val 3989174"/>
              <a:gd name="gd817" fmla="val 2543799"/>
              <a:gd name="gd818" fmla="val 3988683"/>
              <a:gd name="gd819" fmla="val 2543300"/>
              <a:gd name="gd820" fmla="val 3988716"/>
              <a:gd name="gd821" fmla="val 2542707"/>
              <a:gd name="gd822" fmla="val 3977366"/>
              <a:gd name="gd823" fmla="val 2544077"/>
              <a:gd name="gd824" fmla="val 3960518"/>
              <a:gd name="gd825" fmla="val 2551541"/>
              <a:gd name="gd826" fmla="val 3868787"/>
              <a:gd name="gd827" fmla="val 2552082"/>
              <a:gd name="gd828" fmla="val 3862150"/>
              <a:gd name="gd829" fmla="val 2552587"/>
              <a:gd name="gd830" fmla="val 3862087"/>
              <a:gd name="gd831" fmla="val 3242753"/>
              <a:gd name="gd832" fmla="val 3174489"/>
              <a:gd name="gd833" fmla="val 3242870"/>
              <a:gd name="gd834" fmla="val 3173350"/>
              <a:gd name="gd835" fmla="val 3259083"/>
              <a:gd name="gd836" fmla="val 3171823"/>
              <a:gd name="gd837" fmla="val 3354544"/>
              <a:gd name="gd838" fmla="val 3162829"/>
              <a:gd name="gd839" fmla="val 3371632"/>
              <a:gd name="gd840" fmla="val 3161219"/>
              <a:gd name="gd841" fmla="val 1693269"/>
              <a:gd name="gd842" fmla="val 3161219"/>
              <a:gd name="gd843" fmla="val 1710356"/>
              <a:gd name="gd844" fmla="val 3162829"/>
              <a:gd name="gd845" fmla="val 1805818"/>
              <a:gd name="gd846" fmla="val 3171823"/>
              <a:gd name="gd847" fmla="val 1822030"/>
              <a:gd name="gd848" fmla="val 3173350"/>
              <a:gd name="gd849" fmla="val 1822148"/>
              <a:gd name="gd850" fmla="val 3174489"/>
              <a:gd name="gd851" fmla="val 2512313"/>
              <a:gd name="gd852" fmla="val 3862087"/>
              <a:gd name="gd853" fmla="val 2512819"/>
              <a:gd name="gd854" fmla="val 3862150"/>
              <a:gd name="gd855" fmla="val 2513359"/>
              <a:gd name="gd856" fmla="val 3868787"/>
              <a:gd name="gd857" fmla="val 2520823"/>
              <a:gd name="gd858" fmla="val 3960518"/>
              <a:gd name="gd859" fmla="val 2522194"/>
              <a:gd name="gd860" fmla="val 3977366"/>
              <a:gd name="gd861" fmla="val 2521601"/>
              <a:gd name="gd862" fmla="val 3988716"/>
              <a:gd name="gd863" fmla="val 2521102"/>
              <a:gd name="gd864" fmla="val 3988683"/>
              <a:gd name="gd865" fmla="val 2521076"/>
              <a:gd name="gd866" fmla="val 3989174"/>
              <a:gd name="gd867" fmla="val 2503957"/>
              <a:gd name="gd868" fmla="val 3987561"/>
              <a:gd name="gd869" fmla="val 2408531"/>
              <a:gd name="gd870" fmla="val 3978570"/>
              <a:gd name="gd871" fmla="val 2392314"/>
              <a:gd name="gd872" fmla="val 3977042"/>
              <a:gd name="gd873" fmla="val 2392198"/>
              <a:gd name="gd874" fmla="val 3975903"/>
              <a:gd name="gd875" fmla="val 1702032"/>
              <a:gd name="gd876" fmla="val 3288305"/>
              <a:gd name="gd877" fmla="val 1701527"/>
              <a:gd name="gd878" fmla="val 3288243"/>
              <a:gd name="gd879" fmla="val 1700989"/>
              <a:gd name="gd880" fmla="val 3281619"/>
              <a:gd name="gd881" fmla="val 1693521"/>
              <a:gd name="gd882" fmla="val 3189869"/>
              <a:gd name="gd883" fmla="val 1692151"/>
              <a:gd name="gd884" fmla="val 3173027"/>
              <a:gd name="gd885" fmla="val 1692745"/>
              <a:gd name="gd886" fmla="val 3161677"/>
              <a:gd name="gd887" fmla="val 1693243"/>
              <a:gd name="gd888" fmla="val 3161709"/>
              <a:gd name="gd889" fmla="val 1693269"/>
              <a:gd name="gd890" fmla="val 3161219"/>
              <a:gd name="gd891" fmla="val 1679481"/>
              <a:gd name="gd892" fmla="val 3161219"/>
              <a:gd name="gd893" fmla="val 1679507"/>
              <a:gd name="gd894" fmla="val 3161709"/>
              <a:gd name="gd895" fmla="val 1680005"/>
              <a:gd name="gd896" fmla="val 3161677"/>
              <a:gd name="gd897" fmla="val 1680599"/>
              <a:gd name="gd898" fmla="val 3173027"/>
              <a:gd name="gd899" fmla="val 1679228"/>
              <a:gd name="gd900" fmla="val 3189869"/>
              <a:gd name="gd901" fmla="val 1671761"/>
              <a:gd name="gd902" fmla="val 3281619"/>
              <a:gd name="gd903" fmla="val 1671223"/>
              <a:gd name="gd904" fmla="val 3288243"/>
              <a:gd name="gd905" fmla="val 1670717"/>
              <a:gd name="gd906" fmla="val 3288305"/>
              <a:gd name="gd907" fmla="val 980552"/>
              <a:gd name="gd908" fmla="val 3975903"/>
              <a:gd name="gd909" fmla="val 980435"/>
              <a:gd name="gd910" fmla="val 3977042"/>
              <a:gd name="gd911" fmla="val 964219"/>
              <a:gd name="gd912" fmla="val 3978570"/>
              <a:gd name="gd913" fmla="val 868792"/>
              <a:gd name="gd914" fmla="val 3987561"/>
              <a:gd name="gd915" fmla="val 851674"/>
              <a:gd name="gd916" fmla="val 3989174"/>
              <a:gd name="gd917" fmla="val 851648"/>
              <a:gd name="gd918" fmla="val 3988683"/>
              <a:gd name="gd919" fmla="val 851149"/>
              <a:gd name="gd920" fmla="val 3988716"/>
              <a:gd name="gd921" fmla="val 850556"/>
              <a:gd name="gd922" fmla="val 3977366"/>
              <a:gd name="gd923" fmla="val 851926"/>
              <a:gd name="gd924" fmla="val 3960518"/>
              <a:gd name="gd925" fmla="val 859390"/>
              <a:gd name="gd926" fmla="val 3868787"/>
              <a:gd name="gd927" fmla="val 859931"/>
              <a:gd name="gd928" fmla="val 3862150"/>
              <a:gd name="gd929" fmla="val 860436"/>
              <a:gd name="gd930" fmla="val 3862087"/>
              <a:gd name="gd931" fmla="val 1550602"/>
              <a:gd name="gd932" fmla="val 3174489"/>
              <a:gd name="gd933" fmla="val 1550719"/>
              <a:gd name="gd934" fmla="val 3173350"/>
              <a:gd name="gd935" fmla="val 1566932"/>
              <a:gd name="gd936" fmla="val 3171823"/>
              <a:gd name="gd937" fmla="val 1662393"/>
              <a:gd name="gd938" fmla="val 3162829"/>
              <a:gd name="gd939" fmla="val 1679481"/>
              <a:gd name="gd940" fmla="val 3161219"/>
              <a:gd name="gd941" fmla="val 1118"/>
              <a:gd name="gd942" fmla="val 3161219"/>
              <a:gd name="gd943" fmla="val 18205"/>
              <a:gd name="gd944" fmla="val 3162829"/>
              <a:gd name="gd945" fmla="val 113667"/>
              <a:gd name="gd946" fmla="val 3171823"/>
              <a:gd name="gd947" fmla="val 129879"/>
              <a:gd name="gd948" fmla="val 3173350"/>
              <a:gd name="gd949" fmla="val 129997"/>
              <a:gd name="gd950" fmla="val 3174489"/>
              <a:gd name="gd951" fmla="val 820162"/>
              <a:gd name="gd952" fmla="val 3862087"/>
              <a:gd name="gd953" fmla="val 820668"/>
              <a:gd name="gd954" fmla="val 3862150"/>
              <a:gd name="gd955" fmla="val 821208"/>
              <a:gd name="gd956" fmla="val 3868787"/>
              <a:gd name="gd957" fmla="val 828672"/>
              <a:gd name="gd958" fmla="val 3960518"/>
              <a:gd name="gd959" fmla="val 830043"/>
              <a:gd name="gd960" fmla="val 3977366"/>
              <a:gd name="gd961" fmla="val 829450"/>
              <a:gd name="gd962" fmla="val 3988716"/>
              <a:gd name="gd963" fmla="val 828951"/>
              <a:gd name="gd964" fmla="val 3988683"/>
              <a:gd name="gd965" fmla="val 828925"/>
              <a:gd name="gd966" fmla="val 3989174"/>
              <a:gd name="gd967" fmla="val 811806"/>
              <a:gd name="gd968" fmla="val 3987561"/>
              <a:gd name="gd969" fmla="val 716380"/>
              <a:gd name="gd970" fmla="val 3978570"/>
              <a:gd name="gd971" fmla="val 700163"/>
              <a:gd name="gd972" fmla="val 3977042"/>
              <a:gd name="gd973" fmla="val 700047"/>
              <a:gd name="gd974" fmla="val 3975903"/>
              <a:gd name="gd975" fmla="val 9881"/>
              <a:gd name="gd976" fmla="val 3288305"/>
              <a:gd name="gd977" fmla="val 9376"/>
              <a:gd name="gd978" fmla="val 3288243"/>
              <a:gd name="gd979" fmla="val 8837"/>
              <a:gd name="gd980" fmla="val 3281619"/>
              <a:gd name="gd981" fmla="val 1370"/>
              <a:gd name="gd982" fmla="val 3189869"/>
              <a:gd name="gd983" fmla="val 0"/>
              <a:gd name="gd984" fmla="val 3173027"/>
              <a:gd name="gd985" fmla="val 594"/>
              <a:gd name="gd986" fmla="val 3161677"/>
              <a:gd name="gd987" fmla="val 1092"/>
              <a:gd name="gd988" fmla="val 3161709"/>
              <a:gd name="gd989" fmla="val 1118"/>
              <a:gd name="gd990" fmla="val 3161219"/>
              <a:gd name="gd991" fmla="val 7762529"/>
              <a:gd name="gd992" fmla="val 2447425"/>
              <a:gd name="gd993" fmla="val 8305838"/>
              <a:gd name="gd994" fmla="val 2992271"/>
              <a:gd name="gd995" fmla="val 7762529"/>
              <a:gd name="gd996" fmla="val 2447425"/>
              <a:gd name="gd997" fmla="val 7455280"/>
              <a:gd name="gd998" fmla="val 2447425"/>
              <a:gd name="gd999" fmla="val 6911971"/>
              <a:gd name="gd1000" fmla="val 2992271"/>
              <a:gd name="gd1001" fmla="val 7455280"/>
              <a:gd name="gd1002" fmla="val 2447425"/>
              <a:gd name="gd1003" fmla="val 6070378"/>
              <a:gd name="gd1004" fmla="val 2447425"/>
              <a:gd name="gd1005" fmla="val 6613687"/>
              <a:gd name="gd1006" fmla="val 2992271"/>
              <a:gd name="gd1007" fmla="val 6070378"/>
              <a:gd name="gd1008" fmla="val 2447425"/>
              <a:gd name="gd1009" fmla="val 5763129"/>
              <a:gd name="gd1010" fmla="val 2447425"/>
              <a:gd name="gd1011" fmla="val 5219820"/>
              <a:gd name="gd1012" fmla="val 2992271"/>
              <a:gd name="gd1013" fmla="val 5763129"/>
              <a:gd name="gd1014" fmla="val 2447425"/>
              <a:gd name="gd1015" fmla="val 4378227"/>
              <a:gd name="gd1016" fmla="val 2447425"/>
              <a:gd name="gd1017" fmla="val 4921536"/>
              <a:gd name="gd1018" fmla="val 2992271"/>
              <a:gd name="gd1019" fmla="val 4378227"/>
              <a:gd name="gd1020" fmla="val 2447425"/>
              <a:gd name="gd1021" fmla="val 4070978"/>
              <a:gd name="gd1022" fmla="val 2447425"/>
              <a:gd name="gd1023" fmla="val 3527669"/>
              <a:gd name="gd1024" fmla="val 2992271"/>
              <a:gd name="gd1025" fmla="val 4070978"/>
              <a:gd name="gd1026" fmla="val 2447425"/>
              <a:gd name="gd1027" fmla="val 2686076"/>
              <a:gd name="gd1028" fmla="val 2447425"/>
              <a:gd name="gd1029" fmla="val 3229385"/>
              <a:gd name="gd1030" fmla="val 2992271"/>
              <a:gd name="gd1031" fmla="val 2686076"/>
              <a:gd name="gd1032" fmla="val 2447425"/>
              <a:gd name="gd1033" fmla="val 2378827"/>
              <a:gd name="gd1034" fmla="val 2447425"/>
              <a:gd name="gd1035" fmla="val 1835518"/>
              <a:gd name="gd1036" fmla="val 2992271"/>
              <a:gd name="gd1037" fmla="val 2378827"/>
              <a:gd name="gd1038" fmla="val 2447425"/>
              <a:gd name="gd1039" fmla="val 993925"/>
              <a:gd name="gd1040" fmla="val 2447425"/>
              <a:gd name="gd1041" fmla="val 1537234"/>
              <a:gd name="gd1042" fmla="val 2992271"/>
              <a:gd name="gd1043" fmla="val 993925"/>
              <a:gd name="gd1044" fmla="val 2447425"/>
              <a:gd name="gd1045" fmla="val 686676"/>
              <a:gd name="gd1046" fmla="val 2447425"/>
              <a:gd name="gd1047" fmla="val 143367"/>
              <a:gd name="gd1048" fmla="val 2992271"/>
              <a:gd name="gd1049" fmla="val 686676"/>
              <a:gd name="gd1050" fmla="val 2447425"/>
              <a:gd name="gd1051" fmla="val 9139239"/>
              <a:gd name="gd1052" fmla="val 2321311"/>
              <a:gd name="gd1053" fmla="val 9139239"/>
              <a:gd name="gd1054" fmla="val 2449820"/>
              <a:gd name="gd1055" fmla="val 9047261"/>
              <a:gd name="gd1056" fmla="val 2476706"/>
              <a:gd name="gd1057" fmla="val 8604122"/>
              <a:gd name="gd1058" fmla="val 2992271"/>
              <a:gd name="gd1059" fmla="val 9120077"/>
              <a:gd name="gd1060" fmla="val 2546190"/>
              <a:gd name="gd1061" fmla="val 9139239"/>
              <a:gd name="gd1062" fmla="val 2477003"/>
              <a:gd name="gd1063" fmla="val 9139239"/>
              <a:gd name="gd1064" fmla="val 2782562"/>
              <a:gd name="gd1065" fmla="val 9135069"/>
              <a:gd name="gd1066" fmla="val 2789374"/>
              <a:gd name="gd1067" fmla="val 8590751"/>
              <a:gd name="gd1068" fmla="val 3123727"/>
              <a:gd name="gd1069" fmla="val 8590635"/>
              <a:gd name="gd1070" fmla="val 3124875"/>
              <a:gd name="gd1071" fmla="val 8574418"/>
              <a:gd name="gd1072" fmla="val 3126415"/>
              <a:gd name="gd1073" fmla="val 8478991"/>
              <a:gd name="gd1074" fmla="val 3135477"/>
              <a:gd name="gd1075" fmla="val 8461873"/>
              <a:gd name="gd1076" fmla="val 3137103"/>
              <a:gd name="gd1077" fmla="val 8461847"/>
              <a:gd name="gd1078" fmla="val 3136608"/>
              <a:gd name="gd1079" fmla="val 8461348"/>
              <a:gd name="gd1080" fmla="val 3136641"/>
              <a:gd name="gd1081" fmla="val 8460755"/>
              <a:gd name="gd1082" fmla="val 3125201"/>
              <a:gd name="gd1083" fmla="val 8462126"/>
              <a:gd name="gd1084" fmla="val 3108220"/>
              <a:gd name="gd1085" fmla="val 8469590"/>
              <a:gd name="gd1086" fmla="val 3015763"/>
              <a:gd name="gd1087" fmla="val 8470130"/>
              <a:gd name="gd1088" fmla="val 3009073"/>
              <a:gd name="gd1089" fmla="val 8470636"/>
              <a:gd name="gd1090" fmla="val 3009010"/>
              <a:gd name="gd1091" fmla="val 9030178"/>
              <a:gd name="gd1092" fmla="val 2348329"/>
              <a:gd name="gd1093" fmla="val 9139239"/>
              <a:gd name="gd1094" fmla="val 2321311"/>
              <a:gd name="gd1095" fmla="val 7620280"/>
              <a:gd name="gd1096" fmla="val 2302594"/>
              <a:gd name="gd1097" fmla="val 7637367"/>
              <a:gd name="gd1098" fmla="val 2304217"/>
              <a:gd name="gd1099" fmla="val 7732829"/>
              <a:gd name="gd1100" fmla="val 2313282"/>
              <a:gd name="gd1101" fmla="val 7749042"/>
              <a:gd name="gd1102" fmla="val 2314821"/>
              <a:gd name="gd1103" fmla="val 7749159"/>
              <a:gd name="gd1104" fmla="val 2315969"/>
              <a:gd name="gd1105" fmla="val 8439324"/>
              <a:gd name="gd1106" fmla="val 3009010"/>
              <a:gd name="gd1107" fmla="val 8439830"/>
              <a:gd name="gd1108" fmla="val 3009073"/>
              <a:gd name="gd1109" fmla="val 8440370"/>
              <a:gd name="gd1110" fmla="val 3015763"/>
              <a:gd name="gd1111" fmla="val 8447834"/>
              <a:gd name="gd1112" fmla="val 3108220"/>
              <a:gd name="gd1113" fmla="val 8449205"/>
              <a:gd name="gd1114" fmla="val 3125201"/>
              <a:gd name="gd1115" fmla="val 8448612"/>
              <a:gd name="gd1116" fmla="val 3136641"/>
              <a:gd name="gd1117" fmla="val 8448113"/>
              <a:gd name="gd1118" fmla="val 3136608"/>
              <a:gd name="gd1119" fmla="val 8448087"/>
              <a:gd name="gd1120" fmla="val 3137103"/>
              <a:gd name="gd1121" fmla="val 8430969"/>
              <a:gd name="gd1122" fmla="val 3135477"/>
              <a:gd name="gd1123" fmla="val 8335542"/>
              <a:gd name="gd1124" fmla="val 3126415"/>
              <a:gd name="gd1125" fmla="val 8319325"/>
              <a:gd name="gd1126" fmla="val 3124875"/>
              <a:gd name="gd1127" fmla="val 8319209"/>
              <a:gd name="gd1128" fmla="val 3123727"/>
              <a:gd name="gd1129" fmla="val 7629044"/>
              <a:gd name="gd1130" fmla="val 2430686"/>
              <a:gd name="gd1131" fmla="val 7628538"/>
              <a:gd name="gd1132" fmla="val 2430623"/>
              <a:gd name="gd1133" fmla="val 7628000"/>
              <a:gd name="gd1134" fmla="val 2423947"/>
              <a:gd name="gd1135" fmla="val 7620533"/>
              <a:gd name="gd1136" fmla="val 2331471"/>
              <a:gd name="gd1137" fmla="val 7619162"/>
              <a:gd name="gd1138" fmla="val 2314495"/>
              <a:gd name="gd1139" fmla="val 7619756"/>
              <a:gd name="gd1140" fmla="val 2303055"/>
              <a:gd name="gd1141" fmla="val 7620254"/>
              <a:gd name="gd1142" fmla="val 2303088"/>
              <a:gd name="gd1143" fmla="val 7620280"/>
              <a:gd name="gd1144" fmla="val 2302594"/>
              <a:gd name="gd1145" fmla="val 7597529"/>
              <a:gd name="gd1146" fmla="val 2302594"/>
              <a:gd name="gd1147" fmla="val 7597555"/>
              <a:gd name="gd1148" fmla="val 2303088"/>
              <a:gd name="gd1149" fmla="val 7598053"/>
              <a:gd name="gd1150" fmla="val 2303055"/>
              <a:gd name="gd1151" fmla="val 7598647"/>
              <a:gd name="gd1152" fmla="val 2314495"/>
              <a:gd name="gd1153" fmla="val 7597276"/>
              <a:gd name="gd1154" fmla="val 2331471"/>
              <a:gd name="gd1155" fmla="val 7589809"/>
              <a:gd name="gd1156" fmla="val 2423947"/>
              <a:gd name="gd1157" fmla="val 7589271"/>
              <a:gd name="gd1158" fmla="val 2430623"/>
              <a:gd name="gd1159" fmla="val 7588765"/>
              <a:gd name="gd1160" fmla="val 2430686"/>
              <a:gd name="gd1161" fmla="val 6898600"/>
              <a:gd name="gd1162" fmla="val 3123727"/>
              <a:gd name="gd1163" fmla="val 6898484"/>
              <a:gd name="gd1164" fmla="val 3124875"/>
              <a:gd name="gd1165" fmla="val 6882267"/>
              <a:gd name="gd1166" fmla="val 3126415"/>
              <a:gd name="gd1167" fmla="val 6786841"/>
              <a:gd name="gd1168" fmla="val 3135477"/>
              <a:gd name="gd1169" fmla="val 6769722"/>
              <a:gd name="gd1170" fmla="val 3137103"/>
              <a:gd name="gd1171" fmla="val 6769696"/>
              <a:gd name="gd1172" fmla="val 3136608"/>
              <a:gd name="gd1173" fmla="val 6769197"/>
              <a:gd name="gd1174" fmla="val 3136641"/>
              <a:gd name="gd1175" fmla="val 6768604"/>
              <a:gd name="gd1176" fmla="val 3125201"/>
              <a:gd name="gd1177" fmla="val 6769975"/>
              <a:gd name="gd1178" fmla="val 3108220"/>
              <a:gd name="gd1179" fmla="val 6777439"/>
              <a:gd name="gd1180" fmla="val 3015763"/>
              <a:gd name="gd1181" fmla="val 6777979"/>
              <a:gd name="gd1182" fmla="val 3009073"/>
              <a:gd name="gd1183" fmla="val 6778485"/>
              <a:gd name="gd1184" fmla="val 3009010"/>
              <a:gd name="gd1185" fmla="val 7468650"/>
              <a:gd name="gd1186" fmla="val 2315969"/>
              <a:gd name="gd1187" fmla="val 7468767"/>
              <a:gd name="gd1188" fmla="val 2314821"/>
              <a:gd name="gd1189" fmla="val 7484980"/>
              <a:gd name="gd1190" fmla="val 2313282"/>
              <a:gd name="gd1191" fmla="val 7580442"/>
              <a:gd name="gd1192" fmla="val 2304217"/>
              <a:gd name="gd1193" fmla="val 7597529"/>
              <a:gd name="gd1194" fmla="val 2302594"/>
              <a:gd name="gd1195" fmla="val 5928129"/>
              <a:gd name="gd1196" fmla="val 2302594"/>
              <a:gd name="gd1197" fmla="val 5945217"/>
              <a:gd name="gd1198" fmla="val 2304217"/>
              <a:gd name="gd1199" fmla="val 6040678"/>
              <a:gd name="gd1200" fmla="val 2313282"/>
              <a:gd name="gd1201" fmla="val 6056891"/>
              <a:gd name="gd1202" fmla="val 2314821"/>
              <a:gd name="gd1203" fmla="val 6057008"/>
              <a:gd name="gd1204" fmla="val 2315969"/>
              <a:gd name="gd1205" fmla="val 6747174"/>
              <a:gd name="gd1206" fmla="val 3009010"/>
              <a:gd name="gd1207" fmla="val 6747679"/>
              <a:gd name="gd1208" fmla="val 3009073"/>
              <a:gd name="gd1209" fmla="val 6748220"/>
              <a:gd name="gd1210" fmla="val 3015763"/>
              <a:gd name="gd1211" fmla="val 6755684"/>
              <a:gd name="gd1212" fmla="val 3108220"/>
              <a:gd name="gd1213" fmla="val 6757054"/>
              <a:gd name="gd1214" fmla="val 3125201"/>
              <a:gd name="gd1215" fmla="val 6756461"/>
              <a:gd name="gd1216" fmla="val 3136641"/>
              <a:gd name="gd1217" fmla="val 6755962"/>
              <a:gd name="gd1218" fmla="val 3136608"/>
              <a:gd name="gd1219" fmla="val 6755936"/>
              <a:gd name="gd1220" fmla="val 3137103"/>
              <a:gd name="gd1221" fmla="val 6738818"/>
              <a:gd name="gd1222" fmla="val 3135477"/>
              <a:gd name="gd1223" fmla="val 6643391"/>
              <a:gd name="gd1224" fmla="val 3126415"/>
              <a:gd name="gd1225" fmla="val 6627175"/>
              <a:gd name="gd1226" fmla="val 3124875"/>
              <a:gd name="gd1227" fmla="val 6627059"/>
              <a:gd name="gd1228" fmla="val 3123727"/>
              <a:gd name="gd1229" fmla="val 5936893"/>
              <a:gd name="gd1230" fmla="val 2430686"/>
              <a:gd name="gd1231" fmla="val 5936387"/>
              <a:gd name="gd1232" fmla="val 2430623"/>
              <a:gd name="gd1233" fmla="val 5935849"/>
              <a:gd name="gd1234" fmla="val 2423947"/>
              <a:gd name="gd1235" fmla="val 5928382"/>
              <a:gd name="gd1236" fmla="val 2331471"/>
              <a:gd name="gd1237" fmla="val 5927011"/>
              <a:gd name="gd1238" fmla="val 2314495"/>
              <a:gd name="gd1239" fmla="val 5927605"/>
              <a:gd name="gd1240" fmla="val 2303055"/>
              <a:gd name="gd1241" fmla="val 5928103"/>
              <a:gd name="gd1242" fmla="val 2303088"/>
              <a:gd name="gd1243" fmla="val 5928129"/>
              <a:gd name="gd1244" fmla="val 2302594"/>
              <a:gd name="gd1245" fmla="val 5905378"/>
              <a:gd name="gd1246" fmla="val 2302594"/>
              <a:gd name="gd1247" fmla="val 5905404"/>
              <a:gd name="gd1248" fmla="val 2303088"/>
              <a:gd name="gd1249" fmla="val 5905902"/>
              <a:gd name="gd1250" fmla="val 2303055"/>
              <a:gd name="gd1251" fmla="val 5906496"/>
              <a:gd name="gd1252" fmla="val 2314495"/>
              <a:gd name="gd1253" fmla="val 5905126"/>
              <a:gd name="gd1254" fmla="val 2331471"/>
              <a:gd name="gd1255" fmla="val 5897659"/>
              <a:gd name="gd1256" fmla="val 2423947"/>
              <a:gd name="gd1257" fmla="val 5897120"/>
              <a:gd name="gd1258" fmla="val 2430623"/>
              <a:gd name="gd1259" fmla="val 5896615"/>
              <a:gd name="gd1260" fmla="val 2430686"/>
              <a:gd name="gd1261" fmla="val 5206449"/>
              <a:gd name="gd1262" fmla="val 3123727"/>
              <a:gd name="gd1263" fmla="val 5206334"/>
              <a:gd name="gd1264" fmla="val 3124875"/>
              <a:gd name="gd1265" fmla="val 5190116"/>
              <a:gd name="gd1266" fmla="val 3126415"/>
              <a:gd name="gd1267" fmla="val 5094690"/>
              <a:gd name="gd1268" fmla="val 3135477"/>
              <a:gd name="gd1269" fmla="val 5077571"/>
              <a:gd name="gd1270" fmla="val 3137103"/>
              <a:gd name="gd1271" fmla="val 5077545"/>
              <a:gd name="gd1272" fmla="val 3136608"/>
              <a:gd name="gd1273" fmla="val 5077046"/>
              <a:gd name="gd1274" fmla="val 3136641"/>
              <a:gd name="gd1275" fmla="val 5076453"/>
              <a:gd name="gd1276" fmla="val 3125201"/>
              <a:gd name="gd1277" fmla="val 5077824"/>
              <a:gd name="gd1278" fmla="val 3108220"/>
              <a:gd name="gd1279" fmla="val 5085288"/>
              <a:gd name="gd1280" fmla="val 3015763"/>
              <a:gd name="gd1281" fmla="val 5085828"/>
              <a:gd name="gd1282" fmla="val 3009073"/>
              <a:gd name="gd1283" fmla="val 5086334"/>
              <a:gd name="gd1284" fmla="val 3009010"/>
              <a:gd name="gd1285" fmla="val 5776501"/>
              <a:gd name="gd1286" fmla="val 2315969"/>
              <a:gd name="gd1287" fmla="val 5776617"/>
              <a:gd name="gd1288" fmla="val 2314821"/>
              <a:gd name="gd1289" fmla="val 5792829"/>
              <a:gd name="gd1290" fmla="val 2313282"/>
              <a:gd name="gd1291" fmla="val 5888291"/>
              <a:gd name="gd1292" fmla="val 2304217"/>
              <a:gd name="gd1293" fmla="val 5905378"/>
              <a:gd name="gd1294" fmla="val 2302594"/>
              <a:gd name="gd1295" fmla="val 4235979"/>
              <a:gd name="gd1296" fmla="val 2302594"/>
              <a:gd name="gd1297" fmla="val 4253065"/>
              <a:gd name="gd1298" fmla="val 2304217"/>
              <a:gd name="gd1299" fmla="val 4348528"/>
              <a:gd name="gd1300" fmla="val 2313282"/>
              <a:gd name="gd1301" fmla="val 4364739"/>
              <a:gd name="gd1302" fmla="val 2314821"/>
              <a:gd name="gd1303" fmla="val 4364856"/>
              <a:gd name="gd1304" fmla="val 2315969"/>
              <a:gd name="gd1305" fmla="val 5055022"/>
              <a:gd name="gd1306" fmla="val 3009010"/>
              <a:gd name="gd1307" fmla="val 5055528"/>
              <a:gd name="gd1308" fmla="val 3009073"/>
              <a:gd name="gd1309" fmla="val 5056068"/>
              <a:gd name="gd1310" fmla="val 3015763"/>
              <a:gd name="gd1311" fmla="val 5063532"/>
              <a:gd name="gd1312" fmla="val 3108220"/>
              <a:gd name="gd1313" fmla="val 5064903"/>
              <a:gd name="gd1314" fmla="val 3125201"/>
              <a:gd name="gd1315" fmla="val 5064310"/>
              <a:gd name="gd1316" fmla="val 3136641"/>
              <a:gd name="gd1317" fmla="val 5063811"/>
              <a:gd name="gd1318" fmla="val 3136608"/>
              <a:gd name="gd1319" fmla="val 5063785"/>
              <a:gd name="gd1320" fmla="val 3137103"/>
              <a:gd name="gd1321" fmla="val 5046666"/>
              <a:gd name="gd1322" fmla="val 3135477"/>
              <a:gd name="gd1323" fmla="val 4951241"/>
              <a:gd name="gd1324" fmla="val 3126415"/>
              <a:gd name="gd1325" fmla="val 4935023"/>
              <a:gd name="gd1326" fmla="val 3124875"/>
              <a:gd name="gd1327" fmla="val 4934907"/>
              <a:gd name="gd1328" fmla="val 3123727"/>
              <a:gd name="gd1329" fmla="val 4244741"/>
              <a:gd name="gd1330" fmla="val 2430686"/>
              <a:gd name="gd1331" fmla="val 4244236"/>
              <a:gd name="gd1332" fmla="val 2430623"/>
              <a:gd name="gd1333" fmla="val 4243697"/>
              <a:gd name="gd1334" fmla="val 2423947"/>
              <a:gd name="gd1335" fmla="val 4236230"/>
              <a:gd name="gd1336" fmla="val 2331471"/>
              <a:gd name="gd1337" fmla="val 4234860"/>
              <a:gd name="gd1338" fmla="val 2314495"/>
              <a:gd name="gd1339" fmla="val 4235454"/>
              <a:gd name="gd1340" fmla="val 2303055"/>
              <a:gd name="gd1341" fmla="val 4235952"/>
              <a:gd name="gd1342" fmla="val 2303088"/>
              <a:gd name="gd1343" fmla="val 4235979"/>
              <a:gd name="gd1344" fmla="val 2302594"/>
              <a:gd name="gd1345" fmla="val 4213227"/>
              <a:gd name="gd1346" fmla="val 2302594"/>
              <a:gd name="gd1347" fmla="val 4213253"/>
              <a:gd name="gd1348" fmla="val 2303088"/>
              <a:gd name="gd1349" fmla="val 4213751"/>
              <a:gd name="gd1350" fmla="val 2303055"/>
              <a:gd name="gd1351" fmla="val 4214345"/>
              <a:gd name="gd1352" fmla="val 2314495"/>
              <a:gd name="gd1353" fmla="val 4212974"/>
              <a:gd name="gd1354" fmla="val 2331471"/>
              <a:gd name="gd1355" fmla="val 4205507"/>
              <a:gd name="gd1356" fmla="val 2423947"/>
              <a:gd name="gd1357" fmla="val 4204969"/>
              <a:gd name="gd1358" fmla="val 2430623"/>
              <a:gd name="gd1359" fmla="val 4204463"/>
              <a:gd name="gd1360" fmla="val 2430686"/>
              <a:gd name="gd1361" fmla="val 3514297"/>
              <a:gd name="gd1362" fmla="val 3123727"/>
              <a:gd name="gd1363" fmla="val 3514181"/>
              <a:gd name="gd1364" fmla="val 3124875"/>
              <a:gd name="gd1365" fmla="val 3497965"/>
              <a:gd name="gd1366" fmla="val 3126415"/>
              <a:gd name="gd1367" fmla="val 3402538"/>
              <a:gd name="gd1368" fmla="val 3135477"/>
              <a:gd name="gd1369" fmla="val 3385420"/>
              <a:gd name="gd1370" fmla="val 3137103"/>
              <a:gd name="gd1371" fmla="val 3385394"/>
              <a:gd name="gd1372" fmla="val 3136608"/>
              <a:gd name="gd1373" fmla="val 3384895"/>
              <a:gd name="gd1374" fmla="val 3136641"/>
              <a:gd name="gd1375" fmla="val 3384302"/>
              <a:gd name="gd1376" fmla="val 3125201"/>
              <a:gd name="gd1377" fmla="val 3385672"/>
              <a:gd name="gd1378" fmla="val 3108220"/>
              <a:gd name="gd1379" fmla="val 3393136"/>
              <a:gd name="gd1380" fmla="val 3015763"/>
              <a:gd name="gd1381" fmla="val 3393677"/>
              <a:gd name="gd1382" fmla="val 3009073"/>
              <a:gd name="gd1383" fmla="val 3394182"/>
              <a:gd name="gd1384" fmla="val 3009010"/>
              <a:gd name="gd1385" fmla="val 4084348"/>
              <a:gd name="gd1386" fmla="val 2315969"/>
              <a:gd name="gd1387" fmla="val 4084465"/>
              <a:gd name="gd1388" fmla="val 2314821"/>
              <a:gd name="gd1389" fmla="val 4100678"/>
              <a:gd name="gd1390" fmla="val 2313282"/>
              <a:gd name="gd1391" fmla="val 4196139"/>
              <a:gd name="gd1392" fmla="val 2304217"/>
              <a:gd name="gd1393" fmla="val 4213227"/>
              <a:gd name="gd1394" fmla="val 2302594"/>
              <a:gd name="gd1395" fmla="val 2543827"/>
              <a:gd name="gd1396" fmla="val 2302594"/>
              <a:gd name="gd1397" fmla="val 2560914"/>
              <a:gd name="gd1398" fmla="val 2304217"/>
              <a:gd name="gd1399" fmla="val 2656376"/>
              <a:gd name="gd1400" fmla="val 2313282"/>
              <a:gd name="gd1401" fmla="val 2672588"/>
              <a:gd name="gd1402" fmla="val 2314821"/>
              <a:gd name="gd1403" fmla="val 2672706"/>
              <a:gd name="gd1404" fmla="val 2315969"/>
              <a:gd name="gd1405" fmla="val 3362871"/>
              <a:gd name="gd1406" fmla="val 3009010"/>
              <a:gd name="gd1407" fmla="val 3363377"/>
              <a:gd name="gd1408" fmla="val 3009073"/>
              <a:gd name="gd1409" fmla="val 3363917"/>
              <a:gd name="gd1410" fmla="val 3015763"/>
              <a:gd name="gd1411" fmla="val 3371381"/>
              <a:gd name="gd1412" fmla="val 3108220"/>
              <a:gd name="gd1413" fmla="val 3372752"/>
              <a:gd name="gd1414" fmla="val 3125201"/>
              <a:gd name="gd1415" fmla="val 3372159"/>
              <a:gd name="gd1416" fmla="val 3136641"/>
              <a:gd name="gd1417" fmla="val 3371660"/>
              <a:gd name="gd1418" fmla="val 3136608"/>
              <a:gd name="gd1419" fmla="val 3371634"/>
              <a:gd name="gd1420" fmla="val 3137103"/>
              <a:gd name="gd1421" fmla="val 3354515"/>
              <a:gd name="gd1422" fmla="val 3135477"/>
              <a:gd name="gd1423" fmla="val 3259089"/>
              <a:gd name="gd1424" fmla="val 3126415"/>
              <a:gd name="gd1425" fmla="val 3242872"/>
              <a:gd name="gd1426" fmla="val 3124875"/>
              <a:gd name="gd1427" fmla="val 3242756"/>
              <a:gd name="gd1428" fmla="val 3123727"/>
              <a:gd name="gd1429" fmla="val 2552590"/>
              <a:gd name="gd1430" fmla="val 2430686"/>
              <a:gd name="gd1431" fmla="val 2552085"/>
              <a:gd name="gd1432" fmla="val 2430623"/>
              <a:gd name="gd1433" fmla="val 2551547"/>
              <a:gd name="gd1434" fmla="val 2423947"/>
              <a:gd name="gd1435" fmla="val 2544079"/>
              <a:gd name="gd1436" fmla="val 2331471"/>
              <a:gd name="gd1437" fmla="val 2542709"/>
              <a:gd name="gd1438" fmla="val 2314495"/>
              <a:gd name="gd1439" fmla="val 2543303"/>
              <a:gd name="gd1440" fmla="val 2303055"/>
              <a:gd name="gd1441" fmla="val 2543801"/>
              <a:gd name="gd1442" fmla="val 2303088"/>
              <a:gd name="gd1443" fmla="val 2543827"/>
              <a:gd name="gd1444" fmla="val 2302594"/>
              <a:gd name="gd1445" fmla="val 2521076"/>
              <a:gd name="gd1446" fmla="val 2302594"/>
              <a:gd name="gd1447" fmla="val 2521102"/>
              <a:gd name="gd1448" fmla="val 2303088"/>
              <a:gd name="gd1449" fmla="val 2521600"/>
              <a:gd name="gd1450" fmla="val 2303055"/>
              <a:gd name="gd1451" fmla="val 2522194"/>
              <a:gd name="gd1452" fmla="val 2314495"/>
              <a:gd name="gd1453" fmla="val 2520823"/>
              <a:gd name="gd1454" fmla="val 2331471"/>
              <a:gd name="gd1455" fmla="val 2513356"/>
              <a:gd name="gd1456" fmla="val 2423947"/>
              <a:gd name="gd1457" fmla="val 2512818"/>
              <a:gd name="gd1458" fmla="val 2430623"/>
              <a:gd name="gd1459" fmla="val 2512312"/>
              <a:gd name="gd1460" fmla="val 2430686"/>
              <a:gd name="gd1461" fmla="val 1822147"/>
              <a:gd name="gd1462" fmla="val 3123727"/>
              <a:gd name="gd1463" fmla="val 1822030"/>
              <a:gd name="gd1464" fmla="val 3124875"/>
              <a:gd name="gd1465" fmla="val 1805814"/>
              <a:gd name="gd1466" fmla="val 3126415"/>
              <a:gd name="gd1467" fmla="val 1710387"/>
              <a:gd name="gd1468" fmla="val 3135477"/>
              <a:gd name="gd1469" fmla="val 1693269"/>
              <a:gd name="gd1470" fmla="val 3137103"/>
              <a:gd name="gd1471" fmla="val 1693243"/>
              <a:gd name="gd1472" fmla="val 3136608"/>
              <a:gd name="gd1473" fmla="val 1692744"/>
              <a:gd name="gd1474" fmla="val 3136641"/>
              <a:gd name="gd1475" fmla="val 1692151"/>
              <a:gd name="gd1476" fmla="val 3125201"/>
              <a:gd name="gd1477" fmla="val 1693521"/>
              <a:gd name="gd1478" fmla="val 3108220"/>
              <a:gd name="gd1479" fmla="val 1700985"/>
              <a:gd name="gd1480" fmla="val 3015763"/>
              <a:gd name="gd1481" fmla="val 1701526"/>
              <a:gd name="gd1482" fmla="val 3009073"/>
              <a:gd name="gd1483" fmla="val 1702031"/>
              <a:gd name="gd1484" fmla="val 3009010"/>
              <a:gd name="gd1485" fmla="val 2392197"/>
              <a:gd name="gd1486" fmla="val 2315969"/>
              <a:gd name="gd1487" fmla="val 2392314"/>
              <a:gd name="gd1488" fmla="val 2314821"/>
              <a:gd name="gd1489" fmla="val 2408527"/>
              <a:gd name="gd1490" fmla="val 2313282"/>
              <a:gd name="gd1491" fmla="val 2503988"/>
              <a:gd name="gd1492" fmla="val 2304217"/>
              <a:gd name="gd1493" fmla="val 2521076"/>
              <a:gd name="gd1494" fmla="val 2302594"/>
              <a:gd name="gd1495" fmla="val 851676"/>
              <a:gd name="gd1496" fmla="val 2302594"/>
              <a:gd name="gd1497" fmla="val 868763"/>
              <a:gd name="gd1498" fmla="val 2304217"/>
              <a:gd name="gd1499" fmla="val 964225"/>
              <a:gd name="gd1500" fmla="val 2313282"/>
              <a:gd name="gd1501" fmla="val 980437"/>
              <a:gd name="gd1502" fmla="val 2314821"/>
              <a:gd name="gd1503" fmla="val 980555"/>
              <a:gd name="gd1504" fmla="val 2315969"/>
              <a:gd name="gd1505" fmla="val 1670720"/>
              <a:gd name="gd1506" fmla="val 3009010"/>
              <a:gd name="gd1507" fmla="val 1671226"/>
              <a:gd name="gd1508" fmla="val 3009073"/>
              <a:gd name="gd1509" fmla="val 1671766"/>
              <a:gd name="gd1510" fmla="val 3015763"/>
              <a:gd name="gd1511" fmla="val 1679230"/>
              <a:gd name="gd1512" fmla="val 3108220"/>
              <a:gd name="gd1513" fmla="val 1680601"/>
              <a:gd name="gd1514" fmla="val 3125201"/>
              <a:gd name="gd1515" fmla="val 1680008"/>
              <a:gd name="gd1516" fmla="val 3136641"/>
              <a:gd name="gd1517" fmla="val 1679509"/>
              <a:gd name="gd1518" fmla="val 3136608"/>
              <a:gd name="gd1519" fmla="val 1679483"/>
              <a:gd name="gd1520" fmla="val 3137103"/>
              <a:gd name="gd1521" fmla="val 1662364"/>
              <a:gd name="gd1522" fmla="val 3135477"/>
              <a:gd name="gd1523" fmla="val 1566938"/>
              <a:gd name="gd1524" fmla="val 3126415"/>
              <a:gd name="gd1525" fmla="val 1550721"/>
              <a:gd name="gd1526" fmla="val 3124875"/>
              <a:gd name="gd1527" fmla="val 1550605"/>
              <a:gd name="gd1528" fmla="val 3123727"/>
              <a:gd name="gd1529" fmla="val 860439"/>
              <a:gd name="gd1530" fmla="val 2430686"/>
              <a:gd name="gd1531" fmla="val 859934"/>
              <a:gd name="gd1532" fmla="val 2430623"/>
              <a:gd name="gd1533" fmla="val 859396"/>
              <a:gd name="gd1534" fmla="val 2423947"/>
              <a:gd name="gd1535" fmla="val 851928"/>
              <a:gd name="gd1536" fmla="val 2331471"/>
              <a:gd name="gd1537" fmla="val 850558"/>
              <a:gd name="gd1538" fmla="val 2314495"/>
              <a:gd name="gd1539" fmla="val 851152"/>
              <a:gd name="gd1540" fmla="val 2303055"/>
              <a:gd name="gd1541" fmla="val 851650"/>
              <a:gd name="gd1542" fmla="val 2303088"/>
              <a:gd name="gd1543" fmla="val 851676"/>
              <a:gd name="gd1544" fmla="val 2302594"/>
              <a:gd name="gd1545" fmla="val 828925"/>
              <a:gd name="gd1546" fmla="val 2302594"/>
              <a:gd name="gd1547" fmla="val 828951"/>
              <a:gd name="gd1548" fmla="val 2303088"/>
              <a:gd name="gd1549" fmla="val 829449"/>
              <a:gd name="gd1550" fmla="val 2303055"/>
              <a:gd name="gd1551" fmla="val 830043"/>
              <a:gd name="gd1552" fmla="val 2314495"/>
              <a:gd name="gd1553" fmla="val 828672"/>
              <a:gd name="gd1554" fmla="val 2331471"/>
              <a:gd name="gd1555" fmla="val 821205"/>
              <a:gd name="gd1556" fmla="val 2423947"/>
              <a:gd name="gd1557" fmla="val 820667"/>
              <a:gd name="gd1558" fmla="val 2430623"/>
              <a:gd name="gd1559" fmla="val 820161"/>
              <a:gd name="gd1560" fmla="val 2430686"/>
              <a:gd name="gd1561" fmla="val 129995"/>
              <a:gd name="gd1562" fmla="val 3123727"/>
              <a:gd name="gd1563" fmla="val 129879"/>
              <a:gd name="gd1564" fmla="val 3124875"/>
              <a:gd name="gd1565" fmla="val 113663"/>
              <a:gd name="gd1566" fmla="val 3126415"/>
              <a:gd name="gd1567" fmla="val 18236"/>
              <a:gd name="gd1568" fmla="val 3135477"/>
              <a:gd name="gd1569" fmla="val 1118"/>
              <a:gd name="gd1570" fmla="val 3137103"/>
              <a:gd name="gd1571" fmla="val 1092"/>
              <a:gd name="gd1572" fmla="val 3136608"/>
              <a:gd name="gd1573" fmla="val 593"/>
              <a:gd name="gd1574" fmla="val 3136641"/>
              <a:gd name="gd1575" fmla="val 0"/>
              <a:gd name="gd1576" fmla="val 3125201"/>
              <a:gd name="gd1577" fmla="val 1370"/>
              <a:gd name="gd1578" fmla="val 3108220"/>
              <a:gd name="gd1579" fmla="val 8835"/>
              <a:gd name="gd1580" fmla="val 3015763"/>
              <a:gd name="gd1581" fmla="val 9375"/>
              <a:gd name="gd1582" fmla="val 3009073"/>
              <a:gd name="gd1583" fmla="val 9880"/>
              <a:gd name="gd1584" fmla="val 3009010"/>
              <a:gd name="gd1585" fmla="val 700046"/>
              <a:gd name="gd1586" fmla="val 2315969"/>
              <a:gd name="gd1587" fmla="val 700163"/>
              <a:gd name="gd1588" fmla="val 2314821"/>
              <a:gd name="gd1589" fmla="val 716376"/>
              <a:gd name="gd1590" fmla="val 2313282"/>
              <a:gd name="gd1591" fmla="val 811837"/>
              <a:gd name="gd1592" fmla="val 2304217"/>
              <a:gd name="gd1593" fmla="val 828925"/>
              <a:gd name="gd1594" fmla="val 2302594"/>
              <a:gd name="gd1595" fmla="val 8305836"/>
              <a:gd name="gd1596" fmla="val 1608087"/>
              <a:gd name="gd1597" fmla="val 7762527"/>
              <a:gd name="gd1598" fmla="val 2148655"/>
              <a:gd name="gd1599" fmla="val 8305836"/>
              <a:gd name="gd1600" fmla="val 1608087"/>
              <a:gd name="gd1601" fmla="val 6911971"/>
              <a:gd name="gd1602" fmla="val 1608087"/>
              <a:gd name="gd1603" fmla="val 7455280"/>
              <a:gd name="gd1604" fmla="val 2148655"/>
              <a:gd name="gd1605" fmla="val 6911971"/>
              <a:gd name="gd1606" fmla="val 1608087"/>
              <a:gd name="gd1607" fmla="val 6613685"/>
              <a:gd name="gd1608" fmla="val 1608087"/>
              <a:gd name="gd1609" fmla="val 6070376"/>
              <a:gd name="gd1610" fmla="val 2148655"/>
              <a:gd name="gd1611" fmla="val 6613685"/>
              <a:gd name="gd1612" fmla="val 1608087"/>
              <a:gd name="gd1613" fmla="val 5219820"/>
              <a:gd name="gd1614" fmla="val 1608087"/>
              <a:gd name="gd1615" fmla="val 5763129"/>
              <a:gd name="gd1616" fmla="val 2148655"/>
              <a:gd name="gd1617" fmla="val 5219820"/>
              <a:gd name="gd1618" fmla="val 1608087"/>
              <a:gd name="gd1619" fmla="val 4921534"/>
              <a:gd name="gd1620" fmla="val 1608087"/>
              <a:gd name="gd1621" fmla="val 4378225"/>
              <a:gd name="gd1622" fmla="val 2148655"/>
              <a:gd name="gd1623" fmla="val 4921534"/>
              <a:gd name="gd1624" fmla="val 1608087"/>
              <a:gd name="gd1625" fmla="val 3527669"/>
              <a:gd name="gd1626" fmla="val 1608087"/>
              <a:gd name="gd1627" fmla="val 4070978"/>
              <a:gd name="gd1628" fmla="val 2148655"/>
              <a:gd name="gd1629" fmla="val 3527669"/>
              <a:gd name="gd1630" fmla="val 1608087"/>
              <a:gd name="gd1631" fmla="val 3229383"/>
              <a:gd name="gd1632" fmla="val 1608087"/>
              <a:gd name="gd1633" fmla="val 2686074"/>
              <a:gd name="gd1634" fmla="val 2148655"/>
              <a:gd name="gd1635" fmla="val 3229383"/>
              <a:gd name="gd1636" fmla="val 1608087"/>
              <a:gd name="gd1637" fmla="val 1835518"/>
              <a:gd name="gd1638" fmla="val 1608087"/>
              <a:gd name="gd1639" fmla="val 2378827"/>
              <a:gd name="gd1640" fmla="val 2148655"/>
              <a:gd name="gd1641" fmla="val 1835518"/>
              <a:gd name="gd1642" fmla="val 1608087"/>
              <a:gd name="gd1643" fmla="val 1537232"/>
              <a:gd name="gd1644" fmla="val 1608087"/>
              <a:gd name="gd1645" fmla="val 993923"/>
              <a:gd name="gd1646" fmla="val 2148655"/>
              <a:gd name="gd1647" fmla="val 1537232"/>
              <a:gd name="gd1648" fmla="val 1608087"/>
              <a:gd name="gd1649" fmla="val 143367"/>
              <a:gd name="gd1650" fmla="val 1608087"/>
              <a:gd name="gd1651" fmla="val 686676"/>
              <a:gd name="gd1652" fmla="val 2148655"/>
              <a:gd name="gd1653" fmla="val 143367"/>
              <a:gd name="gd1654" fmla="val 1608087"/>
              <a:gd name="gd1655" fmla="val 8461873"/>
              <a:gd name="gd1656" fmla="val 1464394"/>
              <a:gd name="gd1657" fmla="val 8478960"/>
              <a:gd name="gd1658" fmla="val 1466004"/>
              <a:gd name="gd1659" fmla="val 8574422"/>
              <a:gd name="gd1660" fmla="val 1474998"/>
              <a:gd name="gd1661" fmla="val 8590635"/>
              <a:gd name="gd1662" fmla="val 1476525"/>
              <a:gd name="gd1663" fmla="val 8590752"/>
              <a:gd name="gd1664" fmla="val 1477664"/>
              <a:gd name="gd1665" fmla="val 9135069"/>
              <a:gd name="gd1666" fmla="val 1809390"/>
              <a:gd name="gd1667" fmla="val 9139239"/>
              <a:gd name="gd1668" fmla="val 1816149"/>
              <a:gd name="gd1669" fmla="val 9139239"/>
              <a:gd name="gd1670" fmla="val 2119309"/>
              <a:gd name="gd1671" fmla="val 9120077"/>
              <a:gd name="gd1672" fmla="val 2050665"/>
              <a:gd name="gd1673" fmla="val 8604122"/>
              <a:gd name="gd1674" fmla="val 1608087"/>
              <a:gd name="gd1675" fmla="val 9047261"/>
              <a:gd name="gd1676" fmla="val 2119605"/>
              <a:gd name="gd1677" fmla="val 9139239"/>
              <a:gd name="gd1678" fmla="val 2146279"/>
              <a:gd name="gd1679" fmla="val 9139239"/>
              <a:gd name="gd1680" fmla="val 2273778"/>
              <a:gd name="gd1681" fmla="val 9030179"/>
              <a:gd name="gd1682" fmla="val 2246972"/>
              <a:gd name="gd1683" fmla="val 8470637"/>
              <a:gd name="gd1684" fmla="val 1591480"/>
              <a:gd name="gd1685" fmla="val 8470131"/>
              <a:gd name="gd1686" fmla="val 1591418"/>
              <a:gd name="gd1687" fmla="val 8469593"/>
              <a:gd name="gd1688" fmla="val 1584794"/>
              <a:gd name="gd1689" fmla="val 8462126"/>
              <a:gd name="gd1690" fmla="val 1493044"/>
              <a:gd name="gd1691" fmla="val 8460755"/>
              <a:gd name="gd1692" fmla="val 1476202"/>
              <a:gd name="gd1693" fmla="val 8461349"/>
              <a:gd name="gd1694" fmla="val 1464852"/>
              <a:gd name="gd1695" fmla="val 8461847"/>
              <a:gd name="gd1696" fmla="val 1464884"/>
              <a:gd name="gd1697" fmla="val 8461873"/>
              <a:gd name="gd1698" fmla="val 1464394"/>
              <a:gd name="gd1699" fmla="val 8448085"/>
              <a:gd name="gd1700" fmla="val 1464394"/>
              <a:gd name="gd1701" fmla="val 8448111"/>
              <a:gd name="gd1702" fmla="val 1464884"/>
              <a:gd name="gd1703" fmla="val 8448609"/>
              <a:gd name="gd1704" fmla="val 1464852"/>
              <a:gd name="gd1705" fmla="val 8449203"/>
              <a:gd name="gd1706" fmla="val 1476202"/>
              <a:gd name="gd1707" fmla="val 8447832"/>
              <a:gd name="gd1708" fmla="val 1493044"/>
              <a:gd name="gd1709" fmla="val 8440365"/>
              <a:gd name="gd1710" fmla="val 1584794"/>
              <a:gd name="gd1711" fmla="val 8439827"/>
              <a:gd name="gd1712" fmla="val 1591418"/>
              <a:gd name="gd1713" fmla="val 8439321"/>
              <a:gd name="gd1714" fmla="val 1591480"/>
              <a:gd name="gd1715" fmla="val 7749156"/>
              <a:gd name="gd1716" fmla="val 2279078"/>
              <a:gd name="gd1717" fmla="val 7749040"/>
              <a:gd name="gd1718" fmla="val 2280217"/>
              <a:gd name="gd1719" fmla="val 7732823"/>
              <a:gd name="gd1720" fmla="val 2281745"/>
              <a:gd name="gd1721" fmla="val 7637396"/>
              <a:gd name="gd1722" fmla="val 2290736"/>
              <a:gd name="gd1723" fmla="val 7620278"/>
              <a:gd name="gd1724" fmla="val 2292349"/>
              <a:gd name="gd1725" fmla="val 7620252"/>
              <a:gd name="gd1726" fmla="val 2291858"/>
              <a:gd name="gd1727" fmla="val 7619753"/>
              <a:gd name="gd1728" fmla="val 2291891"/>
              <a:gd name="gd1729" fmla="val 7619160"/>
              <a:gd name="gd1730" fmla="val 2280541"/>
              <a:gd name="gd1731" fmla="val 7620531"/>
              <a:gd name="gd1732" fmla="val 2263693"/>
              <a:gd name="gd1733" fmla="val 7627995"/>
              <a:gd name="gd1734" fmla="val 2171962"/>
              <a:gd name="gd1735" fmla="val 7628535"/>
              <a:gd name="gd1736" fmla="val 2165325"/>
              <a:gd name="gd1737" fmla="val 7629040"/>
              <a:gd name="gd1738" fmla="val 2165262"/>
              <a:gd name="gd1739" fmla="val 8319206"/>
              <a:gd name="gd1740" fmla="val 1477664"/>
              <a:gd name="gd1741" fmla="val 8319323"/>
              <a:gd name="gd1742" fmla="val 1476525"/>
              <a:gd name="gd1743" fmla="val 8335536"/>
              <a:gd name="gd1744" fmla="val 1474998"/>
              <a:gd name="gd1745" fmla="val 8430998"/>
              <a:gd name="gd1746" fmla="val 1466004"/>
              <a:gd name="gd1747" fmla="val 8448085"/>
              <a:gd name="gd1748" fmla="val 1464394"/>
              <a:gd name="gd1749" fmla="val 6769722"/>
              <a:gd name="gd1750" fmla="val 1464394"/>
              <a:gd name="gd1751" fmla="val 6786810"/>
              <a:gd name="gd1752" fmla="val 1466004"/>
              <a:gd name="gd1753" fmla="val 6882271"/>
              <a:gd name="gd1754" fmla="val 1474998"/>
              <a:gd name="gd1755" fmla="val 6898484"/>
              <a:gd name="gd1756" fmla="val 1476525"/>
              <a:gd name="gd1757" fmla="val 6898601"/>
              <a:gd name="gd1758" fmla="val 1477664"/>
              <a:gd name="gd1759" fmla="val 7588766"/>
              <a:gd name="gd1760" fmla="val 2165262"/>
              <a:gd name="gd1761" fmla="val 7589272"/>
              <a:gd name="gd1762" fmla="val 2165325"/>
              <a:gd name="gd1763" fmla="val 7589812"/>
              <a:gd name="gd1764" fmla="val 2171962"/>
              <a:gd name="gd1765" fmla="val 7597276"/>
              <a:gd name="gd1766" fmla="val 2263693"/>
              <a:gd name="gd1767" fmla="val 7598647"/>
              <a:gd name="gd1768" fmla="val 2280541"/>
              <a:gd name="gd1769" fmla="val 7598054"/>
              <a:gd name="gd1770" fmla="val 2291891"/>
              <a:gd name="gd1771" fmla="val 7597555"/>
              <a:gd name="gd1772" fmla="val 2291858"/>
              <a:gd name="gd1773" fmla="val 7597529"/>
              <a:gd name="gd1774" fmla="val 2292349"/>
              <a:gd name="gd1775" fmla="val 7580411"/>
              <a:gd name="gd1776" fmla="val 2290736"/>
              <a:gd name="gd1777" fmla="val 7484984"/>
              <a:gd name="gd1778" fmla="val 2281745"/>
              <a:gd name="gd1779" fmla="val 7468767"/>
              <a:gd name="gd1780" fmla="val 2280217"/>
              <a:gd name="gd1781" fmla="val 7468651"/>
              <a:gd name="gd1782" fmla="val 2279078"/>
              <a:gd name="gd1783" fmla="val 6778486"/>
              <a:gd name="gd1784" fmla="val 1591480"/>
              <a:gd name="gd1785" fmla="val 6777980"/>
              <a:gd name="gd1786" fmla="val 1591418"/>
              <a:gd name="gd1787" fmla="val 6777442"/>
              <a:gd name="gd1788" fmla="val 1584794"/>
              <a:gd name="gd1789" fmla="val 6769975"/>
              <a:gd name="gd1790" fmla="val 1493044"/>
              <a:gd name="gd1791" fmla="val 6768604"/>
              <a:gd name="gd1792" fmla="val 1476202"/>
              <a:gd name="gd1793" fmla="val 6769198"/>
              <a:gd name="gd1794" fmla="val 1464852"/>
              <a:gd name="gd1795" fmla="val 6769696"/>
              <a:gd name="gd1796" fmla="val 1464884"/>
              <a:gd name="gd1797" fmla="val 6769722"/>
              <a:gd name="gd1798" fmla="val 1464394"/>
              <a:gd name="gd1799" fmla="val 6755934"/>
              <a:gd name="gd1800" fmla="val 1464394"/>
              <a:gd name="gd1801" fmla="val 6755960"/>
              <a:gd name="gd1802" fmla="val 1464884"/>
              <a:gd name="gd1803" fmla="val 6756458"/>
              <a:gd name="gd1804" fmla="val 1464852"/>
              <a:gd name="gd1805" fmla="val 6757052"/>
              <a:gd name="gd1806" fmla="val 1476202"/>
              <a:gd name="gd1807" fmla="val 6755682"/>
              <a:gd name="gd1808" fmla="val 1493044"/>
              <a:gd name="gd1809" fmla="val 6748215"/>
              <a:gd name="gd1810" fmla="val 1584794"/>
              <a:gd name="gd1811" fmla="val 6747676"/>
              <a:gd name="gd1812" fmla="val 1591418"/>
              <a:gd name="gd1813" fmla="val 6747171"/>
              <a:gd name="gd1814" fmla="val 1591480"/>
              <a:gd name="gd1815" fmla="val 6057005"/>
              <a:gd name="gd1816" fmla="val 2279078"/>
              <a:gd name="gd1817" fmla="val 6056889"/>
              <a:gd name="gd1818" fmla="val 2280217"/>
              <a:gd name="gd1819" fmla="val 6040672"/>
              <a:gd name="gd1820" fmla="val 2281745"/>
              <a:gd name="gd1821" fmla="val 5945246"/>
              <a:gd name="gd1822" fmla="val 2290736"/>
              <a:gd name="gd1823" fmla="val 5928127"/>
              <a:gd name="gd1824" fmla="val 2292349"/>
              <a:gd name="gd1825" fmla="val 5928101"/>
              <a:gd name="gd1826" fmla="val 2291858"/>
              <a:gd name="gd1827" fmla="val 5927602"/>
              <a:gd name="gd1828" fmla="val 2291891"/>
              <a:gd name="gd1829" fmla="val 5927009"/>
              <a:gd name="gd1830" fmla="val 2280541"/>
              <a:gd name="gd1831" fmla="val 5928380"/>
              <a:gd name="gd1832" fmla="val 2263693"/>
              <a:gd name="gd1833" fmla="val 5935844"/>
              <a:gd name="gd1834" fmla="val 2171962"/>
              <a:gd name="gd1835" fmla="val 5936384"/>
              <a:gd name="gd1836" fmla="val 2165325"/>
              <a:gd name="gd1837" fmla="val 5936890"/>
              <a:gd name="gd1838" fmla="val 2165262"/>
              <a:gd name="gd1839" fmla="val 6627056"/>
              <a:gd name="gd1840" fmla="val 1477664"/>
              <a:gd name="gd1841" fmla="val 6627173"/>
              <a:gd name="gd1842" fmla="val 1476525"/>
              <a:gd name="gd1843" fmla="val 6643385"/>
              <a:gd name="gd1844" fmla="val 1474998"/>
              <a:gd name="gd1845" fmla="val 6738847"/>
              <a:gd name="gd1846" fmla="val 1466004"/>
              <a:gd name="gd1847" fmla="val 6755934"/>
              <a:gd name="gd1848" fmla="val 1464394"/>
              <a:gd name="gd1849" fmla="val 5077571"/>
              <a:gd name="gd1850" fmla="val 1464394"/>
              <a:gd name="gd1851" fmla="val 5094659"/>
              <a:gd name="gd1852" fmla="val 1466004"/>
              <a:gd name="gd1853" fmla="val 5190120"/>
              <a:gd name="gd1854" fmla="val 1474998"/>
              <a:gd name="gd1855" fmla="val 5206334"/>
              <a:gd name="gd1856" fmla="val 1476525"/>
              <a:gd name="gd1857" fmla="val 5206450"/>
              <a:gd name="gd1858" fmla="val 1477664"/>
              <a:gd name="gd1859" fmla="val 5896616"/>
              <a:gd name="gd1860" fmla="val 2165262"/>
              <a:gd name="gd1861" fmla="val 5897121"/>
              <a:gd name="gd1862" fmla="val 2165325"/>
              <a:gd name="gd1863" fmla="val 5897662"/>
              <a:gd name="gd1864" fmla="val 2171962"/>
              <a:gd name="gd1865" fmla="val 5905126"/>
              <a:gd name="gd1866" fmla="val 2263693"/>
              <a:gd name="gd1867" fmla="val 5906496"/>
              <a:gd name="gd1868" fmla="val 2280541"/>
              <a:gd name="gd1869" fmla="val 5905903"/>
              <a:gd name="gd1870" fmla="val 2291891"/>
              <a:gd name="gd1871" fmla="val 5905404"/>
              <a:gd name="gd1872" fmla="val 2291858"/>
              <a:gd name="gd1873" fmla="val 5905378"/>
              <a:gd name="gd1874" fmla="val 2292349"/>
              <a:gd name="gd1875" fmla="val 5888260"/>
              <a:gd name="gd1876" fmla="val 2290736"/>
              <a:gd name="gd1877" fmla="val 5792833"/>
              <a:gd name="gd1878" fmla="val 2281745"/>
              <a:gd name="gd1879" fmla="val 5776617"/>
              <a:gd name="gd1880" fmla="val 2280217"/>
              <a:gd name="gd1881" fmla="val 5776501"/>
              <a:gd name="gd1882" fmla="val 2279078"/>
              <a:gd name="gd1883" fmla="val 5086335"/>
              <a:gd name="gd1884" fmla="val 1591480"/>
              <a:gd name="gd1885" fmla="val 5085830"/>
              <a:gd name="gd1886" fmla="val 1591418"/>
              <a:gd name="gd1887" fmla="val 5085291"/>
              <a:gd name="gd1888" fmla="val 1584794"/>
              <a:gd name="gd1889" fmla="val 5077824"/>
              <a:gd name="gd1890" fmla="val 1493044"/>
              <a:gd name="gd1891" fmla="val 5076453"/>
              <a:gd name="gd1892" fmla="val 1476202"/>
              <a:gd name="gd1893" fmla="val 5077047"/>
              <a:gd name="gd1894" fmla="val 1464852"/>
              <a:gd name="gd1895" fmla="val 5077545"/>
              <a:gd name="gd1896" fmla="val 1464884"/>
              <a:gd name="gd1897" fmla="val 5077571"/>
              <a:gd name="gd1898" fmla="val 1464394"/>
              <a:gd name="gd1899" fmla="val 5063783"/>
              <a:gd name="gd1900" fmla="val 1464394"/>
              <a:gd name="gd1901" fmla="val 5063809"/>
              <a:gd name="gd1902" fmla="val 1464884"/>
              <a:gd name="gd1903" fmla="val 5064307"/>
              <a:gd name="gd1904" fmla="val 1464852"/>
              <a:gd name="gd1905" fmla="val 5064902"/>
              <a:gd name="gd1906" fmla="val 1476202"/>
              <a:gd name="gd1907" fmla="val 5063530"/>
              <a:gd name="gd1908" fmla="val 1493044"/>
              <a:gd name="gd1909" fmla="val 5056063"/>
              <a:gd name="gd1910" fmla="val 1584794"/>
              <a:gd name="gd1911" fmla="val 5055525"/>
              <a:gd name="gd1912" fmla="val 1591418"/>
              <a:gd name="gd1913" fmla="val 5055019"/>
              <a:gd name="gd1914" fmla="val 1591480"/>
              <a:gd name="gd1915" fmla="val 4364853"/>
              <a:gd name="gd1916" fmla="val 2279078"/>
              <a:gd name="gd1917" fmla="val 4364737"/>
              <a:gd name="gd1918" fmla="val 2280217"/>
              <a:gd name="gd1919" fmla="val 4348521"/>
              <a:gd name="gd1920" fmla="val 2281745"/>
              <a:gd name="gd1921" fmla="val 4253094"/>
              <a:gd name="gd1922" fmla="val 2290736"/>
              <a:gd name="gd1923" fmla="val 4235976"/>
              <a:gd name="gd1924" fmla="val 2292349"/>
              <a:gd name="gd1925" fmla="val 4235950"/>
              <a:gd name="gd1926" fmla="val 2291858"/>
              <a:gd name="gd1927" fmla="val 4235451"/>
              <a:gd name="gd1928" fmla="val 2291891"/>
              <a:gd name="gd1929" fmla="val 4234858"/>
              <a:gd name="gd1930" fmla="val 2280541"/>
              <a:gd name="gd1931" fmla="val 4236228"/>
              <a:gd name="gd1932" fmla="val 2263693"/>
              <a:gd name="gd1933" fmla="val 4243692"/>
              <a:gd name="gd1934" fmla="val 2171962"/>
              <a:gd name="gd1935" fmla="val 4244233"/>
              <a:gd name="gd1936" fmla="val 2165325"/>
              <a:gd name="gd1937" fmla="val 4244738"/>
              <a:gd name="gd1938" fmla="val 2165262"/>
              <a:gd name="gd1939" fmla="val 4934904"/>
              <a:gd name="gd1940" fmla="val 1477664"/>
              <a:gd name="gd1941" fmla="val 4935021"/>
              <a:gd name="gd1942" fmla="val 1476525"/>
              <a:gd name="gd1943" fmla="val 4951234"/>
              <a:gd name="gd1944" fmla="val 1474998"/>
              <a:gd name="gd1945" fmla="val 5046695"/>
              <a:gd name="gd1946" fmla="val 1466004"/>
              <a:gd name="gd1947" fmla="val 5063783"/>
              <a:gd name="gd1948" fmla="val 1464394"/>
              <a:gd name="gd1949" fmla="val 3385420"/>
              <a:gd name="gd1950" fmla="val 1464394"/>
              <a:gd name="gd1951" fmla="val 3402507"/>
              <a:gd name="gd1952" fmla="val 1466004"/>
              <a:gd name="gd1953" fmla="val 3497969"/>
              <a:gd name="gd1954" fmla="val 1474998"/>
              <a:gd name="gd1955" fmla="val 3514181"/>
              <a:gd name="gd1956" fmla="val 1476525"/>
              <a:gd name="gd1957" fmla="val 3514298"/>
              <a:gd name="gd1958" fmla="val 1477664"/>
              <a:gd name="gd1959" fmla="val 4204464"/>
              <a:gd name="gd1960" fmla="val 2165262"/>
              <a:gd name="gd1961" fmla="val 4204970"/>
              <a:gd name="gd1962" fmla="val 2165325"/>
              <a:gd name="gd1963" fmla="val 4205510"/>
              <a:gd name="gd1964" fmla="val 2171962"/>
              <a:gd name="gd1965" fmla="val 4212974"/>
              <a:gd name="gd1966" fmla="val 2263693"/>
              <a:gd name="gd1967" fmla="val 4214345"/>
              <a:gd name="gd1968" fmla="val 2280541"/>
              <a:gd name="gd1969" fmla="val 4213752"/>
              <a:gd name="gd1970" fmla="val 2291891"/>
              <a:gd name="gd1971" fmla="val 4213253"/>
              <a:gd name="gd1972" fmla="val 2291858"/>
              <a:gd name="gd1973" fmla="val 4213227"/>
              <a:gd name="gd1974" fmla="val 2292349"/>
              <a:gd name="gd1975" fmla="val 4196108"/>
              <a:gd name="gd1976" fmla="val 2290736"/>
              <a:gd name="gd1977" fmla="val 4100682"/>
              <a:gd name="gd1978" fmla="val 2281745"/>
              <a:gd name="gd1979" fmla="val 4084465"/>
              <a:gd name="gd1980" fmla="val 2280217"/>
              <a:gd name="gd1981" fmla="val 4084349"/>
              <a:gd name="gd1982" fmla="val 2279078"/>
              <a:gd name="gd1983" fmla="val 3394183"/>
              <a:gd name="gd1984" fmla="val 1591480"/>
              <a:gd name="gd1985" fmla="val 3393678"/>
              <a:gd name="gd1986" fmla="val 1591418"/>
              <a:gd name="gd1987" fmla="val 3393139"/>
              <a:gd name="gd1988" fmla="val 1584794"/>
              <a:gd name="gd1989" fmla="val 3385672"/>
              <a:gd name="gd1990" fmla="val 1493044"/>
              <a:gd name="gd1991" fmla="val 3384302"/>
              <a:gd name="gd1992" fmla="val 1476202"/>
              <a:gd name="gd1993" fmla="val 3384896"/>
              <a:gd name="gd1994" fmla="val 1464852"/>
              <a:gd name="gd1995" fmla="val 3385394"/>
              <a:gd name="gd1996" fmla="val 1464884"/>
              <a:gd name="gd1997" fmla="val 3385420"/>
              <a:gd name="gd1998" fmla="val 1464394"/>
              <a:gd name="gd1999" fmla="val 3371632"/>
              <a:gd name="gd2000" fmla="val 1464394"/>
              <a:gd name="gd2001" fmla="val 3371658"/>
              <a:gd name="gd2002" fmla="val 1464884"/>
              <a:gd name="gd2003" fmla="val 3372156"/>
              <a:gd name="gd2004" fmla="val 1464852"/>
              <a:gd name="gd2005" fmla="val 3372750"/>
              <a:gd name="gd2006" fmla="val 1476202"/>
              <a:gd name="gd2007" fmla="val 3371379"/>
              <a:gd name="gd2008" fmla="val 1493044"/>
              <a:gd name="gd2009" fmla="val 3363912"/>
              <a:gd name="gd2010" fmla="val 1584794"/>
              <a:gd name="gd2011" fmla="val 3363374"/>
              <a:gd name="gd2012" fmla="val 1591418"/>
              <a:gd name="gd2013" fmla="val 3362868"/>
              <a:gd name="gd2014" fmla="val 1591480"/>
              <a:gd name="gd2015" fmla="val 2672703"/>
              <a:gd name="gd2016" fmla="val 2279078"/>
              <a:gd name="gd2017" fmla="val 2672586"/>
              <a:gd name="gd2018" fmla="val 2280217"/>
              <a:gd name="gd2019" fmla="val 2656370"/>
              <a:gd name="gd2020" fmla="val 2281745"/>
              <a:gd name="gd2021" fmla="val 2560943"/>
              <a:gd name="gd2022" fmla="val 2290736"/>
              <a:gd name="gd2023" fmla="val 2543825"/>
              <a:gd name="gd2024" fmla="val 2292349"/>
              <a:gd name="gd2025" fmla="val 2543799"/>
              <a:gd name="gd2026" fmla="val 2291858"/>
              <a:gd name="gd2027" fmla="val 2543300"/>
              <a:gd name="gd2028" fmla="val 2291891"/>
              <a:gd name="gd2029" fmla="val 2542707"/>
              <a:gd name="gd2030" fmla="val 2280541"/>
              <a:gd name="gd2031" fmla="val 2544077"/>
              <a:gd name="gd2032" fmla="val 2263693"/>
              <a:gd name="gd2033" fmla="val 2551541"/>
              <a:gd name="gd2034" fmla="val 2171962"/>
              <a:gd name="gd2035" fmla="val 2552082"/>
              <a:gd name="gd2036" fmla="val 2165325"/>
              <a:gd name="gd2037" fmla="val 2552587"/>
              <a:gd name="gd2038" fmla="val 2165262"/>
              <a:gd name="gd2039" fmla="val 3242753"/>
              <a:gd name="gd2040" fmla="val 1477664"/>
              <a:gd name="gd2041" fmla="val 3242870"/>
              <a:gd name="gd2042" fmla="val 1476525"/>
              <a:gd name="gd2043" fmla="val 3259083"/>
              <a:gd name="gd2044" fmla="val 1474998"/>
              <a:gd name="gd2045" fmla="val 3354544"/>
              <a:gd name="gd2046" fmla="val 1466004"/>
              <a:gd name="gd2047" fmla="val 3371632"/>
              <a:gd name="gd2048" fmla="val 1464394"/>
              <a:gd name="gd2049" fmla="val 1693269"/>
              <a:gd name="gd2050" fmla="val 1464394"/>
              <a:gd name="gd2051" fmla="val 1710356"/>
              <a:gd name="gd2052" fmla="val 1466004"/>
              <a:gd name="gd2053" fmla="val 1805818"/>
              <a:gd name="gd2054" fmla="val 1474998"/>
              <a:gd name="gd2055" fmla="val 1822030"/>
              <a:gd name="gd2056" fmla="val 1476525"/>
              <a:gd name="gd2057" fmla="val 1822148"/>
              <a:gd name="gd2058" fmla="val 1477664"/>
              <a:gd name="gd2059" fmla="val 2512313"/>
              <a:gd name="gd2060" fmla="val 2165262"/>
              <a:gd name="gd2061" fmla="val 2512819"/>
              <a:gd name="gd2062" fmla="val 2165325"/>
              <a:gd name="gd2063" fmla="val 2513359"/>
              <a:gd name="gd2064" fmla="val 2171962"/>
              <a:gd name="gd2065" fmla="val 2520823"/>
              <a:gd name="gd2066" fmla="val 2263693"/>
              <a:gd name="gd2067" fmla="val 2522194"/>
              <a:gd name="gd2068" fmla="val 2280541"/>
              <a:gd name="gd2069" fmla="val 2521601"/>
              <a:gd name="gd2070" fmla="val 2291891"/>
              <a:gd name="gd2071" fmla="val 2521102"/>
              <a:gd name="gd2072" fmla="val 2291858"/>
              <a:gd name="gd2073" fmla="val 2521076"/>
              <a:gd name="gd2074" fmla="val 2292349"/>
              <a:gd name="gd2075" fmla="val 2503957"/>
              <a:gd name="gd2076" fmla="val 2290736"/>
              <a:gd name="gd2077" fmla="val 2408531"/>
              <a:gd name="gd2078" fmla="val 2281745"/>
              <a:gd name="gd2079" fmla="val 2392314"/>
              <a:gd name="gd2080" fmla="val 2280217"/>
              <a:gd name="gd2081" fmla="val 2392198"/>
              <a:gd name="gd2082" fmla="val 2279078"/>
              <a:gd name="gd2083" fmla="val 1702032"/>
              <a:gd name="gd2084" fmla="val 1591480"/>
              <a:gd name="gd2085" fmla="val 1701527"/>
              <a:gd name="gd2086" fmla="val 1591418"/>
              <a:gd name="gd2087" fmla="val 1700989"/>
              <a:gd name="gd2088" fmla="val 1584794"/>
              <a:gd name="gd2089" fmla="val 1693521"/>
              <a:gd name="gd2090" fmla="val 1493044"/>
              <a:gd name="gd2091" fmla="val 1692151"/>
              <a:gd name="gd2092" fmla="val 1476202"/>
              <a:gd name="gd2093" fmla="val 1692745"/>
              <a:gd name="gd2094" fmla="val 1464852"/>
              <a:gd name="gd2095" fmla="val 1693243"/>
              <a:gd name="gd2096" fmla="val 1464884"/>
              <a:gd name="gd2097" fmla="val 1693269"/>
              <a:gd name="gd2098" fmla="val 1464394"/>
              <a:gd name="gd2099" fmla="val 1679481"/>
              <a:gd name="gd2100" fmla="val 1464394"/>
              <a:gd name="gd2101" fmla="val 1679507"/>
              <a:gd name="gd2102" fmla="val 1464884"/>
              <a:gd name="gd2103" fmla="val 1680005"/>
              <a:gd name="gd2104" fmla="val 1464852"/>
              <a:gd name="gd2105" fmla="val 1680599"/>
              <a:gd name="gd2106" fmla="val 1476202"/>
              <a:gd name="gd2107" fmla="val 1679228"/>
              <a:gd name="gd2108" fmla="val 1493044"/>
              <a:gd name="gd2109" fmla="val 1671761"/>
              <a:gd name="gd2110" fmla="val 1584794"/>
              <a:gd name="gd2111" fmla="val 1671223"/>
              <a:gd name="gd2112" fmla="val 1591418"/>
              <a:gd name="gd2113" fmla="val 1670717"/>
              <a:gd name="gd2114" fmla="val 1591480"/>
              <a:gd name="gd2115" fmla="val 980552"/>
              <a:gd name="gd2116" fmla="val 2279078"/>
              <a:gd name="gd2117" fmla="val 980435"/>
              <a:gd name="gd2118" fmla="val 2280217"/>
              <a:gd name="gd2119" fmla="val 964219"/>
              <a:gd name="gd2120" fmla="val 2281745"/>
              <a:gd name="gd2121" fmla="val 868792"/>
              <a:gd name="gd2122" fmla="val 2290736"/>
              <a:gd name="gd2123" fmla="val 851674"/>
              <a:gd name="gd2124" fmla="val 2292349"/>
              <a:gd name="gd2125" fmla="val 851648"/>
              <a:gd name="gd2126" fmla="val 2291858"/>
              <a:gd name="gd2127" fmla="val 851149"/>
              <a:gd name="gd2128" fmla="val 2291891"/>
              <a:gd name="gd2129" fmla="val 850556"/>
              <a:gd name="gd2130" fmla="val 2280541"/>
              <a:gd name="gd2131" fmla="val 851926"/>
              <a:gd name="gd2132" fmla="val 2263693"/>
              <a:gd name="gd2133" fmla="val 859390"/>
              <a:gd name="gd2134" fmla="val 2171962"/>
              <a:gd name="gd2135" fmla="val 859931"/>
              <a:gd name="gd2136" fmla="val 2165325"/>
              <a:gd name="gd2137" fmla="val 860436"/>
              <a:gd name="gd2138" fmla="val 2165262"/>
              <a:gd name="gd2139" fmla="val 1550602"/>
              <a:gd name="gd2140" fmla="val 1477664"/>
              <a:gd name="gd2141" fmla="val 1550719"/>
              <a:gd name="gd2142" fmla="val 1476525"/>
              <a:gd name="gd2143" fmla="val 1566932"/>
              <a:gd name="gd2144" fmla="val 1474998"/>
              <a:gd name="gd2145" fmla="val 1662393"/>
              <a:gd name="gd2146" fmla="val 1466004"/>
              <a:gd name="gd2147" fmla="val 1679481"/>
              <a:gd name="gd2148" fmla="val 1464394"/>
              <a:gd name="gd2149" fmla="val 1118"/>
              <a:gd name="gd2150" fmla="val 1464394"/>
              <a:gd name="gd2151" fmla="val 18205"/>
              <a:gd name="gd2152" fmla="val 1466004"/>
              <a:gd name="gd2153" fmla="val 113667"/>
              <a:gd name="gd2154" fmla="val 1474998"/>
              <a:gd name="gd2155" fmla="val 129879"/>
              <a:gd name="gd2156" fmla="val 1476525"/>
              <a:gd name="gd2157" fmla="val 129997"/>
              <a:gd name="gd2158" fmla="val 1477664"/>
              <a:gd name="gd2159" fmla="val 820162"/>
              <a:gd name="gd2160" fmla="val 2165262"/>
              <a:gd name="gd2161" fmla="val 820668"/>
              <a:gd name="gd2162" fmla="val 2165325"/>
              <a:gd name="gd2163" fmla="val 821208"/>
              <a:gd name="gd2164" fmla="val 2171962"/>
              <a:gd name="gd2165" fmla="val 828672"/>
              <a:gd name="gd2166" fmla="val 2263693"/>
              <a:gd name="gd2167" fmla="val 830043"/>
              <a:gd name="gd2168" fmla="val 2280541"/>
              <a:gd name="gd2169" fmla="val 829450"/>
              <a:gd name="gd2170" fmla="val 2291891"/>
              <a:gd name="gd2171" fmla="val 828951"/>
              <a:gd name="gd2172" fmla="val 2291858"/>
              <a:gd name="gd2173" fmla="val 828925"/>
              <a:gd name="gd2174" fmla="val 2292349"/>
              <a:gd name="gd2175" fmla="val 811806"/>
              <a:gd name="gd2176" fmla="val 2290736"/>
              <a:gd name="gd2177" fmla="val 716380"/>
              <a:gd name="gd2178" fmla="val 2281745"/>
              <a:gd name="gd2179" fmla="val 700163"/>
              <a:gd name="gd2180" fmla="val 2280217"/>
              <a:gd name="gd2181" fmla="val 700047"/>
              <a:gd name="gd2182" fmla="val 2279078"/>
              <a:gd name="gd2183" fmla="val 9881"/>
              <a:gd name="gd2184" fmla="val 1591480"/>
              <a:gd name="gd2185" fmla="val 9376"/>
              <a:gd name="gd2186" fmla="val 1591418"/>
              <a:gd name="gd2187" fmla="val 8837"/>
              <a:gd name="gd2188" fmla="val 1584794"/>
              <a:gd name="gd2189" fmla="val 1370"/>
              <a:gd name="gd2190" fmla="val 1493044"/>
              <a:gd name="gd2191" fmla="val 0"/>
              <a:gd name="gd2192" fmla="val 1476202"/>
              <a:gd name="gd2193" fmla="val 594"/>
              <a:gd name="gd2194" fmla="val 1464852"/>
              <a:gd name="gd2195" fmla="val 1092"/>
              <a:gd name="gd2196" fmla="val 1464884"/>
              <a:gd name="gd2197" fmla="val 1118"/>
              <a:gd name="gd2198" fmla="val 1464394"/>
              <a:gd name="gd2199" fmla="val 7762529"/>
              <a:gd name="gd2200" fmla="val 750600"/>
              <a:gd name="gd2201" fmla="val 8305838"/>
              <a:gd name="gd2202" fmla="val 1295446"/>
              <a:gd name="gd2203" fmla="val 7762529"/>
              <a:gd name="gd2204" fmla="val 750600"/>
              <a:gd name="gd2205" fmla="val 7455280"/>
              <a:gd name="gd2206" fmla="val 750600"/>
              <a:gd name="gd2207" fmla="val 6911971"/>
              <a:gd name="gd2208" fmla="val 1295446"/>
              <a:gd name="gd2209" fmla="val 7455280"/>
              <a:gd name="gd2210" fmla="val 750600"/>
              <a:gd name="gd2211" fmla="val 6070378"/>
              <a:gd name="gd2212" fmla="val 750600"/>
              <a:gd name="gd2213" fmla="val 6613687"/>
              <a:gd name="gd2214" fmla="val 1295446"/>
              <a:gd name="gd2215" fmla="val 6070378"/>
              <a:gd name="gd2216" fmla="val 750600"/>
              <a:gd name="gd2217" fmla="val 5763129"/>
              <a:gd name="gd2218" fmla="val 750600"/>
              <a:gd name="gd2219" fmla="val 5219820"/>
              <a:gd name="gd2220" fmla="val 1295446"/>
              <a:gd name="gd2221" fmla="val 5763129"/>
              <a:gd name="gd2222" fmla="val 750600"/>
              <a:gd name="gd2223" fmla="val 4378227"/>
              <a:gd name="gd2224" fmla="val 750600"/>
              <a:gd name="gd2225" fmla="val 4921536"/>
              <a:gd name="gd2226" fmla="val 1295446"/>
              <a:gd name="gd2227" fmla="val 4378227"/>
              <a:gd name="gd2228" fmla="val 750600"/>
              <a:gd name="gd2229" fmla="val 4070978"/>
              <a:gd name="gd2230" fmla="val 750600"/>
              <a:gd name="gd2231" fmla="val 3527669"/>
              <a:gd name="gd2232" fmla="val 1295446"/>
              <a:gd name="gd2233" fmla="val 4070978"/>
              <a:gd name="gd2234" fmla="val 750600"/>
              <a:gd name="gd2235" fmla="val 2686076"/>
              <a:gd name="gd2236" fmla="val 750600"/>
              <a:gd name="gd2237" fmla="val 3229385"/>
              <a:gd name="gd2238" fmla="val 1295446"/>
              <a:gd name="gd2239" fmla="val 2686076"/>
              <a:gd name="gd2240" fmla="val 750600"/>
              <a:gd name="gd2241" fmla="val 2378827"/>
              <a:gd name="gd2242" fmla="val 750600"/>
              <a:gd name="gd2243" fmla="val 1835518"/>
              <a:gd name="gd2244" fmla="val 1295446"/>
              <a:gd name="gd2245" fmla="val 2378827"/>
              <a:gd name="gd2246" fmla="val 750600"/>
              <a:gd name="gd2247" fmla="val 993925"/>
              <a:gd name="gd2248" fmla="val 750600"/>
              <a:gd name="gd2249" fmla="val 1537234"/>
              <a:gd name="gd2250" fmla="val 1295446"/>
              <a:gd name="gd2251" fmla="val 993925"/>
              <a:gd name="gd2252" fmla="val 750600"/>
              <a:gd name="gd2253" fmla="val 686676"/>
              <a:gd name="gd2254" fmla="val 750600"/>
              <a:gd name="gd2255" fmla="val 143367"/>
              <a:gd name="gd2256" fmla="val 1295446"/>
              <a:gd name="gd2257" fmla="val 686676"/>
              <a:gd name="gd2258" fmla="val 750600"/>
              <a:gd name="gd2259" fmla="val 9139239"/>
              <a:gd name="gd2260" fmla="val 624486"/>
              <a:gd name="gd2261" fmla="val 9139239"/>
              <a:gd name="gd2262" fmla="val 752995"/>
              <a:gd name="gd2263" fmla="val 9047261"/>
              <a:gd name="gd2264" fmla="val 779881"/>
              <a:gd name="gd2265" fmla="val 8604122"/>
              <a:gd name="gd2266" fmla="val 1295446"/>
              <a:gd name="gd2267" fmla="val 9120077"/>
              <a:gd name="gd2268" fmla="val 849365"/>
              <a:gd name="gd2269" fmla="val 9139239"/>
              <a:gd name="gd2270" fmla="val 780178"/>
              <a:gd name="gd2271" fmla="val 9139239"/>
              <a:gd name="gd2272" fmla="val 1085737"/>
              <a:gd name="gd2273" fmla="val 9135069"/>
              <a:gd name="gd2274" fmla="val 1092549"/>
              <a:gd name="gd2275" fmla="val 8590751"/>
              <a:gd name="gd2276" fmla="val 1426902"/>
              <a:gd name="gd2277" fmla="val 8590635"/>
              <a:gd name="gd2278" fmla="val 1428050"/>
              <a:gd name="gd2279" fmla="val 8574418"/>
              <a:gd name="gd2280" fmla="val 1429590"/>
              <a:gd name="gd2281" fmla="val 8478991"/>
              <a:gd name="gd2282" fmla="val 1438652"/>
              <a:gd name="gd2283" fmla="val 8461873"/>
              <a:gd name="gd2284" fmla="val 1440278"/>
              <a:gd name="gd2285" fmla="val 8461847"/>
              <a:gd name="gd2286" fmla="val 1439783"/>
              <a:gd name="gd2287" fmla="val 8461348"/>
              <a:gd name="gd2288" fmla="val 1439816"/>
              <a:gd name="gd2289" fmla="val 8460755"/>
              <a:gd name="gd2290" fmla="val 1428376"/>
              <a:gd name="gd2291" fmla="val 8462126"/>
              <a:gd name="gd2292" fmla="val 1411395"/>
              <a:gd name="gd2293" fmla="val 8469590"/>
              <a:gd name="gd2294" fmla="val 1318938"/>
              <a:gd name="gd2295" fmla="val 8470130"/>
              <a:gd name="gd2296" fmla="val 1312248"/>
              <a:gd name="gd2297" fmla="val 8470636"/>
              <a:gd name="gd2298" fmla="val 1312185"/>
              <a:gd name="gd2299" fmla="val 9030178"/>
              <a:gd name="gd2300" fmla="val 651504"/>
              <a:gd name="gd2301" fmla="val 9139239"/>
              <a:gd name="gd2302" fmla="val 624486"/>
              <a:gd name="gd2303" fmla="val 7620280"/>
              <a:gd name="gd2304" fmla="val 605769"/>
              <a:gd name="gd2305" fmla="val 7637367"/>
              <a:gd name="gd2306" fmla="val 607392"/>
              <a:gd name="gd2307" fmla="val 7732829"/>
              <a:gd name="gd2308" fmla="val 616457"/>
              <a:gd name="gd2309" fmla="val 7749042"/>
              <a:gd name="gd2310" fmla="val 617996"/>
              <a:gd name="gd2311" fmla="val 7749159"/>
              <a:gd name="gd2312" fmla="val 619144"/>
              <a:gd name="gd2313" fmla="val 8439324"/>
              <a:gd name="gd2314" fmla="val 1312185"/>
              <a:gd name="gd2315" fmla="val 8439830"/>
              <a:gd name="gd2316" fmla="val 1312248"/>
              <a:gd name="gd2317" fmla="val 8440370"/>
              <a:gd name="gd2318" fmla="val 1318938"/>
              <a:gd name="gd2319" fmla="val 8447834"/>
              <a:gd name="gd2320" fmla="val 1411395"/>
              <a:gd name="gd2321" fmla="val 8449205"/>
              <a:gd name="gd2322" fmla="val 1428376"/>
              <a:gd name="gd2323" fmla="val 8448612"/>
              <a:gd name="gd2324" fmla="val 1439816"/>
              <a:gd name="gd2325" fmla="val 8448113"/>
              <a:gd name="gd2326" fmla="val 1439783"/>
              <a:gd name="gd2327" fmla="val 8448087"/>
              <a:gd name="gd2328" fmla="val 1440278"/>
              <a:gd name="gd2329" fmla="val 8430969"/>
              <a:gd name="gd2330" fmla="val 1438652"/>
              <a:gd name="gd2331" fmla="val 8335542"/>
              <a:gd name="gd2332" fmla="val 1429590"/>
              <a:gd name="gd2333" fmla="val 8319325"/>
              <a:gd name="gd2334" fmla="val 1428050"/>
              <a:gd name="gd2335" fmla="val 8319209"/>
              <a:gd name="gd2336" fmla="val 1426902"/>
              <a:gd name="gd2337" fmla="val 7629044"/>
              <a:gd name="gd2338" fmla="val 733861"/>
              <a:gd name="gd2339" fmla="val 7628538"/>
              <a:gd name="gd2340" fmla="val 733798"/>
              <a:gd name="gd2341" fmla="val 7628000"/>
              <a:gd name="gd2342" fmla="val 727122"/>
              <a:gd name="gd2343" fmla="val 7620533"/>
              <a:gd name="gd2344" fmla="val 634646"/>
              <a:gd name="gd2345" fmla="val 7619162"/>
              <a:gd name="gd2346" fmla="val 617670"/>
              <a:gd name="gd2347" fmla="val 7619756"/>
              <a:gd name="gd2348" fmla="val 606230"/>
              <a:gd name="gd2349" fmla="val 7620254"/>
              <a:gd name="gd2350" fmla="val 606263"/>
              <a:gd name="gd2351" fmla="val 7620280"/>
              <a:gd name="gd2352" fmla="val 605769"/>
              <a:gd name="gd2353" fmla="val 7597529"/>
              <a:gd name="gd2354" fmla="val 605769"/>
              <a:gd name="gd2355" fmla="val 7597555"/>
              <a:gd name="gd2356" fmla="val 606263"/>
              <a:gd name="gd2357" fmla="val 7598053"/>
              <a:gd name="gd2358" fmla="val 606230"/>
              <a:gd name="gd2359" fmla="val 7598647"/>
              <a:gd name="gd2360" fmla="val 617670"/>
              <a:gd name="gd2361" fmla="val 7597276"/>
              <a:gd name="gd2362" fmla="val 634646"/>
              <a:gd name="gd2363" fmla="val 7589809"/>
              <a:gd name="gd2364" fmla="val 727122"/>
              <a:gd name="gd2365" fmla="val 7589271"/>
              <a:gd name="gd2366" fmla="val 733798"/>
              <a:gd name="gd2367" fmla="val 7588765"/>
              <a:gd name="gd2368" fmla="val 733861"/>
              <a:gd name="gd2369" fmla="val 6898600"/>
              <a:gd name="gd2370" fmla="val 1426902"/>
              <a:gd name="gd2371" fmla="val 6898484"/>
              <a:gd name="gd2372" fmla="val 1428050"/>
              <a:gd name="gd2373" fmla="val 6882267"/>
              <a:gd name="gd2374" fmla="val 1429590"/>
              <a:gd name="gd2375" fmla="val 6786841"/>
              <a:gd name="gd2376" fmla="val 1438652"/>
              <a:gd name="gd2377" fmla="val 6769722"/>
              <a:gd name="gd2378" fmla="val 1440278"/>
              <a:gd name="gd2379" fmla="val 6769696"/>
              <a:gd name="gd2380" fmla="val 1439783"/>
              <a:gd name="gd2381" fmla="val 6769197"/>
              <a:gd name="gd2382" fmla="val 1439816"/>
              <a:gd name="gd2383" fmla="val 6768604"/>
              <a:gd name="gd2384" fmla="val 1428376"/>
              <a:gd name="gd2385" fmla="val 6769975"/>
              <a:gd name="gd2386" fmla="val 1411395"/>
              <a:gd name="gd2387" fmla="val 6777439"/>
              <a:gd name="gd2388" fmla="val 1318938"/>
              <a:gd name="gd2389" fmla="val 6777979"/>
              <a:gd name="gd2390" fmla="val 1312248"/>
              <a:gd name="gd2391" fmla="val 6778485"/>
              <a:gd name="gd2392" fmla="val 1312185"/>
              <a:gd name="gd2393" fmla="val 7468650"/>
              <a:gd name="gd2394" fmla="val 619144"/>
              <a:gd name="gd2395" fmla="val 7468767"/>
              <a:gd name="gd2396" fmla="val 617996"/>
              <a:gd name="gd2397" fmla="val 7484980"/>
              <a:gd name="gd2398" fmla="val 616457"/>
              <a:gd name="gd2399" fmla="val 7580442"/>
              <a:gd name="gd2400" fmla="val 607392"/>
              <a:gd name="gd2401" fmla="val 7597529"/>
              <a:gd name="gd2402" fmla="val 605769"/>
              <a:gd name="gd2403" fmla="val 5928129"/>
              <a:gd name="gd2404" fmla="val 605769"/>
              <a:gd name="gd2405" fmla="val 5945217"/>
              <a:gd name="gd2406" fmla="val 607392"/>
              <a:gd name="gd2407" fmla="val 6040678"/>
              <a:gd name="gd2408" fmla="val 616457"/>
              <a:gd name="gd2409" fmla="val 6056891"/>
              <a:gd name="gd2410" fmla="val 617996"/>
              <a:gd name="gd2411" fmla="val 6057008"/>
              <a:gd name="gd2412" fmla="val 619144"/>
              <a:gd name="gd2413" fmla="val 6747174"/>
              <a:gd name="gd2414" fmla="val 1312185"/>
              <a:gd name="gd2415" fmla="val 6747679"/>
              <a:gd name="gd2416" fmla="val 1312248"/>
              <a:gd name="gd2417" fmla="val 6748220"/>
              <a:gd name="gd2418" fmla="val 1318938"/>
              <a:gd name="gd2419" fmla="val 6755684"/>
              <a:gd name="gd2420" fmla="val 1411395"/>
              <a:gd name="gd2421" fmla="val 6757054"/>
              <a:gd name="gd2422" fmla="val 1428376"/>
              <a:gd name="gd2423" fmla="val 6756461"/>
              <a:gd name="gd2424" fmla="val 1439816"/>
              <a:gd name="gd2425" fmla="val 6755962"/>
              <a:gd name="gd2426" fmla="val 1439783"/>
              <a:gd name="gd2427" fmla="val 6755936"/>
              <a:gd name="gd2428" fmla="val 1440278"/>
              <a:gd name="gd2429" fmla="val 6738818"/>
              <a:gd name="gd2430" fmla="val 1438652"/>
              <a:gd name="gd2431" fmla="val 6643391"/>
              <a:gd name="gd2432" fmla="val 1429590"/>
              <a:gd name="gd2433" fmla="val 6627175"/>
              <a:gd name="gd2434" fmla="val 1428050"/>
              <a:gd name="gd2435" fmla="val 6627059"/>
              <a:gd name="gd2436" fmla="val 1426902"/>
              <a:gd name="gd2437" fmla="val 5936893"/>
              <a:gd name="gd2438" fmla="val 733861"/>
              <a:gd name="gd2439" fmla="val 5936387"/>
              <a:gd name="gd2440" fmla="val 733798"/>
              <a:gd name="gd2441" fmla="val 5935849"/>
              <a:gd name="gd2442" fmla="val 727122"/>
              <a:gd name="gd2443" fmla="val 5928382"/>
              <a:gd name="gd2444" fmla="val 634646"/>
              <a:gd name="gd2445" fmla="val 5927011"/>
              <a:gd name="gd2446" fmla="val 617670"/>
              <a:gd name="gd2447" fmla="val 5927605"/>
              <a:gd name="gd2448" fmla="val 606230"/>
              <a:gd name="gd2449" fmla="val 5928103"/>
              <a:gd name="gd2450" fmla="val 606263"/>
              <a:gd name="gd2451" fmla="val 5928129"/>
              <a:gd name="gd2452" fmla="val 605769"/>
              <a:gd name="gd2453" fmla="val 5905378"/>
              <a:gd name="gd2454" fmla="val 605769"/>
              <a:gd name="gd2455" fmla="val 5905404"/>
              <a:gd name="gd2456" fmla="val 606263"/>
              <a:gd name="gd2457" fmla="val 5905902"/>
              <a:gd name="gd2458" fmla="val 606230"/>
              <a:gd name="gd2459" fmla="val 5906496"/>
              <a:gd name="gd2460" fmla="val 617670"/>
              <a:gd name="gd2461" fmla="val 5905126"/>
              <a:gd name="gd2462" fmla="val 634646"/>
              <a:gd name="gd2463" fmla="val 5897659"/>
              <a:gd name="gd2464" fmla="val 727122"/>
              <a:gd name="gd2465" fmla="val 5897120"/>
              <a:gd name="gd2466" fmla="val 733798"/>
              <a:gd name="gd2467" fmla="val 5896615"/>
              <a:gd name="gd2468" fmla="val 733861"/>
              <a:gd name="gd2469" fmla="val 5206449"/>
              <a:gd name="gd2470" fmla="val 1426902"/>
              <a:gd name="gd2471" fmla="val 5206334"/>
              <a:gd name="gd2472" fmla="val 1428050"/>
              <a:gd name="gd2473" fmla="val 5190116"/>
              <a:gd name="gd2474" fmla="val 1429590"/>
              <a:gd name="gd2475" fmla="val 5094690"/>
              <a:gd name="gd2476" fmla="val 1438652"/>
              <a:gd name="gd2477" fmla="val 5077571"/>
              <a:gd name="gd2478" fmla="val 1440278"/>
              <a:gd name="gd2479" fmla="val 5077545"/>
              <a:gd name="gd2480" fmla="val 1439783"/>
              <a:gd name="gd2481" fmla="val 5077046"/>
              <a:gd name="gd2482" fmla="val 1439816"/>
              <a:gd name="gd2483" fmla="val 5076453"/>
              <a:gd name="gd2484" fmla="val 1428376"/>
              <a:gd name="gd2485" fmla="val 5077824"/>
              <a:gd name="gd2486" fmla="val 1411395"/>
              <a:gd name="gd2487" fmla="val 5085288"/>
              <a:gd name="gd2488" fmla="val 1318938"/>
              <a:gd name="gd2489" fmla="val 5085828"/>
              <a:gd name="gd2490" fmla="val 1312248"/>
              <a:gd name="gd2491" fmla="val 5086334"/>
              <a:gd name="gd2492" fmla="val 1312185"/>
              <a:gd name="gd2493" fmla="val 5776501"/>
              <a:gd name="gd2494" fmla="val 619144"/>
              <a:gd name="gd2495" fmla="val 5776617"/>
              <a:gd name="gd2496" fmla="val 617996"/>
              <a:gd name="gd2497" fmla="val 5792829"/>
              <a:gd name="gd2498" fmla="val 616457"/>
              <a:gd name="gd2499" fmla="val 5888291"/>
              <a:gd name="gd2500" fmla="val 607392"/>
              <a:gd name="gd2501" fmla="val 5905378"/>
              <a:gd name="gd2502" fmla="val 605769"/>
              <a:gd name="gd2503" fmla="val 4235979"/>
              <a:gd name="gd2504" fmla="val 605769"/>
              <a:gd name="gd2505" fmla="val 4253065"/>
              <a:gd name="gd2506" fmla="val 607392"/>
              <a:gd name="gd2507" fmla="val 4348528"/>
              <a:gd name="gd2508" fmla="val 616457"/>
              <a:gd name="gd2509" fmla="val 4364739"/>
              <a:gd name="gd2510" fmla="val 617996"/>
              <a:gd name="gd2511" fmla="val 4364856"/>
              <a:gd name="gd2512" fmla="val 619144"/>
              <a:gd name="gd2513" fmla="val 5055022"/>
              <a:gd name="gd2514" fmla="val 1312185"/>
              <a:gd name="gd2515" fmla="val 5055528"/>
              <a:gd name="gd2516" fmla="val 1312248"/>
              <a:gd name="gd2517" fmla="val 5056068"/>
              <a:gd name="gd2518" fmla="val 1318938"/>
              <a:gd name="gd2519" fmla="val 5063532"/>
              <a:gd name="gd2520" fmla="val 1411395"/>
              <a:gd name="gd2521" fmla="val 5064903"/>
              <a:gd name="gd2522" fmla="val 1428376"/>
              <a:gd name="gd2523" fmla="val 5064310"/>
              <a:gd name="gd2524" fmla="val 1439816"/>
              <a:gd name="gd2525" fmla="val 5063811"/>
              <a:gd name="gd2526" fmla="val 1439783"/>
              <a:gd name="gd2527" fmla="val 5063785"/>
              <a:gd name="gd2528" fmla="val 1440278"/>
              <a:gd name="gd2529" fmla="val 5046666"/>
              <a:gd name="gd2530" fmla="val 1438652"/>
              <a:gd name="gd2531" fmla="val 4951241"/>
              <a:gd name="gd2532" fmla="val 1429590"/>
              <a:gd name="gd2533" fmla="val 4935023"/>
              <a:gd name="gd2534" fmla="val 1428050"/>
              <a:gd name="gd2535" fmla="val 4934907"/>
              <a:gd name="gd2536" fmla="val 1426902"/>
              <a:gd name="gd2537" fmla="val 4244741"/>
              <a:gd name="gd2538" fmla="val 733861"/>
              <a:gd name="gd2539" fmla="val 4244236"/>
              <a:gd name="gd2540" fmla="val 733798"/>
              <a:gd name="gd2541" fmla="val 4243697"/>
              <a:gd name="gd2542" fmla="val 727122"/>
              <a:gd name="gd2543" fmla="val 4236230"/>
              <a:gd name="gd2544" fmla="val 634646"/>
              <a:gd name="gd2545" fmla="val 4234860"/>
              <a:gd name="gd2546" fmla="val 617670"/>
              <a:gd name="gd2547" fmla="val 4235454"/>
              <a:gd name="gd2548" fmla="val 606230"/>
              <a:gd name="gd2549" fmla="val 4235952"/>
              <a:gd name="gd2550" fmla="val 606263"/>
              <a:gd name="gd2551" fmla="val 4235979"/>
              <a:gd name="gd2552" fmla="val 605769"/>
              <a:gd name="gd2553" fmla="val 4213227"/>
              <a:gd name="gd2554" fmla="val 605769"/>
              <a:gd name="gd2555" fmla="val 4213253"/>
              <a:gd name="gd2556" fmla="val 606263"/>
              <a:gd name="gd2557" fmla="val 4213751"/>
              <a:gd name="gd2558" fmla="val 606230"/>
              <a:gd name="gd2559" fmla="val 4214345"/>
              <a:gd name="gd2560" fmla="val 617670"/>
              <a:gd name="gd2561" fmla="val 4212974"/>
              <a:gd name="gd2562" fmla="val 634646"/>
              <a:gd name="gd2563" fmla="val 4205507"/>
              <a:gd name="gd2564" fmla="val 727122"/>
              <a:gd name="gd2565" fmla="val 4204969"/>
              <a:gd name="gd2566" fmla="val 733798"/>
              <a:gd name="gd2567" fmla="val 4204463"/>
              <a:gd name="gd2568" fmla="val 733861"/>
              <a:gd name="gd2569" fmla="val 3514297"/>
              <a:gd name="gd2570" fmla="val 1426902"/>
              <a:gd name="gd2571" fmla="val 3514181"/>
              <a:gd name="gd2572" fmla="val 1428050"/>
              <a:gd name="gd2573" fmla="val 3497965"/>
              <a:gd name="gd2574" fmla="val 1429590"/>
              <a:gd name="gd2575" fmla="val 3402538"/>
              <a:gd name="gd2576" fmla="val 1438652"/>
              <a:gd name="gd2577" fmla="val 3385420"/>
              <a:gd name="gd2578" fmla="val 1440278"/>
              <a:gd name="gd2579" fmla="val 3385394"/>
              <a:gd name="gd2580" fmla="val 1439783"/>
              <a:gd name="gd2581" fmla="val 3384895"/>
              <a:gd name="gd2582" fmla="val 1439816"/>
              <a:gd name="gd2583" fmla="val 3384302"/>
              <a:gd name="gd2584" fmla="val 1428376"/>
              <a:gd name="gd2585" fmla="val 3385672"/>
              <a:gd name="gd2586" fmla="val 1411395"/>
              <a:gd name="gd2587" fmla="val 3393136"/>
              <a:gd name="gd2588" fmla="val 1318938"/>
              <a:gd name="gd2589" fmla="val 3393677"/>
              <a:gd name="gd2590" fmla="val 1312248"/>
              <a:gd name="gd2591" fmla="val 3394182"/>
              <a:gd name="gd2592" fmla="val 1312185"/>
              <a:gd name="gd2593" fmla="val 4084348"/>
              <a:gd name="gd2594" fmla="val 619144"/>
              <a:gd name="gd2595" fmla="val 4084465"/>
              <a:gd name="gd2596" fmla="val 617996"/>
              <a:gd name="gd2597" fmla="val 4100678"/>
              <a:gd name="gd2598" fmla="val 616457"/>
              <a:gd name="gd2599" fmla="val 4196139"/>
              <a:gd name="gd2600" fmla="val 607392"/>
              <a:gd name="gd2601" fmla="val 4213227"/>
              <a:gd name="gd2602" fmla="val 605769"/>
              <a:gd name="gd2603" fmla="val 2543827"/>
              <a:gd name="gd2604" fmla="val 605769"/>
              <a:gd name="gd2605" fmla="val 2560914"/>
              <a:gd name="gd2606" fmla="val 607392"/>
              <a:gd name="gd2607" fmla="val 2656376"/>
              <a:gd name="gd2608" fmla="val 616457"/>
              <a:gd name="gd2609" fmla="val 2672588"/>
              <a:gd name="gd2610" fmla="val 617996"/>
              <a:gd name="gd2611" fmla="val 2672706"/>
              <a:gd name="gd2612" fmla="val 619144"/>
              <a:gd name="gd2613" fmla="val 3362871"/>
              <a:gd name="gd2614" fmla="val 1312185"/>
              <a:gd name="gd2615" fmla="val 3363377"/>
              <a:gd name="gd2616" fmla="val 1312248"/>
              <a:gd name="gd2617" fmla="val 3363917"/>
              <a:gd name="gd2618" fmla="val 1318938"/>
              <a:gd name="gd2619" fmla="val 3371381"/>
              <a:gd name="gd2620" fmla="val 1411395"/>
              <a:gd name="gd2621" fmla="val 3372752"/>
              <a:gd name="gd2622" fmla="val 1428376"/>
              <a:gd name="gd2623" fmla="val 3372159"/>
              <a:gd name="gd2624" fmla="val 1439816"/>
              <a:gd name="gd2625" fmla="val 3371660"/>
              <a:gd name="gd2626" fmla="val 1439783"/>
              <a:gd name="gd2627" fmla="val 3371634"/>
              <a:gd name="gd2628" fmla="val 1440278"/>
              <a:gd name="gd2629" fmla="val 3354515"/>
              <a:gd name="gd2630" fmla="val 1438652"/>
              <a:gd name="gd2631" fmla="val 3259089"/>
              <a:gd name="gd2632" fmla="val 1429590"/>
              <a:gd name="gd2633" fmla="val 3242872"/>
              <a:gd name="gd2634" fmla="val 1428050"/>
              <a:gd name="gd2635" fmla="val 3242756"/>
              <a:gd name="gd2636" fmla="val 1426902"/>
              <a:gd name="gd2637" fmla="val 2552590"/>
              <a:gd name="gd2638" fmla="val 733861"/>
              <a:gd name="gd2639" fmla="val 2552085"/>
              <a:gd name="gd2640" fmla="val 733798"/>
              <a:gd name="gd2641" fmla="val 2551547"/>
              <a:gd name="gd2642" fmla="val 727122"/>
              <a:gd name="gd2643" fmla="val 2544079"/>
              <a:gd name="gd2644" fmla="val 634646"/>
              <a:gd name="gd2645" fmla="val 2542709"/>
              <a:gd name="gd2646" fmla="val 617670"/>
              <a:gd name="gd2647" fmla="val 2543303"/>
              <a:gd name="gd2648" fmla="val 606230"/>
              <a:gd name="gd2649" fmla="val 2543801"/>
              <a:gd name="gd2650" fmla="val 606263"/>
              <a:gd name="gd2651" fmla="val 2543827"/>
              <a:gd name="gd2652" fmla="val 605769"/>
              <a:gd name="gd2653" fmla="val 2521076"/>
              <a:gd name="gd2654" fmla="val 605769"/>
              <a:gd name="gd2655" fmla="val 2521102"/>
              <a:gd name="gd2656" fmla="val 606263"/>
              <a:gd name="gd2657" fmla="val 2521600"/>
              <a:gd name="gd2658" fmla="val 606230"/>
              <a:gd name="gd2659" fmla="val 2522194"/>
              <a:gd name="gd2660" fmla="val 617670"/>
              <a:gd name="gd2661" fmla="val 2520823"/>
              <a:gd name="gd2662" fmla="val 634646"/>
              <a:gd name="gd2663" fmla="val 2513356"/>
              <a:gd name="gd2664" fmla="val 727122"/>
              <a:gd name="gd2665" fmla="val 2512818"/>
              <a:gd name="gd2666" fmla="val 733798"/>
              <a:gd name="gd2667" fmla="val 2512312"/>
              <a:gd name="gd2668" fmla="val 733861"/>
              <a:gd name="gd2669" fmla="val 1822147"/>
              <a:gd name="gd2670" fmla="val 1426902"/>
              <a:gd name="gd2671" fmla="val 1822030"/>
              <a:gd name="gd2672" fmla="val 1428050"/>
              <a:gd name="gd2673" fmla="val 1805814"/>
              <a:gd name="gd2674" fmla="val 1429590"/>
              <a:gd name="gd2675" fmla="val 1710387"/>
              <a:gd name="gd2676" fmla="val 1438652"/>
              <a:gd name="gd2677" fmla="val 1693269"/>
              <a:gd name="gd2678" fmla="val 1440278"/>
              <a:gd name="gd2679" fmla="val 1693243"/>
              <a:gd name="gd2680" fmla="val 1439783"/>
              <a:gd name="gd2681" fmla="val 1692744"/>
              <a:gd name="gd2682" fmla="val 1439816"/>
              <a:gd name="gd2683" fmla="val 1692151"/>
              <a:gd name="gd2684" fmla="val 1428376"/>
              <a:gd name="gd2685" fmla="val 1693521"/>
              <a:gd name="gd2686" fmla="val 1411395"/>
              <a:gd name="gd2687" fmla="val 1700985"/>
              <a:gd name="gd2688" fmla="val 1318938"/>
              <a:gd name="gd2689" fmla="val 1701526"/>
              <a:gd name="gd2690" fmla="val 1312248"/>
              <a:gd name="gd2691" fmla="val 1702031"/>
              <a:gd name="gd2692" fmla="val 1312185"/>
              <a:gd name="gd2693" fmla="val 2392197"/>
              <a:gd name="gd2694" fmla="val 619144"/>
              <a:gd name="gd2695" fmla="val 2392314"/>
              <a:gd name="gd2696" fmla="val 617996"/>
              <a:gd name="gd2697" fmla="val 2408527"/>
              <a:gd name="gd2698" fmla="val 616457"/>
              <a:gd name="gd2699" fmla="val 2503988"/>
              <a:gd name="gd2700" fmla="val 607392"/>
              <a:gd name="gd2701" fmla="val 2521076"/>
              <a:gd name="gd2702" fmla="val 605769"/>
              <a:gd name="gd2703" fmla="val 851676"/>
              <a:gd name="gd2704" fmla="val 605769"/>
              <a:gd name="gd2705" fmla="val 868763"/>
              <a:gd name="gd2706" fmla="val 607392"/>
              <a:gd name="gd2707" fmla="val 964225"/>
              <a:gd name="gd2708" fmla="val 616457"/>
              <a:gd name="gd2709" fmla="val 980437"/>
              <a:gd name="gd2710" fmla="val 617996"/>
              <a:gd name="gd2711" fmla="val 980555"/>
              <a:gd name="gd2712" fmla="val 619144"/>
              <a:gd name="gd2713" fmla="val 1670720"/>
              <a:gd name="gd2714" fmla="val 1312185"/>
              <a:gd name="gd2715" fmla="val 1671226"/>
              <a:gd name="gd2716" fmla="val 1312248"/>
              <a:gd name="gd2717" fmla="val 1671766"/>
              <a:gd name="gd2718" fmla="val 1318938"/>
              <a:gd name="gd2719" fmla="val 1679230"/>
              <a:gd name="gd2720" fmla="val 1411395"/>
              <a:gd name="gd2721" fmla="val 1680601"/>
              <a:gd name="gd2722" fmla="val 1428376"/>
              <a:gd name="gd2723" fmla="val 1680008"/>
              <a:gd name="gd2724" fmla="val 1439816"/>
              <a:gd name="gd2725" fmla="val 1679509"/>
              <a:gd name="gd2726" fmla="val 1439783"/>
              <a:gd name="gd2727" fmla="val 1679483"/>
              <a:gd name="gd2728" fmla="val 1440278"/>
              <a:gd name="gd2729" fmla="val 1662364"/>
              <a:gd name="gd2730" fmla="val 1438652"/>
              <a:gd name="gd2731" fmla="val 1566938"/>
              <a:gd name="gd2732" fmla="val 1429590"/>
              <a:gd name="gd2733" fmla="val 1550721"/>
              <a:gd name="gd2734" fmla="val 1428050"/>
              <a:gd name="gd2735" fmla="val 1550605"/>
              <a:gd name="gd2736" fmla="val 1426902"/>
              <a:gd name="gd2737" fmla="val 860439"/>
              <a:gd name="gd2738" fmla="val 733861"/>
              <a:gd name="gd2739" fmla="val 859934"/>
              <a:gd name="gd2740" fmla="val 733798"/>
              <a:gd name="gd2741" fmla="val 859396"/>
              <a:gd name="gd2742" fmla="val 727122"/>
              <a:gd name="gd2743" fmla="val 851928"/>
              <a:gd name="gd2744" fmla="val 634646"/>
              <a:gd name="gd2745" fmla="val 850558"/>
              <a:gd name="gd2746" fmla="val 617670"/>
              <a:gd name="gd2747" fmla="val 851152"/>
              <a:gd name="gd2748" fmla="val 606230"/>
              <a:gd name="gd2749" fmla="val 851650"/>
              <a:gd name="gd2750" fmla="val 606263"/>
              <a:gd name="gd2751" fmla="val 851676"/>
              <a:gd name="gd2752" fmla="val 605769"/>
              <a:gd name="gd2753" fmla="val 828925"/>
              <a:gd name="gd2754" fmla="val 605769"/>
              <a:gd name="gd2755" fmla="val 828951"/>
              <a:gd name="gd2756" fmla="val 606263"/>
              <a:gd name="gd2757" fmla="val 829449"/>
              <a:gd name="gd2758" fmla="val 606230"/>
              <a:gd name="gd2759" fmla="val 830043"/>
              <a:gd name="gd2760" fmla="val 617670"/>
              <a:gd name="gd2761" fmla="val 828672"/>
              <a:gd name="gd2762" fmla="val 634646"/>
              <a:gd name="gd2763" fmla="val 821205"/>
              <a:gd name="gd2764" fmla="val 727122"/>
              <a:gd name="gd2765" fmla="val 820667"/>
              <a:gd name="gd2766" fmla="val 733798"/>
              <a:gd name="gd2767" fmla="val 820161"/>
              <a:gd name="gd2768" fmla="val 733861"/>
              <a:gd name="gd2769" fmla="val 129995"/>
              <a:gd name="gd2770" fmla="val 1426902"/>
              <a:gd name="gd2771" fmla="val 129879"/>
              <a:gd name="gd2772" fmla="val 1428050"/>
              <a:gd name="gd2773" fmla="val 113663"/>
              <a:gd name="gd2774" fmla="val 1429590"/>
              <a:gd name="gd2775" fmla="val 18236"/>
              <a:gd name="gd2776" fmla="val 1438652"/>
              <a:gd name="gd2777" fmla="val 1118"/>
              <a:gd name="gd2778" fmla="val 1440278"/>
              <a:gd name="gd2779" fmla="val 1092"/>
              <a:gd name="gd2780" fmla="val 1439783"/>
              <a:gd name="gd2781" fmla="val 593"/>
              <a:gd name="gd2782" fmla="val 1439816"/>
              <a:gd name="gd2783" fmla="val 0"/>
              <a:gd name="gd2784" fmla="val 1428376"/>
              <a:gd name="gd2785" fmla="val 1370"/>
              <a:gd name="gd2786" fmla="val 1411395"/>
              <a:gd name="gd2787" fmla="val 8835"/>
              <a:gd name="gd2788" fmla="val 1318938"/>
              <a:gd name="gd2789" fmla="val 9375"/>
              <a:gd name="gd2790" fmla="val 1312248"/>
              <a:gd name="gd2791" fmla="val 9880"/>
              <a:gd name="gd2792" fmla="val 1312185"/>
              <a:gd name="gd2793" fmla="val 700046"/>
              <a:gd name="gd2794" fmla="val 619144"/>
              <a:gd name="gd2795" fmla="val 700163"/>
              <a:gd name="gd2796" fmla="val 617996"/>
              <a:gd name="gd2797" fmla="val 716376"/>
              <a:gd name="gd2798" fmla="val 616457"/>
              <a:gd name="gd2799" fmla="val 811837"/>
              <a:gd name="gd2800" fmla="val 607392"/>
              <a:gd name="gd2801" fmla="val 828925"/>
              <a:gd name="gd2802" fmla="val 605769"/>
              <a:gd name="gd2803" fmla="val 8824701"/>
              <a:gd name="gd2804" fmla="val 0"/>
              <a:gd name="gd2805" fmla="val 9033411"/>
              <a:gd name="gd2806" fmla="val 0"/>
              <a:gd name="gd2807" fmla="val 9123965"/>
              <a:gd name="gd2808" fmla="val 98781"/>
              <a:gd name="gd2809" fmla="val 9139239"/>
              <a:gd name="gd2810" fmla="val 122382"/>
              <a:gd name="gd2811" fmla="val 9139239"/>
              <a:gd name="gd2812" fmla="val 425734"/>
              <a:gd name="gd2813" fmla="val 9104305"/>
              <a:gd name="gd2814" fmla="val 314451"/>
              <a:gd name="gd2815" fmla="val 8824701"/>
              <a:gd name="gd2816" fmla="val 0"/>
              <a:gd name="gd2817" fmla="val 8494877"/>
              <a:gd name="gd2818" fmla="val 0"/>
              <a:gd name="gd2819" fmla="val 8628893"/>
              <a:gd name="gd2820" fmla="val 0"/>
              <a:gd name="gd2821" fmla="val 9058275"/>
              <a:gd name="gd2822" fmla="val 426756"/>
              <a:gd name="gd2823" fmla="val 9139239"/>
              <a:gd name="gd2824" fmla="val 449526"/>
              <a:gd name="gd2825" fmla="val 9139239"/>
              <a:gd name="gd2826" fmla="val 577136"/>
              <a:gd name="gd2827" fmla="val 9043252"/>
              <a:gd name="gd2828" fmla="val 554355"/>
              <a:gd name="gd2829" fmla="val 8494877"/>
              <a:gd name="gd2830" fmla="val 0"/>
              <a:gd name="gd2831" fmla="val 7876547"/>
              <a:gd name="gd2832" fmla="val 0"/>
              <a:gd name="gd2833" fmla="val 8085257"/>
              <a:gd name="gd2834" fmla="val 0"/>
              <a:gd name="gd2835" fmla="val 7762527"/>
              <a:gd name="gd2836" fmla="val 451830"/>
              <a:gd name="gd2837" fmla="val 8281065"/>
              <a:gd name="gd2838" fmla="val 0"/>
              <a:gd name="gd2839" fmla="val 8415081"/>
              <a:gd name="gd2840" fmla="val 0"/>
              <a:gd name="gd2841" fmla="val 7749156"/>
              <a:gd name="gd2842" fmla="val 582253"/>
              <a:gd name="gd2843" fmla="val 7749040"/>
              <a:gd name="gd2844" fmla="val 583392"/>
              <a:gd name="gd2845" fmla="val 7732823"/>
              <a:gd name="gd2846" fmla="val 584920"/>
              <a:gd name="gd2847" fmla="val 7637396"/>
              <a:gd name="gd2848" fmla="val 593911"/>
              <a:gd name="gd2849" fmla="val 7620278"/>
              <a:gd name="gd2850" fmla="val 595524"/>
              <a:gd name="gd2851" fmla="val 7620252"/>
              <a:gd name="gd2852" fmla="val 595033"/>
              <a:gd name="gd2853" fmla="val 7619753"/>
              <a:gd name="gd2854" fmla="val 595066"/>
              <a:gd name="gd2855" fmla="val 7619160"/>
              <a:gd name="gd2856" fmla="val 583715"/>
              <a:gd name="gd2857" fmla="val 7620531"/>
              <a:gd name="gd2858" fmla="val 566868"/>
              <a:gd name="gd2859" fmla="val 7627995"/>
              <a:gd name="gd2860" fmla="val 475137"/>
              <a:gd name="gd2861" fmla="val 7628535"/>
              <a:gd name="gd2862" fmla="val 468500"/>
              <a:gd name="gd2863" fmla="val 7629040"/>
              <a:gd name="gd2864" fmla="val 468437"/>
              <a:gd name="gd2865" fmla="val 7876547"/>
              <a:gd name="gd2866" fmla="val 0"/>
              <a:gd name="gd2867" fmla="val 6802727"/>
              <a:gd name="gd2868" fmla="val 0"/>
              <a:gd name="gd2869" fmla="val 6936742"/>
              <a:gd name="gd2870" fmla="val 0"/>
              <a:gd name="gd2871" fmla="val 7455280"/>
              <a:gd name="gd2872" fmla="val 451830"/>
              <a:gd name="gd2873" fmla="val 7132550"/>
              <a:gd name="gd2874" fmla="val 0"/>
              <a:gd name="gd2875" fmla="val 7341259"/>
              <a:gd name="gd2876" fmla="val 0"/>
              <a:gd name="gd2877" fmla="val 7588766"/>
              <a:gd name="gd2878" fmla="val 468437"/>
              <a:gd name="gd2879" fmla="val 7589272"/>
              <a:gd name="gd2880" fmla="val 468500"/>
              <a:gd name="gd2881" fmla="val 7589812"/>
              <a:gd name="gd2882" fmla="val 475137"/>
              <a:gd name="gd2883" fmla="val 7597276"/>
              <a:gd name="gd2884" fmla="val 566868"/>
              <a:gd name="gd2885" fmla="val 7598647"/>
              <a:gd name="gd2886" fmla="val 583715"/>
              <a:gd name="gd2887" fmla="val 7598054"/>
              <a:gd name="gd2888" fmla="val 595066"/>
              <a:gd name="gd2889" fmla="val 7597555"/>
              <a:gd name="gd2890" fmla="val 595033"/>
              <a:gd name="gd2891" fmla="val 7597529"/>
              <a:gd name="gd2892" fmla="val 595524"/>
              <a:gd name="gd2893" fmla="val 7580411"/>
              <a:gd name="gd2894" fmla="val 593911"/>
              <a:gd name="gd2895" fmla="val 7484984"/>
              <a:gd name="gd2896" fmla="val 584920"/>
              <a:gd name="gd2897" fmla="val 7468767"/>
              <a:gd name="gd2898" fmla="val 583392"/>
              <a:gd name="gd2899" fmla="val 7468651"/>
              <a:gd name="gd2900" fmla="val 582253"/>
              <a:gd name="gd2901" fmla="val 6802727"/>
              <a:gd name="gd2902" fmla="val 0"/>
              <a:gd name="gd2903" fmla="val 6184397"/>
              <a:gd name="gd2904" fmla="val 0"/>
              <a:gd name="gd2905" fmla="val 6393106"/>
              <a:gd name="gd2906" fmla="val 0"/>
              <a:gd name="gd2907" fmla="val 6070376"/>
              <a:gd name="gd2908" fmla="val 451830"/>
              <a:gd name="gd2909" fmla="val 6588914"/>
              <a:gd name="gd2910" fmla="val 0"/>
              <a:gd name="gd2911" fmla="val 6722931"/>
              <a:gd name="gd2912" fmla="val 0"/>
              <a:gd name="gd2913" fmla="val 6057005"/>
              <a:gd name="gd2914" fmla="val 582253"/>
              <a:gd name="gd2915" fmla="val 6056889"/>
              <a:gd name="gd2916" fmla="val 583392"/>
              <a:gd name="gd2917" fmla="val 6040672"/>
              <a:gd name="gd2918" fmla="val 584920"/>
              <a:gd name="gd2919" fmla="val 5945246"/>
              <a:gd name="gd2920" fmla="val 593911"/>
              <a:gd name="gd2921" fmla="val 5928127"/>
              <a:gd name="gd2922" fmla="val 595524"/>
              <a:gd name="gd2923" fmla="val 5928101"/>
              <a:gd name="gd2924" fmla="val 595033"/>
              <a:gd name="gd2925" fmla="val 5927602"/>
              <a:gd name="gd2926" fmla="val 595066"/>
              <a:gd name="gd2927" fmla="val 5927009"/>
              <a:gd name="gd2928" fmla="val 583715"/>
              <a:gd name="gd2929" fmla="val 5928380"/>
              <a:gd name="gd2930" fmla="val 566868"/>
              <a:gd name="gd2931" fmla="val 5935844"/>
              <a:gd name="gd2932" fmla="val 475137"/>
              <a:gd name="gd2933" fmla="val 5936384"/>
              <a:gd name="gd2934" fmla="val 468500"/>
              <a:gd name="gd2935" fmla="val 5936890"/>
              <a:gd name="gd2936" fmla="val 468437"/>
              <a:gd name="gd2937" fmla="val 6184397"/>
              <a:gd name="gd2938" fmla="val 0"/>
              <a:gd name="gd2939" fmla="val 5110576"/>
              <a:gd name="gd2940" fmla="val 0"/>
              <a:gd name="gd2941" fmla="val 5244592"/>
              <a:gd name="gd2942" fmla="val 0"/>
              <a:gd name="gd2943" fmla="val 5763129"/>
              <a:gd name="gd2944" fmla="val 451830"/>
              <a:gd name="gd2945" fmla="val 5440399"/>
              <a:gd name="gd2946" fmla="val 0"/>
              <a:gd name="gd2947" fmla="val 5649109"/>
              <a:gd name="gd2948" fmla="val 0"/>
              <a:gd name="gd2949" fmla="val 5896616"/>
              <a:gd name="gd2950" fmla="val 468437"/>
              <a:gd name="gd2951" fmla="val 5897121"/>
              <a:gd name="gd2952" fmla="val 468500"/>
              <a:gd name="gd2953" fmla="val 5897662"/>
              <a:gd name="gd2954" fmla="val 475137"/>
              <a:gd name="gd2955" fmla="val 5905126"/>
              <a:gd name="gd2956" fmla="val 566868"/>
              <a:gd name="gd2957" fmla="val 5906496"/>
              <a:gd name="gd2958" fmla="val 583715"/>
              <a:gd name="gd2959" fmla="val 5905903"/>
              <a:gd name="gd2960" fmla="val 595066"/>
              <a:gd name="gd2961" fmla="val 5905404"/>
              <a:gd name="gd2962" fmla="val 595033"/>
              <a:gd name="gd2963" fmla="val 5905378"/>
              <a:gd name="gd2964" fmla="val 595524"/>
              <a:gd name="gd2965" fmla="val 5888260"/>
              <a:gd name="gd2966" fmla="val 593911"/>
              <a:gd name="gd2967" fmla="val 5792833"/>
              <a:gd name="gd2968" fmla="val 584920"/>
              <a:gd name="gd2969" fmla="val 5776617"/>
              <a:gd name="gd2970" fmla="val 583392"/>
              <a:gd name="gd2971" fmla="val 5776501"/>
              <a:gd name="gd2972" fmla="val 582253"/>
              <a:gd name="gd2973" fmla="val 5110576"/>
              <a:gd name="gd2974" fmla="val 0"/>
              <a:gd name="gd2975" fmla="val 4492246"/>
              <a:gd name="gd2976" fmla="val 0"/>
              <a:gd name="gd2977" fmla="val 4700955"/>
              <a:gd name="gd2978" fmla="val 0"/>
              <a:gd name="gd2979" fmla="val 4378225"/>
              <a:gd name="gd2980" fmla="val 451830"/>
              <a:gd name="gd2981" fmla="val 4896763"/>
              <a:gd name="gd2982" fmla="val 0"/>
              <a:gd name="gd2983" fmla="val 5030779"/>
              <a:gd name="gd2984" fmla="val 0"/>
              <a:gd name="gd2985" fmla="val 4364853"/>
              <a:gd name="gd2986" fmla="val 582253"/>
              <a:gd name="gd2987" fmla="val 4364737"/>
              <a:gd name="gd2988" fmla="val 583392"/>
              <a:gd name="gd2989" fmla="val 4348521"/>
              <a:gd name="gd2990" fmla="val 584920"/>
              <a:gd name="gd2991" fmla="val 4253094"/>
              <a:gd name="gd2992" fmla="val 593911"/>
              <a:gd name="gd2993" fmla="val 4235976"/>
              <a:gd name="gd2994" fmla="val 595524"/>
              <a:gd name="gd2995" fmla="val 4235950"/>
              <a:gd name="gd2996" fmla="val 595033"/>
              <a:gd name="gd2997" fmla="val 4235451"/>
              <a:gd name="gd2998" fmla="val 595066"/>
              <a:gd name="gd2999" fmla="val 4234858"/>
              <a:gd name="gd3000" fmla="val 583715"/>
              <a:gd name="gd3001" fmla="val 4236228"/>
              <a:gd name="gd3002" fmla="val 566868"/>
              <a:gd name="gd3003" fmla="val 4243692"/>
              <a:gd name="gd3004" fmla="val 475137"/>
              <a:gd name="gd3005" fmla="val 4244233"/>
              <a:gd name="gd3006" fmla="val 468500"/>
              <a:gd name="gd3007" fmla="val 4244738"/>
              <a:gd name="gd3008" fmla="val 468437"/>
              <a:gd name="gd3009" fmla="val 4492246"/>
              <a:gd name="gd3010" fmla="val 0"/>
              <a:gd name="gd3011" fmla="val 3418424"/>
              <a:gd name="gd3012" fmla="val 0"/>
              <a:gd name="gd3013" fmla="val 3552441"/>
              <a:gd name="gd3014" fmla="val 0"/>
              <a:gd name="gd3015" fmla="val 4070978"/>
              <a:gd name="gd3016" fmla="val 451830"/>
              <a:gd name="gd3017" fmla="val 3748249"/>
              <a:gd name="gd3018" fmla="val 0"/>
              <a:gd name="gd3019" fmla="val 3956957"/>
              <a:gd name="gd3020" fmla="val 0"/>
              <a:gd name="gd3021" fmla="val 4204464"/>
              <a:gd name="gd3022" fmla="val 468437"/>
              <a:gd name="gd3023" fmla="val 4204970"/>
              <a:gd name="gd3024" fmla="val 468499"/>
              <a:gd name="gd3025" fmla="val 4205510"/>
              <a:gd name="gd3026" fmla="val 475137"/>
              <a:gd name="gd3027" fmla="val 4212974"/>
              <a:gd name="gd3028" fmla="val 566868"/>
              <a:gd name="gd3029" fmla="val 4214345"/>
              <a:gd name="gd3030" fmla="val 583715"/>
              <a:gd name="gd3031" fmla="val 4213752"/>
              <a:gd name="gd3032" fmla="val 595066"/>
              <a:gd name="gd3033" fmla="val 4213253"/>
              <a:gd name="gd3034" fmla="val 595033"/>
              <a:gd name="gd3035" fmla="val 4213227"/>
              <a:gd name="gd3036" fmla="val 595524"/>
              <a:gd name="gd3037" fmla="val 4196108"/>
              <a:gd name="gd3038" fmla="val 593911"/>
              <a:gd name="gd3039" fmla="val 4100682"/>
              <a:gd name="gd3040" fmla="val 584920"/>
              <a:gd name="gd3041" fmla="val 4084465"/>
              <a:gd name="gd3042" fmla="val 583392"/>
              <a:gd name="gd3043" fmla="val 4084349"/>
              <a:gd name="gd3044" fmla="val 582253"/>
              <a:gd name="gd3045" fmla="val 3418424"/>
              <a:gd name="gd3046" fmla="val 0"/>
              <a:gd name="gd3047" fmla="val 2800095"/>
              <a:gd name="gd3048" fmla="val 0"/>
              <a:gd name="gd3049" fmla="val 3008804"/>
              <a:gd name="gd3050" fmla="val 0"/>
              <a:gd name="gd3051" fmla="val 2686074"/>
              <a:gd name="gd3052" fmla="val 451830"/>
              <a:gd name="gd3053" fmla="val 3204612"/>
              <a:gd name="gd3054" fmla="val 0"/>
              <a:gd name="gd3055" fmla="val 3338628"/>
              <a:gd name="gd3056" fmla="val 0"/>
              <a:gd name="gd3057" fmla="val 2672703"/>
              <a:gd name="gd3058" fmla="val 582253"/>
              <a:gd name="gd3059" fmla="val 2672586"/>
              <a:gd name="gd3060" fmla="val 583392"/>
              <a:gd name="gd3061" fmla="val 2656370"/>
              <a:gd name="gd3062" fmla="val 584920"/>
              <a:gd name="gd3063" fmla="val 2560943"/>
              <a:gd name="gd3064" fmla="val 593911"/>
              <a:gd name="gd3065" fmla="val 2543825"/>
              <a:gd name="gd3066" fmla="val 595524"/>
              <a:gd name="gd3067" fmla="val 2543799"/>
              <a:gd name="gd3068" fmla="val 595033"/>
              <a:gd name="gd3069" fmla="val 2543300"/>
              <a:gd name="gd3070" fmla="val 595066"/>
              <a:gd name="gd3071" fmla="val 2542707"/>
              <a:gd name="gd3072" fmla="val 583715"/>
              <a:gd name="gd3073" fmla="val 2544077"/>
              <a:gd name="gd3074" fmla="val 566868"/>
              <a:gd name="gd3075" fmla="val 2551541"/>
              <a:gd name="gd3076" fmla="val 475137"/>
              <a:gd name="gd3077" fmla="val 2552082"/>
              <a:gd name="gd3078" fmla="val 468499"/>
              <a:gd name="gd3079" fmla="val 2552587"/>
              <a:gd name="gd3080" fmla="val 468437"/>
              <a:gd name="gd3081" fmla="val 2800095"/>
              <a:gd name="gd3082" fmla="val 0"/>
              <a:gd name="gd3083" fmla="val 1726273"/>
              <a:gd name="gd3084" fmla="val 0"/>
              <a:gd name="gd3085" fmla="val 1860290"/>
              <a:gd name="gd3086" fmla="val 0"/>
              <a:gd name="gd3087" fmla="val 2378827"/>
              <a:gd name="gd3088" fmla="val 451830"/>
              <a:gd name="gd3089" fmla="val 2056098"/>
              <a:gd name="gd3090" fmla="val 0"/>
              <a:gd name="gd3091" fmla="val 2264806"/>
              <a:gd name="gd3092" fmla="val 0"/>
              <a:gd name="gd3093" fmla="val 2512313"/>
              <a:gd name="gd3094" fmla="val 468437"/>
              <a:gd name="gd3095" fmla="val 2512819"/>
              <a:gd name="gd3096" fmla="val 468499"/>
              <a:gd name="gd3097" fmla="val 2513359"/>
              <a:gd name="gd3098" fmla="val 475137"/>
              <a:gd name="gd3099" fmla="val 2520823"/>
              <a:gd name="gd3100" fmla="val 566868"/>
              <a:gd name="gd3101" fmla="val 2522194"/>
              <a:gd name="gd3102" fmla="val 583715"/>
              <a:gd name="gd3103" fmla="val 2521601"/>
              <a:gd name="gd3104" fmla="val 595066"/>
              <a:gd name="gd3105" fmla="val 2521102"/>
              <a:gd name="gd3106" fmla="val 595033"/>
              <a:gd name="gd3107" fmla="val 2521076"/>
              <a:gd name="gd3108" fmla="val 595524"/>
              <a:gd name="gd3109" fmla="val 2503957"/>
              <a:gd name="gd3110" fmla="val 593911"/>
              <a:gd name="gd3111" fmla="val 2408531"/>
              <a:gd name="gd3112" fmla="val 584920"/>
              <a:gd name="gd3113" fmla="val 2392314"/>
              <a:gd name="gd3114" fmla="val 583392"/>
              <a:gd name="gd3115" fmla="val 2392198"/>
              <a:gd name="gd3116" fmla="val 582253"/>
              <a:gd name="gd3117" fmla="val 1726273"/>
              <a:gd name="gd3118" fmla="val 0"/>
              <a:gd name="gd3119" fmla="val 1107944"/>
              <a:gd name="gd3120" fmla="val 0"/>
              <a:gd name="gd3121" fmla="val 1316652"/>
              <a:gd name="gd3122" fmla="val 0"/>
              <a:gd name="gd3123" fmla="val 993923"/>
              <a:gd name="gd3124" fmla="val 451830"/>
              <a:gd name="gd3125" fmla="val 1512461"/>
              <a:gd name="gd3126" fmla="val 0"/>
              <a:gd name="gd3127" fmla="val 1646477"/>
              <a:gd name="gd3128" fmla="val 0"/>
              <a:gd name="gd3129" fmla="val 980552"/>
              <a:gd name="gd3130" fmla="val 582253"/>
              <a:gd name="gd3131" fmla="val 980435"/>
              <a:gd name="gd3132" fmla="val 583392"/>
              <a:gd name="gd3133" fmla="val 964219"/>
              <a:gd name="gd3134" fmla="val 584920"/>
              <a:gd name="gd3135" fmla="val 868792"/>
              <a:gd name="gd3136" fmla="val 593911"/>
              <a:gd name="gd3137" fmla="val 851674"/>
              <a:gd name="gd3138" fmla="val 595524"/>
              <a:gd name="gd3139" fmla="val 851648"/>
              <a:gd name="gd3140" fmla="val 595033"/>
              <a:gd name="gd3141" fmla="val 851149"/>
              <a:gd name="gd3142" fmla="val 595066"/>
              <a:gd name="gd3143" fmla="val 850556"/>
              <a:gd name="gd3144" fmla="val 583715"/>
              <a:gd name="gd3145" fmla="val 851926"/>
              <a:gd name="gd3146" fmla="val 566868"/>
              <a:gd name="gd3147" fmla="val 859390"/>
              <a:gd name="gd3148" fmla="val 475137"/>
              <a:gd name="gd3149" fmla="val 859931"/>
              <a:gd name="gd3150" fmla="val 468499"/>
              <a:gd name="gd3151" fmla="val 860436"/>
              <a:gd name="gd3152" fmla="val 468437"/>
              <a:gd name="gd3153" fmla="val 1107944"/>
              <a:gd name="gd3154" fmla="val 0"/>
              <a:gd name="gd3155" fmla="val 34122"/>
              <a:gd name="gd3156" fmla="val 0"/>
              <a:gd name="gd3157" fmla="val 168138"/>
              <a:gd name="gd3158" fmla="val 0"/>
              <a:gd name="gd3159" fmla="val 686676"/>
              <a:gd name="gd3160" fmla="val 451830"/>
              <a:gd name="gd3161" fmla="val 363946"/>
              <a:gd name="gd3162" fmla="val 0"/>
              <a:gd name="gd3163" fmla="val 572655"/>
              <a:gd name="gd3164" fmla="val 0"/>
              <a:gd name="gd3165" fmla="val 820162"/>
              <a:gd name="gd3166" fmla="val 468437"/>
              <a:gd name="gd3167" fmla="val 820668"/>
              <a:gd name="gd3168" fmla="val 468500"/>
              <a:gd name="gd3169" fmla="val 821208"/>
              <a:gd name="gd3170" fmla="val 475137"/>
              <a:gd name="gd3171" fmla="val 828672"/>
              <a:gd name="gd3172" fmla="val 566868"/>
              <a:gd name="gd3173" fmla="val 830043"/>
              <a:gd name="gd3174" fmla="val 583715"/>
              <a:gd name="gd3175" fmla="val 829450"/>
              <a:gd name="gd3176" fmla="val 595066"/>
              <a:gd name="gd3177" fmla="val 828951"/>
              <a:gd name="gd3178" fmla="val 595033"/>
              <a:gd name="gd3179" fmla="val 828925"/>
              <a:gd name="gd3180" fmla="val 595524"/>
              <a:gd name="gd3181" fmla="val 811806"/>
              <a:gd name="gd3182" fmla="val 593911"/>
              <a:gd name="gd3183" fmla="val 716380"/>
              <a:gd name="gd3184" fmla="val 584920"/>
              <a:gd name="gd3185" fmla="val 700163"/>
              <a:gd name="gd3186" fmla="val 583392"/>
              <a:gd name="gd3187" fmla="val 700047"/>
              <a:gd name="gd3188" fmla="val 582253"/>
              <a:gd name="gd3189" fmla="val 34122"/>
              <a:gd name="gd3190" fmla="val 0"/>
            </a:gdLst>
            <a:ahLst/>
            <a:cxnLst/>
            <a:rect l="0" t="0" r="r" b="b"/>
            <a:pathLst>
              <a:path w="9139239" h="4572001" fill="norm" stroke="1" extrusionOk="0">
                <a:moveTo>
                  <a:pt x="gd1" y="gd2"/>
                </a:moveTo>
                <a:lnTo>
                  <a:pt x="gd3" y="gd4"/>
                </a:lnTo>
                <a:lnTo>
                  <a:pt x="gd5" y="gd6"/>
                </a:lnTo>
                <a:lnTo>
                  <a:pt x="gd7" y="gd8"/>
                </a:lnTo>
                <a:cubicBezTo>
                  <a:pt x="8974940" y="4496648"/>
                  <a:pt x="9059271" y="4392377"/>
                  <a:pt x="9109281" y="4270954"/>
                </a:cubicBezTo>
                <a:lnTo>
                  <a:pt x="gd11" y="gd12"/>
                </a:lnTo>
                <a:close/>
                <a:moveTo>
                  <a:pt x="gd13" y="gd14"/>
                </a:moveTo>
                <a:lnTo>
                  <a:pt x="gd15" y="gd16"/>
                </a:lnTo>
                <a:lnTo>
                  <a:pt x="gd17" y="gd18"/>
                </a:lnTo>
                <a:cubicBezTo>
                  <a:pt x="8867508" y="4236060"/>
                  <a:pt x="8712637" y="4384208"/>
                  <a:pt x="8639677" y="4572001"/>
                </a:cubicBezTo>
                <a:lnTo>
                  <a:pt x="gd21" y="gd22"/>
                </a:lnTo>
                <a:cubicBezTo>
                  <a:pt x="8583823" y="4319597"/>
                  <a:pt x="8787913" y="4120306"/>
                  <a:pt x="9046727" y="4039822"/>
                </a:cubicBezTo>
                <a:lnTo>
                  <a:pt x="gd25" y="gd26"/>
                </a:lnTo>
                <a:close/>
                <a:moveTo>
                  <a:pt x="gd27" y="gd28"/>
                </a:moveTo>
                <a:lnTo>
                  <a:pt x="gd29" y="gd30"/>
                </a:lnTo>
                <a:cubicBezTo>
                  <a:pt x="7669753" y="4001569"/>
                  <a:pt x="7701646" y="4004550"/>
                  <a:pt x="7732829" y="4010107"/>
                </a:cubicBezTo>
                <a:cubicBezTo>
                  <a:pt x="7738405" y="4009688"/>
                  <a:pt x="7743733" y="4010636"/>
                  <a:pt x="7749042" y="4011646"/>
                </a:cubicBezTo>
                <a:lnTo>
                  <a:pt x="gd35" y="gd36"/>
                </a:lnTo>
                <a:cubicBezTo>
                  <a:pt x="8061238" y="4064450"/>
                  <a:pt x="8314467" y="4283539"/>
                  <a:pt x="8407830" y="4572001"/>
                </a:cubicBezTo>
                <a:lnTo>
                  <a:pt x="gd39" y="gd40"/>
                </a:lnTo>
                <a:cubicBezTo>
                  <a:pt x="8186900" y="4357380"/>
                  <a:pt x="7996531" y="4194541"/>
                  <a:pt x="7762529" y="4144250"/>
                </a:cubicBezTo>
                <a:cubicBezTo>
                  <a:pt x="7797023" y="4319651"/>
                  <a:pt x="7899246" y="4471530"/>
                  <a:pt x="8042344" y="4572001"/>
                </a:cubicBezTo>
                <a:lnTo>
                  <a:pt x="gd45" y="gd46"/>
                </a:lnTo>
                <a:cubicBezTo>
                  <a:pt x="7731971" y="4452596"/>
                  <a:pt x="7653409" y="4298519"/>
                  <a:pt x="7629044" y="4127511"/>
                </a:cubicBezTo>
                <a:cubicBezTo>
                  <a:pt x="7628876" y="4127458"/>
                  <a:pt x="7628708" y="4127453"/>
                  <a:pt x="7628538" y="4127448"/>
                </a:cubicBezTo>
                <a:lnTo>
                  <a:pt x="gd51" y="gd52"/>
                </a:lnTo>
                <a:cubicBezTo>
                  <a:pt x="7622941" y="4090522"/>
                  <a:pt x="7620490" y="4059631"/>
                  <a:pt x="7620533" y="4028296"/>
                </a:cubicBezTo>
                <a:cubicBezTo>
                  <a:pt x="7619221" y="4022668"/>
                  <a:pt x="7619162" y="4017001"/>
                  <a:pt x="7619162" y="4011320"/>
                </a:cubicBezTo>
                <a:lnTo>
                  <a:pt x="gd57" y="gd58"/>
                </a:lnTo>
                <a:lnTo>
                  <a:pt x="gd59" y="gd60"/>
                </a:lnTo>
                <a:lnTo>
                  <a:pt x="gd61" y="gd62"/>
                </a:lnTo>
                <a:close/>
                <a:moveTo>
                  <a:pt x="gd63" y="gd64"/>
                </a:moveTo>
                <a:lnTo>
                  <a:pt x="gd65" y="gd66"/>
                </a:lnTo>
                <a:lnTo>
                  <a:pt x="gd67" y="gd68"/>
                </a:lnTo>
                <a:lnTo>
                  <a:pt x="gd69" y="gd70"/>
                </a:lnTo>
                <a:cubicBezTo>
                  <a:pt x="7598647" y="4017001"/>
                  <a:pt x="7598588" y="4022668"/>
                  <a:pt x="7597276" y="4028296"/>
                </a:cubicBezTo>
                <a:cubicBezTo>
                  <a:pt x="7597319" y="4059631"/>
                  <a:pt x="7594868" y="4090522"/>
                  <a:pt x="7589809" y="4120772"/>
                </a:cubicBezTo>
                <a:lnTo>
                  <a:pt x="gd75" y="gd76"/>
                </a:lnTo>
                <a:cubicBezTo>
                  <a:pt x="7589101" y="4127453"/>
                  <a:pt x="7588933" y="4127458"/>
                  <a:pt x="7588765" y="4127511"/>
                </a:cubicBezTo>
                <a:cubicBezTo>
                  <a:pt x="7564400" y="4298519"/>
                  <a:pt x="7485838" y="4452596"/>
                  <a:pt x="7369706" y="4572001"/>
                </a:cubicBezTo>
                <a:lnTo>
                  <a:pt x="gd81" y="gd82"/>
                </a:lnTo>
                <a:cubicBezTo>
                  <a:pt x="7318563" y="4471530"/>
                  <a:pt x="7420786" y="4319651"/>
                  <a:pt x="7455280" y="4144250"/>
                </a:cubicBezTo>
                <a:cubicBezTo>
                  <a:pt x="7221278" y="4194541"/>
                  <a:pt x="7030909" y="4357380"/>
                  <a:pt x="6947526" y="4572001"/>
                </a:cubicBezTo>
                <a:lnTo>
                  <a:pt x="gd87" y="gd88"/>
                </a:lnTo>
                <a:cubicBezTo>
                  <a:pt x="6903341" y="4283539"/>
                  <a:pt x="7156571" y="4064450"/>
                  <a:pt x="7468650" y="4012794"/>
                </a:cubicBezTo>
                <a:lnTo>
                  <a:pt x="gd91" y="gd92"/>
                </a:lnTo>
                <a:cubicBezTo>
                  <a:pt x="7474076" y="4010636"/>
                  <a:pt x="7479404" y="4009688"/>
                  <a:pt x="7484980" y="4010107"/>
                </a:cubicBezTo>
                <a:cubicBezTo>
                  <a:pt x="7516163" y="4004550"/>
                  <a:pt x="7548056" y="4001569"/>
                  <a:pt x="7580442" y="4001042"/>
                </a:cubicBezTo>
                <a:lnTo>
                  <a:pt x="gd97" y="gd98"/>
                </a:lnTo>
                <a:close/>
                <a:moveTo>
                  <a:pt x="gd99" y="gd100"/>
                </a:moveTo>
                <a:lnTo>
                  <a:pt x="gd101" y="gd102"/>
                </a:lnTo>
                <a:cubicBezTo>
                  <a:pt x="5977602" y="4001569"/>
                  <a:pt x="6009495" y="4004550"/>
                  <a:pt x="6040678" y="4010107"/>
                </a:cubicBezTo>
                <a:cubicBezTo>
                  <a:pt x="6046254" y="4009688"/>
                  <a:pt x="6051582" y="4010636"/>
                  <a:pt x="6056891" y="4011646"/>
                </a:cubicBezTo>
                <a:lnTo>
                  <a:pt x="gd107" y="gd108"/>
                </a:lnTo>
                <a:cubicBezTo>
                  <a:pt x="6369087" y="4064450"/>
                  <a:pt x="6622316" y="4283539"/>
                  <a:pt x="6715680" y="4572001"/>
                </a:cubicBezTo>
                <a:lnTo>
                  <a:pt x="gd111" y="gd112"/>
                </a:lnTo>
                <a:cubicBezTo>
                  <a:pt x="6494748" y="4357380"/>
                  <a:pt x="6304380" y="4194541"/>
                  <a:pt x="6070378" y="4144250"/>
                </a:cubicBezTo>
                <a:cubicBezTo>
                  <a:pt x="6104872" y="4319650"/>
                  <a:pt x="6207095" y="4471530"/>
                  <a:pt x="6350192" y="4572001"/>
                </a:cubicBezTo>
                <a:lnTo>
                  <a:pt x="gd117" y="gd118"/>
                </a:lnTo>
                <a:cubicBezTo>
                  <a:pt x="6039820" y="4452596"/>
                  <a:pt x="5961257" y="4298519"/>
                  <a:pt x="5936893" y="4127511"/>
                </a:cubicBezTo>
                <a:cubicBezTo>
                  <a:pt x="5936725" y="4127458"/>
                  <a:pt x="5936557" y="4127453"/>
                  <a:pt x="5936387" y="4127448"/>
                </a:cubicBezTo>
                <a:lnTo>
                  <a:pt x="gd123" y="gd124"/>
                </a:lnTo>
                <a:cubicBezTo>
                  <a:pt x="5930790" y="4090522"/>
                  <a:pt x="5928340" y="4059631"/>
                  <a:pt x="5928382" y="4028296"/>
                </a:cubicBezTo>
                <a:cubicBezTo>
                  <a:pt x="5927070" y="4022668"/>
                  <a:pt x="5927011" y="4017001"/>
                  <a:pt x="5927011" y="4011320"/>
                </a:cubicBezTo>
                <a:lnTo>
                  <a:pt x="gd129" y="gd130"/>
                </a:lnTo>
                <a:lnTo>
                  <a:pt x="gd131" y="gd132"/>
                </a:lnTo>
                <a:lnTo>
                  <a:pt x="gd133" y="gd134"/>
                </a:lnTo>
                <a:close/>
                <a:moveTo>
                  <a:pt x="gd135" y="gd136"/>
                </a:moveTo>
                <a:lnTo>
                  <a:pt x="gd137" y="gd138"/>
                </a:lnTo>
                <a:lnTo>
                  <a:pt x="gd139" y="gd140"/>
                </a:lnTo>
                <a:lnTo>
                  <a:pt x="gd141" y="gd142"/>
                </a:lnTo>
                <a:cubicBezTo>
                  <a:pt x="5906496" y="4017001"/>
                  <a:pt x="5906437" y="4022668"/>
                  <a:pt x="5905125" y="4028296"/>
                </a:cubicBezTo>
                <a:cubicBezTo>
                  <a:pt x="5905167" y="4059631"/>
                  <a:pt x="5902717" y="4090522"/>
                  <a:pt x="5897658" y="4120772"/>
                </a:cubicBezTo>
                <a:lnTo>
                  <a:pt x="gd147" y="gd148"/>
                </a:lnTo>
                <a:cubicBezTo>
                  <a:pt x="5896950" y="4127453"/>
                  <a:pt x="5896782" y="4127458"/>
                  <a:pt x="5896614" y="4127511"/>
                </a:cubicBezTo>
                <a:cubicBezTo>
                  <a:pt x="5872249" y="4298519"/>
                  <a:pt x="5793686" y="4452596"/>
                  <a:pt x="5677555" y="4572001"/>
                </a:cubicBezTo>
                <a:lnTo>
                  <a:pt x="gd153" y="gd154"/>
                </a:lnTo>
                <a:cubicBezTo>
                  <a:pt x="5626412" y="4471530"/>
                  <a:pt x="5728635" y="4319650"/>
                  <a:pt x="5763129" y="4144250"/>
                </a:cubicBezTo>
                <a:cubicBezTo>
                  <a:pt x="5529126" y="4194541"/>
                  <a:pt x="5338758" y="4357380"/>
                  <a:pt x="5255375" y="4572001"/>
                </a:cubicBezTo>
                <a:lnTo>
                  <a:pt x="gd159" y="gd160"/>
                </a:lnTo>
                <a:cubicBezTo>
                  <a:pt x="5211190" y="4283539"/>
                  <a:pt x="5464420" y="4064450"/>
                  <a:pt x="5776499" y="4012794"/>
                </a:cubicBezTo>
                <a:lnTo>
                  <a:pt x="gd163" y="gd164"/>
                </a:lnTo>
                <a:cubicBezTo>
                  <a:pt x="5781926" y="4010636"/>
                  <a:pt x="5787253" y="4009688"/>
                  <a:pt x="5792829" y="4010107"/>
                </a:cubicBezTo>
                <a:cubicBezTo>
                  <a:pt x="5824012" y="4004550"/>
                  <a:pt x="5855905" y="4001569"/>
                  <a:pt x="5888290" y="4001042"/>
                </a:cubicBezTo>
                <a:lnTo>
                  <a:pt x="gd169" y="gd170"/>
                </a:lnTo>
                <a:close/>
                <a:moveTo>
                  <a:pt x="gd171" y="gd172"/>
                </a:moveTo>
                <a:lnTo>
                  <a:pt x="gd173" y="gd174"/>
                </a:lnTo>
                <a:cubicBezTo>
                  <a:pt x="4285451" y="4001569"/>
                  <a:pt x="4317343" y="4004550"/>
                  <a:pt x="4348528" y="4010107"/>
                </a:cubicBezTo>
                <a:cubicBezTo>
                  <a:pt x="4354104" y="4009688"/>
                  <a:pt x="4359431" y="4010636"/>
                  <a:pt x="4364739" y="4011646"/>
                </a:cubicBezTo>
                <a:lnTo>
                  <a:pt x="gd179" y="gd180"/>
                </a:lnTo>
                <a:cubicBezTo>
                  <a:pt x="4676936" y="4064450"/>
                  <a:pt x="4930165" y="4283539"/>
                  <a:pt x="5023528" y="4572001"/>
                </a:cubicBezTo>
                <a:lnTo>
                  <a:pt x="gd183" y="gd184"/>
                </a:lnTo>
                <a:cubicBezTo>
                  <a:pt x="4802597" y="4357380"/>
                  <a:pt x="4612229" y="4194541"/>
                  <a:pt x="4378227" y="4144250"/>
                </a:cubicBezTo>
                <a:cubicBezTo>
                  <a:pt x="4412722" y="4319651"/>
                  <a:pt x="4514944" y="4471530"/>
                  <a:pt x="4658041" y="4572001"/>
                </a:cubicBezTo>
                <a:lnTo>
                  <a:pt x="gd189" y="gd190"/>
                </a:lnTo>
                <a:cubicBezTo>
                  <a:pt x="4347669" y="4452596"/>
                  <a:pt x="4269106" y="4298519"/>
                  <a:pt x="4244741" y="4127511"/>
                </a:cubicBezTo>
                <a:cubicBezTo>
                  <a:pt x="4244574" y="4127458"/>
                  <a:pt x="4244405" y="4127453"/>
                  <a:pt x="4244236" y="4127448"/>
                </a:cubicBezTo>
                <a:lnTo>
                  <a:pt x="gd195" y="gd196"/>
                </a:lnTo>
                <a:cubicBezTo>
                  <a:pt x="4238639" y="4090522"/>
                  <a:pt x="4236188" y="4059631"/>
                  <a:pt x="4236230" y="4028296"/>
                </a:cubicBezTo>
                <a:cubicBezTo>
                  <a:pt x="4234918" y="4022668"/>
                  <a:pt x="4234860" y="4017001"/>
                  <a:pt x="4234860" y="4011320"/>
                </a:cubicBezTo>
                <a:lnTo>
                  <a:pt x="gd201" y="gd202"/>
                </a:lnTo>
                <a:lnTo>
                  <a:pt x="gd203" y="gd204"/>
                </a:lnTo>
                <a:lnTo>
                  <a:pt x="gd205" y="gd206"/>
                </a:lnTo>
                <a:close/>
                <a:moveTo>
                  <a:pt x="gd207" y="gd208"/>
                </a:moveTo>
                <a:lnTo>
                  <a:pt x="gd209" y="gd210"/>
                </a:lnTo>
                <a:lnTo>
                  <a:pt x="gd211" y="gd212"/>
                </a:lnTo>
                <a:lnTo>
                  <a:pt x="gd213" y="gd214"/>
                </a:lnTo>
                <a:cubicBezTo>
                  <a:pt x="4214345" y="4017001"/>
                  <a:pt x="4214286" y="4022668"/>
                  <a:pt x="4212974" y="4028296"/>
                </a:cubicBezTo>
                <a:cubicBezTo>
                  <a:pt x="4213016" y="4059631"/>
                  <a:pt x="4210566" y="4090522"/>
                  <a:pt x="4205507" y="4120772"/>
                </a:cubicBezTo>
                <a:lnTo>
                  <a:pt x="gd219" y="gd220"/>
                </a:lnTo>
                <a:cubicBezTo>
                  <a:pt x="4204799" y="4127453"/>
                  <a:pt x="4204631" y="4127458"/>
                  <a:pt x="4204463" y="4127511"/>
                </a:cubicBezTo>
                <a:cubicBezTo>
                  <a:pt x="4180098" y="4298519"/>
                  <a:pt x="4101535" y="4452596"/>
                  <a:pt x="3985404" y="4572001"/>
                </a:cubicBezTo>
                <a:lnTo>
                  <a:pt x="gd225" y="gd226"/>
                </a:lnTo>
                <a:cubicBezTo>
                  <a:pt x="3934261" y="4471530"/>
                  <a:pt x="4036484" y="4319651"/>
                  <a:pt x="4070978" y="4144250"/>
                </a:cubicBezTo>
                <a:cubicBezTo>
                  <a:pt x="3836975" y="4194541"/>
                  <a:pt x="3646607" y="4357380"/>
                  <a:pt x="3563224" y="4572001"/>
                </a:cubicBezTo>
                <a:lnTo>
                  <a:pt x="gd231" y="gd232"/>
                </a:lnTo>
                <a:cubicBezTo>
                  <a:pt x="3519039" y="4283539"/>
                  <a:pt x="3772269" y="4064450"/>
                  <a:pt x="4084348" y="4012794"/>
                </a:cubicBezTo>
                <a:lnTo>
                  <a:pt x="gd235" y="gd236"/>
                </a:lnTo>
                <a:cubicBezTo>
                  <a:pt x="4089774" y="4010636"/>
                  <a:pt x="4095102" y="4009688"/>
                  <a:pt x="4100678" y="4010107"/>
                </a:cubicBezTo>
                <a:cubicBezTo>
                  <a:pt x="4131861" y="4004550"/>
                  <a:pt x="4163754" y="4001569"/>
                  <a:pt x="4196139" y="4001042"/>
                </a:cubicBezTo>
                <a:lnTo>
                  <a:pt x="gd241" y="gd242"/>
                </a:lnTo>
                <a:close/>
                <a:moveTo>
                  <a:pt x="gd243" y="gd244"/>
                </a:moveTo>
                <a:lnTo>
                  <a:pt x="gd245" y="gd246"/>
                </a:lnTo>
                <a:cubicBezTo>
                  <a:pt x="2593300" y="4001569"/>
                  <a:pt x="2625192" y="4004550"/>
                  <a:pt x="2656376" y="4010107"/>
                </a:cubicBezTo>
                <a:cubicBezTo>
                  <a:pt x="2661952" y="4009688"/>
                  <a:pt x="2667280" y="4010636"/>
                  <a:pt x="2672588" y="4011646"/>
                </a:cubicBezTo>
                <a:lnTo>
                  <a:pt x="gd251" y="gd252"/>
                </a:lnTo>
                <a:cubicBezTo>
                  <a:pt x="2984785" y="4064450"/>
                  <a:pt x="3238014" y="4283539"/>
                  <a:pt x="3331377" y="4572001"/>
                </a:cubicBezTo>
                <a:lnTo>
                  <a:pt x="gd255" y="gd256"/>
                </a:lnTo>
                <a:cubicBezTo>
                  <a:pt x="3110446" y="4357380"/>
                  <a:pt x="2920078" y="4194541"/>
                  <a:pt x="2686076" y="4144250"/>
                </a:cubicBezTo>
                <a:cubicBezTo>
                  <a:pt x="2720570" y="4319650"/>
                  <a:pt x="2822793" y="4471530"/>
                  <a:pt x="2965890" y="4572001"/>
                </a:cubicBezTo>
                <a:lnTo>
                  <a:pt x="gd261" y="gd262"/>
                </a:lnTo>
                <a:cubicBezTo>
                  <a:pt x="2655518" y="4452596"/>
                  <a:pt x="2576955" y="4298519"/>
                  <a:pt x="2552590" y="4127511"/>
                </a:cubicBezTo>
                <a:cubicBezTo>
                  <a:pt x="2552423" y="4127458"/>
                  <a:pt x="2552254" y="4127453"/>
                  <a:pt x="2552085" y="4127448"/>
                </a:cubicBezTo>
                <a:lnTo>
                  <a:pt x="gd267" y="gd268"/>
                </a:lnTo>
                <a:cubicBezTo>
                  <a:pt x="2546488" y="4090522"/>
                  <a:pt x="2544037" y="4059631"/>
                  <a:pt x="2544079" y="4028296"/>
                </a:cubicBezTo>
                <a:cubicBezTo>
                  <a:pt x="2542767" y="4022668"/>
                  <a:pt x="2542709" y="4017001"/>
                  <a:pt x="2542709" y="4011320"/>
                </a:cubicBezTo>
                <a:lnTo>
                  <a:pt x="gd273" y="gd274"/>
                </a:lnTo>
                <a:lnTo>
                  <a:pt x="gd275" y="gd276"/>
                </a:lnTo>
                <a:lnTo>
                  <a:pt x="gd277" y="gd278"/>
                </a:lnTo>
                <a:close/>
                <a:moveTo>
                  <a:pt x="gd279" y="gd280"/>
                </a:moveTo>
                <a:lnTo>
                  <a:pt x="gd281" y="gd282"/>
                </a:lnTo>
                <a:lnTo>
                  <a:pt x="gd283" y="gd284"/>
                </a:lnTo>
                <a:lnTo>
                  <a:pt x="gd285" y="gd286"/>
                </a:lnTo>
                <a:cubicBezTo>
                  <a:pt x="2522194" y="4017001"/>
                  <a:pt x="2522135" y="4022668"/>
                  <a:pt x="2520823" y="4028296"/>
                </a:cubicBezTo>
                <a:cubicBezTo>
                  <a:pt x="2520865" y="4059631"/>
                  <a:pt x="2518415" y="4090522"/>
                  <a:pt x="2513356" y="4120772"/>
                </a:cubicBezTo>
                <a:lnTo>
                  <a:pt x="gd291" y="gd292"/>
                </a:lnTo>
                <a:cubicBezTo>
                  <a:pt x="2512648" y="4127453"/>
                  <a:pt x="2512480" y="4127458"/>
                  <a:pt x="2512312" y="4127511"/>
                </a:cubicBezTo>
                <a:cubicBezTo>
                  <a:pt x="2487947" y="4298519"/>
                  <a:pt x="2409385" y="4452596"/>
                  <a:pt x="2293253" y="4572001"/>
                </a:cubicBezTo>
                <a:lnTo>
                  <a:pt x="gd297" y="gd298"/>
                </a:lnTo>
                <a:cubicBezTo>
                  <a:pt x="2242110" y="4471530"/>
                  <a:pt x="2344333" y="4319651"/>
                  <a:pt x="2378827" y="4144250"/>
                </a:cubicBezTo>
                <a:cubicBezTo>
                  <a:pt x="2144825" y="4194541"/>
                  <a:pt x="1954456" y="4357380"/>
                  <a:pt x="1871073" y="4572001"/>
                </a:cubicBezTo>
                <a:lnTo>
                  <a:pt x="gd303" y="gd304"/>
                </a:lnTo>
                <a:cubicBezTo>
                  <a:pt x="1826888" y="4283539"/>
                  <a:pt x="2080118" y="4064450"/>
                  <a:pt x="2392197" y="4012794"/>
                </a:cubicBezTo>
                <a:lnTo>
                  <a:pt x="gd307" y="gd308"/>
                </a:lnTo>
                <a:cubicBezTo>
                  <a:pt x="2397623" y="4010636"/>
                  <a:pt x="2402951" y="4009688"/>
                  <a:pt x="2408527" y="4010107"/>
                </a:cubicBezTo>
                <a:cubicBezTo>
                  <a:pt x="2439710" y="4004550"/>
                  <a:pt x="2471603" y="4001569"/>
                  <a:pt x="2503988" y="4001042"/>
                </a:cubicBezTo>
                <a:lnTo>
                  <a:pt x="gd313" y="gd314"/>
                </a:lnTo>
                <a:close/>
                <a:moveTo>
                  <a:pt x="gd315" y="gd316"/>
                </a:moveTo>
                <a:lnTo>
                  <a:pt x="gd317" y="gd318"/>
                </a:lnTo>
                <a:cubicBezTo>
                  <a:pt x="901149" y="4001569"/>
                  <a:pt x="933041" y="4004550"/>
                  <a:pt x="964225" y="4010107"/>
                </a:cubicBezTo>
                <a:cubicBezTo>
                  <a:pt x="969801" y="4009688"/>
                  <a:pt x="975129" y="4010636"/>
                  <a:pt x="980437" y="4011646"/>
                </a:cubicBezTo>
                <a:lnTo>
                  <a:pt x="gd323" y="gd324"/>
                </a:lnTo>
                <a:cubicBezTo>
                  <a:pt x="1292634" y="4064450"/>
                  <a:pt x="1545864" y="4283539"/>
                  <a:pt x="1639226" y="4572001"/>
                </a:cubicBezTo>
                <a:lnTo>
                  <a:pt x="gd327" y="gd328"/>
                </a:lnTo>
                <a:cubicBezTo>
                  <a:pt x="1418296" y="4357380"/>
                  <a:pt x="1227927" y="4194541"/>
                  <a:pt x="993925" y="4144250"/>
                </a:cubicBezTo>
                <a:cubicBezTo>
                  <a:pt x="1028419" y="4319651"/>
                  <a:pt x="1130642" y="4471530"/>
                  <a:pt x="1273740" y="4572001"/>
                </a:cubicBezTo>
                <a:lnTo>
                  <a:pt x="gd333" y="gd334"/>
                </a:lnTo>
                <a:cubicBezTo>
                  <a:pt x="963367" y="4452596"/>
                  <a:pt x="884804" y="4298519"/>
                  <a:pt x="860439" y="4127511"/>
                </a:cubicBezTo>
                <a:cubicBezTo>
                  <a:pt x="860272" y="4127458"/>
                  <a:pt x="860103" y="4127453"/>
                  <a:pt x="859934" y="4127448"/>
                </a:cubicBezTo>
                <a:lnTo>
                  <a:pt x="gd339" y="gd340"/>
                </a:lnTo>
                <a:cubicBezTo>
                  <a:pt x="854337" y="4090522"/>
                  <a:pt x="851886" y="4059631"/>
                  <a:pt x="851928" y="4028296"/>
                </a:cubicBezTo>
                <a:cubicBezTo>
                  <a:pt x="850616" y="4022668"/>
                  <a:pt x="850558" y="4017001"/>
                  <a:pt x="850558" y="4011320"/>
                </a:cubicBezTo>
                <a:lnTo>
                  <a:pt x="gd345" y="gd346"/>
                </a:lnTo>
                <a:lnTo>
                  <a:pt x="gd347" y="gd348"/>
                </a:lnTo>
                <a:lnTo>
                  <a:pt x="gd349" y="gd350"/>
                </a:lnTo>
                <a:close/>
                <a:moveTo>
                  <a:pt x="gd351" y="gd352"/>
                </a:moveTo>
                <a:lnTo>
                  <a:pt x="gd353" y="gd354"/>
                </a:lnTo>
                <a:lnTo>
                  <a:pt x="gd355" y="gd356"/>
                </a:lnTo>
                <a:lnTo>
                  <a:pt x="gd357" y="gd358"/>
                </a:lnTo>
                <a:cubicBezTo>
                  <a:pt x="830043" y="4017001"/>
                  <a:pt x="829984" y="4022668"/>
                  <a:pt x="828672" y="4028296"/>
                </a:cubicBezTo>
                <a:cubicBezTo>
                  <a:pt x="828714" y="4059631"/>
                  <a:pt x="826264" y="4090522"/>
                  <a:pt x="821205" y="4120772"/>
                </a:cubicBezTo>
                <a:lnTo>
                  <a:pt x="gd363" y="gd364"/>
                </a:lnTo>
                <a:cubicBezTo>
                  <a:pt x="820497" y="4127453"/>
                  <a:pt x="820329" y="4127458"/>
                  <a:pt x="820161" y="4127511"/>
                </a:cubicBezTo>
                <a:cubicBezTo>
                  <a:pt x="795796" y="4298519"/>
                  <a:pt x="717234" y="4452596"/>
                  <a:pt x="601102" y="4572001"/>
                </a:cubicBezTo>
                <a:lnTo>
                  <a:pt x="gd369" y="gd370"/>
                </a:lnTo>
                <a:cubicBezTo>
                  <a:pt x="549959" y="4471530"/>
                  <a:pt x="652182" y="4319650"/>
                  <a:pt x="686676" y="4144250"/>
                </a:cubicBezTo>
                <a:cubicBezTo>
                  <a:pt x="452674" y="4194541"/>
                  <a:pt x="262305" y="4357380"/>
                  <a:pt x="178922" y="4572001"/>
                </a:cubicBezTo>
                <a:lnTo>
                  <a:pt x="gd375" y="gd376"/>
                </a:lnTo>
                <a:cubicBezTo>
                  <a:pt x="134738" y="4283539"/>
                  <a:pt x="387967" y="4064450"/>
                  <a:pt x="700046" y="4012794"/>
                </a:cubicBezTo>
                <a:lnTo>
                  <a:pt x="gd379" y="gd380"/>
                </a:lnTo>
                <a:cubicBezTo>
                  <a:pt x="705472" y="4010636"/>
                  <a:pt x="710800" y="4009688"/>
                  <a:pt x="716376" y="4010107"/>
                </a:cubicBezTo>
                <a:cubicBezTo>
                  <a:pt x="747559" y="4004550"/>
                  <a:pt x="779452" y="4001569"/>
                  <a:pt x="811837" y="4001042"/>
                </a:cubicBezTo>
                <a:lnTo>
                  <a:pt x="gd385" y="gd386"/>
                </a:lnTo>
                <a:close/>
                <a:moveTo>
                  <a:pt x="gd387" y="gd388"/>
                </a:moveTo>
                <a:cubicBezTo>
                  <a:pt x="8030646" y="3363591"/>
                  <a:pt x="7815802" y="3576701"/>
                  <a:pt x="7762527" y="3845480"/>
                </a:cubicBezTo>
                <a:cubicBezTo>
                  <a:pt x="8037717" y="3786801"/>
                  <a:pt x="8252560" y="3573691"/>
                  <a:pt x="8305836" y="3304913"/>
                </a:cubicBezTo>
                <a:close/>
                <a:moveTo>
                  <a:pt x="gd393" y="gd394"/>
                </a:moveTo>
                <a:cubicBezTo>
                  <a:pt x="6965247" y="3573691"/>
                  <a:pt x="7180090" y="3786801"/>
                  <a:pt x="7455280" y="3845480"/>
                </a:cubicBezTo>
                <a:cubicBezTo>
                  <a:pt x="7402005" y="3576701"/>
                  <a:pt x="7187161" y="3363591"/>
                  <a:pt x="6911971" y="3304913"/>
                </a:cubicBezTo>
                <a:close/>
                <a:moveTo>
                  <a:pt x="gd399" y="gd400"/>
                </a:moveTo>
                <a:cubicBezTo>
                  <a:pt x="6338495" y="3363591"/>
                  <a:pt x="6123651" y="3576701"/>
                  <a:pt x="6070376" y="3845480"/>
                </a:cubicBezTo>
                <a:cubicBezTo>
                  <a:pt x="6345566" y="3786801"/>
                  <a:pt x="6560409" y="3573691"/>
                  <a:pt x="6613685" y="3304913"/>
                </a:cubicBezTo>
                <a:close/>
                <a:moveTo>
                  <a:pt x="gd405" y="gd406"/>
                </a:moveTo>
                <a:cubicBezTo>
                  <a:pt x="5273096" y="3573691"/>
                  <a:pt x="5487939" y="3786801"/>
                  <a:pt x="5763129" y="3845480"/>
                </a:cubicBezTo>
                <a:cubicBezTo>
                  <a:pt x="5709854" y="3576701"/>
                  <a:pt x="5495010" y="3363591"/>
                  <a:pt x="5219820" y="3304913"/>
                </a:cubicBezTo>
                <a:close/>
                <a:moveTo>
                  <a:pt x="gd411" y="gd412"/>
                </a:moveTo>
                <a:cubicBezTo>
                  <a:pt x="4646344" y="3363591"/>
                  <a:pt x="4431500" y="3576701"/>
                  <a:pt x="4378225" y="3845480"/>
                </a:cubicBezTo>
                <a:cubicBezTo>
                  <a:pt x="4653415" y="3786801"/>
                  <a:pt x="4868259" y="3573691"/>
                  <a:pt x="4921534" y="3304913"/>
                </a:cubicBezTo>
                <a:close/>
                <a:moveTo>
                  <a:pt x="gd417" y="gd418"/>
                </a:moveTo>
                <a:cubicBezTo>
                  <a:pt x="3580945" y="3573691"/>
                  <a:pt x="3795788" y="3786801"/>
                  <a:pt x="4070978" y="3845480"/>
                </a:cubicBezTo>
                <a:cubicBezTo>
                  <a:pt x="4017703" y="3576701"/>
                  <a:pt x="3802859" y="3363591"/>
                  <a:pt x="3527669" y="3304913"/>
                </a:cubicBezTo>
                <a:close/>
                <a:moveTo>
                  <a:pt x="gd423" y="gd424"/>
                </a:moveTo>
                <a:cubicBezTo>
                  <a:pt x="2954193" y="3363591"/>
                  <a:pt x="2739349" y="3576701"/>
                  <a:pt x="2686074" y="3845480"/>
                </a:cubicBezTo>
                <a:cubicBezTo>
                  <a:pt x="2961264" y="3786801"/>
                  <a:pt x="3176107" y="3573691"/>
                  <a:pt x="3229383" y="3304913"/>
                </a:cubicBezTo>
                <a:close/>
                <a:moveTo>
                  <a:pt x="gd429" y="gd430"/>
                </a:moveTo>
                <a:cubicBezTo>
                  <a:pt x="1888794" y="3573691"/>
                  <a:pt x="2103637" y="3786801"/>
                  <a:pt x="2378827" y="3845480"/>
                </a:cubicBezTo>
                <a:cubicBezTo>
                  <a:pt x="2325552" y="3576701"/>
                  <a:pt x="2110708" y="3363591"/>
                  <a:pt x="1835518" y="3304913"/>
                </a:cubicBezTo>
                <a:close/>
                <a:moveTo>
                  <a:pt x="gd435" y="gd436"/>
                </a:moveTo>
                <a:cubicBezTo>
                  <a:pt x="1262042" y="3363591"/>
                  <a:pt x="1047198" y="3576701"/>
                  <a:pt x="993923" y="3845480"/>
                </a:cubicBezTo>
                <a:cubicBezTo>
                  <a:pt x="1269113" y="3786801"/>
                  <a:pt x="1483956" y="3573691"/>
                  <a:pt x="1537232" y="3304913"/>
                </a:cubicBezTo>
                <a:close/>
                <a:moveTo>
                  <a:pt x="gd441" y="gd442"/>
                </a:moveTo>
                <a:cubicBezTo>
                  <a:pt x="196643" y="3573691"/>
                  <a:pt x="411486" y="3786801"/>
                  <a:pt x="686676" y="3845480"/>
                </a:cubicBezTo>
                <a:cubicBezTo>
                  <a:pt x="633401" y="3576701"/>
                  <a:pt x="418557" y="3363591"/>
                  <a:pt x="143367" y="3304913"/>
                </a:cubicBezTo>
                <a:close/>
                <a:moveTo>
                  <a:pt x="gd447" y="gd448"/>
                </a:moveTo>
                <a:lnTo>
                  <a:pt x="gd449" y="gd450"/>
                </a:lnTo>
                <a:cubicBezTo>
                  <a:pt x="8511346" y="3163352"/>
                  <a:pt x="8543239" y="3166310"/>
                  <a:pt x="8574422" y="3171823"/>
                </a:cubicBezTo>
                <a:cubicBezTo>
                  <a:pt x="8579998" y="3171407"/>
                  <a:pt x="8585326" y="3172348"/>
                  <a:pt x="8590635" y="3173350"/>
                </a:cubicBezTo>
                <a:lnTo>
                  <a:pt x="gd455" y="gd456"/>
                </a:lnTo>
                <a:cubicBezTo>
                  <a:pt x="8815033" y="3211322"/>
                  <a:pt x="9008920" y="3333951"/>
                  <a:pt x="9135069" y="3506215"/>
                </a:cubicBezTo>
                <a:lnTo>
                  <a:pt x="gd459" y="gd460"/>
                </a:lnTo>
                <a:lnTo>
                  <a:pt x="gd461" y="gd462"/>
                </a:lnTo>
                <a:lnTo>
                  <a:pt x="gd463" y="gd464"/>
                </a:lnTo>
                <a:cubicBezTo>
                  <a:pt x="9039502" y="3525837"/>
                  <a:pt x="8844913" y="3356256"/>
                  <a:pt x="8604122" y="3304913"/>
                </a:cubicBezTo>
                <a:cubicBezTo>
                  <a:pt x="8650738" y="3540094"/>
                  <a:pt x="8821055" y="3732654"/>
                  <a:pt x="9047261" y="3816429"/>
                </a:cubicBezTo>
                <a:lnTo>
                  <a:pt x="gd469" y="gd470"/>
                </a:lnTo>
                <a:lnTo>
                  <a:pt x="gd471" y="gd472"/>
                </a:lnTo>
                <a:lnTo>
                  <a:pt x="gd473" y="gd474"/>
                </a:lnTo>
                <a:cubicBezTo>
                  <a:pt x="8735297" y="3846211"/>
                  <a:pt x="8514628" y="3594637"/>
                  <a:pt x="8470637" y="3288305"/>
                </a:cubicBezTo>
                <a:cubicBezTo>
                  <a:pt x="8470469" y="3288253"/>
                  <a:pt x="8470301" y="3288248"/>
                  <a:pt x="8470131" y="3288243"/>
                </a:cubicBezTo>
                <a:lnTo>
                  <a:pt x="gd479" y="gd480"/>
                </a:lnTo>
                <a:cubicBezTo>
                  <a:pt x="8464534" y="3251607"/>
                  <a:pt x="8462083" y="3220958"/>
                  <a:pt x="8462126" y="3189869"/>
                </a:cubicBezTo>
                <a:cubicBezTo>
                  <a:pt x="8460814" y="3184286"/>
                  <a:pt x="8460755" y="3178663"/>
                  <a:pt x="8460755" y="3173027"/>
                </a:cubicBezTo>
                <a:lnTo>
                  <a:pt x="gd485" y="gd486"/>
                </a:lnTo>
                <a:lnTo>
                  <a:pt x="gd487" y="gd488"/>
                </a:lnTo>
                <a:lnTo>
                  <a:pt x="gd489" y="gd490"/>
                </a:lnTo>
                <a:close/>
                <a:moveTo>
                  <a:pt x="gd491" y="gd492"/>
                </a:moveTo>
                <a:lnTo>
                  <a:pt x="gd493" y="gd494"/>
                </a:lnTo>
                <a:lnTo>
                  <a:pt x="gd495" y="gd496"/>
                </a:lnTo>
                <a:lnTo>
                  <a:pt x="gd497" y="gd498"/>
                </a:lnTo>
                <a:cubicBezTo>
                  <a:pt x="8449203" y="3178663"/>
                  <a:pt x="8449144" y="3184286"/>
                  <a:pt x="8447832" y="3189869"/>
                </a:cubicBezTo>
                <a:cubicBezTo>
                  <a:pt x="8447875" y="3220958"/>
                  <a:pt x="8445424" y="3251607"/>
                  <a:pt x="8440365" y="3281619"/>
                </a:cubicBezTo>
                <a:lnTo>
                  <a:pt x="gd503" y="gd504"/>
                </a:lnTo>
                <a:cubicBezTo>
                  <a:pt x="8439657" y="3288248"/>
                  <a:pt x="8439489" y="3288253"/>
                  <a:pt x="8439321" y="3288305"/>
                </a:cubicBezTo>
                <a:cubicBezTo>
                  <a:pt x="8389046" y="3638399"/>
                  <a:pt x="8108007" y="3916971"/>
                  <a:pt x="7749156" y="3975903"/>
                </a:cubicBezTo>
                <a:lnTo>
                  <a:pt x="gd509" y="gd510"/>
                </a:lnTo>
                <a:cubicBezTo>
                  <a:pt x="7743729" y="3978045"/>
                  <a:pt x="7738400" y="3978986"/>
                  <a:pt x="7732823" y="3978570"/>
                </a:cubicBezTo>
                <a:cubicBezTo>
                  <a:pt x="7701651" y="3984080"/>
                  <a:pt x="7669771" y="3987038"/>
                  <a:pt x="7637396" y="3987561"/>
                </a:cubicBezTo>
                <a:lnTo>
                  <a:pt x="gd515" y="gd516"/>
                </a:lnTo>
                <a:lnTo>
                  <a:pt x="gd517" y="gd518"/>
                </a:lnTo>
                <a:lnTo>
                  <a:pt x="gd519" y="gd520"/>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gd527" y="gd528"/>
                </a:lnTo>
                <a:cubicBezTo>
                  <a:pt x="7628704" y="3862145"/>
                  <a:pt x="7628873" y="3862140"/>
                  <a:pt x="7629040" y="3862087"/>
                </a:cubicBezTo>
                <a:cubicBezTo>
                  <a:pt x="7679317" y="3511992"/>
                  <a:pt x="7960356" y="3233421"/>
                  <a:pt x="8319206" y="3174489"/>
                </a:cubicBezTo>
                <a:lnTo>
                  <a:pt x="gd533" y="gd534"/>
                </a:lnTo>
                <a:cubicBezTo>
                  <a:pt x="8324632" y="3172348"/>
                  <a:pt x="8329960" y="3171407"/>
                  <a:pt x="8335536" y="3171823"/>
                </a:cubicBezTo>
                <a:cubicBezTo>
                  <a:pt x="8366719" y="3166310"/>
                  <a:pt x="8398612" y="3163352"/>
                  <a:pt x="8430998" y="3162829"/>
                </a:cubicBezTo>
                <a:lnTo>
                  <a:pt x="gd539" y="gd540"/>
                </a:lnTo>
                <a:close/>
                <a:moveTo>
                  <a:pt x="gd541" y="gd542"/>
                </a:moveTo>
                <a:lnTo>
                  <a:pt x="gd543" y="gd544"/>
                </a:lnTo>
                <a:cubicBezTo>
                  <a:pt x="6819195" y="3163352"/>
                  <a:pt x="6851088" y="3166310"/>
                  <a:pt x="6882271" y="3171823"/>
                </a:cubicBezTo>
                <a:cubicBezTo>
                  <a:pt x="6887847" y="3171407"/>
                  <a:pt x="6893175" y="3172348"/>
                  <a:pt x="6898484" y="3173350"/>
                </a:cubicBezTo>
                <a:lnTo>
                  <a:pt x="gd549" y="gd550"/>
                </a:lnTo>
                <a:cubicBezTo>
                  <a:pt x="7257451" y="3233421"/>
                  <a:pt x="7538490" y="3511992"/>
                  <a:pt x="7588766" y="3862087"/>
                </a:cubicBezTo>
                <a:cubicBezTo>
                  <a:pt x="7588934" y="3862140"/>
                  <a:pt x="7589103" y="3862145"/>
                  <a:pt x="7589272" y="3862150"/>
                </a:cubicBezTo>
                <a:lnTo>
                  <a:pt x="gd555" y="gd556"/>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gd563" y="gd564"/>
                </a:lnTo>
                <a:lnTo>
                  <a:pt x="gd565" y="gd566"/>
                </a:lnTo>
                <a:lnTo>
                  <a:pt x="gd567" y="gd568"/>
                </a:lnTo>
                <a:cubicBezTo>
                  <a:pt x="7548036" y="3987038"/>
                  <a:pt x="7516156" y="3984080"/>
                  <a:pt x="7484984" y="3978570"/>
                </a:cubicBezTo>
                <a:cubicBezTo>
                  <a:pt x="7479407" y="3978986"/>
                  <a:pt x="7474078" y="3978045"/>
                  <a:pt x="7468767" y="3977042"/>
                </a:cubicBezTo>
                <a:lnTo>
                  <a:pt x="gd573" y="gd574"/>
                </a:lnTo>
                <a:cubicBezTo>
                  <a:pt x="7109800" y="3916971"/>
                  <a:pt x="6828761" y="3638399"/>
                  <a:pt x="6778486" y="3288305"/>
                </a:cubicBezTo>
                <a:cubicBezTo>
                  <a:pt x="6778318" y="3288253"/>
                  <a:pt x="6778150" y="3288248"/>
                  <a:pt x="6777980" y="3288243"/>
                </a:cubicBezTo>
                <a:lnTo>
                  <a:pt x="gd579" y="gd580"/>
                </a:lnTo>
                <a:cubicBezTo>
                  <a:pt x="6772383" y="3251607"/>
                  <a:pt x="6769933" y="3220958"/>
                  <a:pt x="6769975" y="3189869"/>
                </a:cubicBezTo>
                <a:cubicBezTo>
                  <a:pt x="6768663" y="3184286"/>
                  <a:pt x="6768604" y="3178663"/>
                  <a:pt x="6768604" y="3173027"/>
                </a:cubicBezTo>
                <a:lnTo>
                  <a:pt x="gd585" y="gd586"/>
                </a:lnTo>
                <a:lnTo>
                  <a:pt x="gd587" y="gd588"/>
                </a:lnTo>
                <a:lnTo>
                  <a:pt x="gd589" y="gd590"/>
                </a:lnTo>
                <a:close/>
                <a:moveTo>
                  <a:pt x="gd591" y="gd592"/>
                </a:moveTo>
                <a:lnTo>
                  <a:pt x="gd593" y="gd594"/>
                </a:lnTo>
                <a:lnTo>
                  <a:pt x="gd595" y="gd596"/>
                </a:lnTo>
                <a:lnTo>
                  <a:pt x="gd597" y="gd598"/>
                </a:lnTo>
                <a:cubicBezTo>
                  <a:pt x="6757052" y="3178663"/>
                  <a:pt x="6756994" y="3184286"/>
                  <a:pt x="6755682" y="3189869"/>
                </a:cubicBezTo>
                <a:cubicBezTo>
                  <a:pt x="6755724" y="3220958"/>
                  <a:pt x="6753273" y="3251607"/>
                  <a:pt x="6748215" y="3281619"/>
                </a:cubicBezTo>
                <a:lnTo>
                  <a:pt x="gd603" y="gd604"/>
                </a:lnTo>
                <a:cubicBezTo>
                  <a:pt x="6747507" y="3288248"/>
                  <a:pt x="6747338" y="3288253"/>
                  <a:pt x="6747171" y="3288305"/>
                </a:cubicBezTo>
                <a:cubicBezTo>
                  <a:pt x="6696895" y="3638399"/>
                  <a:pt x="6415856" y="3916971"/>
                  <a:pt x="6057005" y="3975903"/>
                </a:cubicBezTo>
                <a:lnTo>
                  <a:pt x="gd609" y="gd610"/>
                </a:lnTo>
                <a:cubicBezTo>
                  <a:pt x="6051578" y="3978045"/>
                  <a:pt x="6046249" y="3978986"/>
                  <a:pt x="6040672" y="3978570"/>
                </a:cubicBezTo>
                <a:cubicBezTo>
                  <a:pt x="6009500" y="3984080"/>
                  <a:pt x="5977620" y="3987038"/>
                  <a:pt x="5945246" y="3987561"/>
                </a:cubicBezTo>
                <a:lnTo>
                  <a:pt x="gd615" y="gd616"/>
                </a:lnTo>
                <a:lnTo>
                  <a:pt x="gd617" y="gd618"/>
                </a:lnTo>
                <a:lnTo>
                  <a:pt x="gd619" y="gd620"/>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gd627" y="gd628"/>
                </a:lnTo>
                <a:cubicBezTo>
                  <a:pt x="5936553" y="3862145"/>
                  <a:pt x="5936722" y="3862140"/>
                  <a:pt x="5936890" y="3862087"/>
                </a:cubicBezTo>
                <a:cubicBezTo>
                  <a:pt x="5987166" y="3511992"/>
                  <a:pt x="6268205" y="3233421"/>
                  <a:pt x="6627056" y="3174489"/>
                </a:cubicBezTo>
                <a:lnTo>
                  <a:pt x="gd633" y="gd634"/>
                </a:lnTo>
                <a:cubicBezTo>
                  <a:pt x="6632481" y="3172348"/>
                  <a:pt x="6637809" y="3171407"/>
                  <a:pt x="6643385" y="3171823"/>
                </a:cubicBezTo>
                <a:cubicBezTo>
                  <a:pt x="6674569" y="3166310"/>
                  <a:pt x="6706461" y="3163352"/>
                  <a:pt x="6738847" y="3162829"/>
                </a:cubicBezTo>
                <a:lnTo>
                  <a:pt x="gd639" y="gd640"/>
                </a:lnTo>
                <a:close/>
                <a:moveTo>
                  <a:pt x="gd641" y="gd642"/>
                </a:moveTo>
                <a:lnTo>
                  <a:pt x="gd643" y="gd644"/>
                </a:lnTo>
                <a:cubicBezTo>
                  <a:pt x="5127044" y="3163352"/>
                  <a:pt x="5158937" y="3166310"/>
                  <a:pt x="5190120" y="3171823"/>
                </a:cubicBezTo>
                <a:cubicBezTo>
                  <a:pt x="5195696" y="3171407"/>
                  <a:pt x="5201024" y="3172348"/>
                  <a:pt x="5206334" y="3173350"/>
                </a:cubicBezTo>
                <a:lnTo>
                  <a:pt x="gd649" y="gd650"/>
                </a:lnTo>
                <a:cubicBezTo>
                  <a:pt x="5565300" y="3233421"/>
                  <a:pt x="5846339" y="3511992"/>
                  <a:pt x="5896616" y="3862087"/>
                </a:cubicBezTo>
                <a:cubicBezTo>
                  <a:pt x="5896783" y="3862140"/>
                  <a:pt x="5896953" y="3862145"/>
                  <a:pt x="5897121" y="3862150"/>
                </a:cubicBezTo>
                <a:lnTo>
                  <a:pt x="gd655" y="gd656"/>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gd663" y="gd664"/>
                </a:lnTo>
                <a:lnTo>
                  <a:pt x="gd665" y="gd666"/>
                </a:lnTo>
                <a:lnTo>
                  <a:pt x="gd667" y="gd668"/>
                </a:lnTo>
                <a:cubicBezTo>
                  <a:pt x="5855886" y="3987038"/>
                  <a:pt x="5824005" y="3984080"/>
                  <a:pt x="5792833" y="3978570"/>
                </a:cubicBezTo>
                <a:cubicBezTo>
                  <a:pt x="5787256" y="3978986"/>
                  <a:pt x="5781927" y="3978045"/>
                  <a:pt x="5776617" y="3977042"/>
                </a:cubicBezTo>
                <a:lnTo>
                  <a:pt x="gd673" y="gd674"/>
                </a:lnTo>
                <a:cubicBezTo>
                  <a:pt x="5417649" y="3916971"/>
                  <a:pt x="5136610" y="3638399"/>
                  <a:pt x="5086335" y="3288305"/>
                </a:cubicBezTo>
                <a:cubicBezTo>
                  <a:pt x="5086167" y="3288253"/>
                  <a:pt x="5085999" y="3288248"/>
                  <a:pt x="5085830" y="3288243"/>
                </a:cubicBezTo>
                <a:lnTo>
                  <a:pt x="gd679" y="gd680"/>
                </a:lnTo>
                <a:cubicBezTo>
                  <a:pt x="5080233" y="3251607"/>
                  <a:pt x="5077782" y="3220958"/>
                  <a:pt x="5077824" y="3189869"/>
                </a:cubicBezTo>
                <a:cubicBezTo>
                  <a:pt x="5076512" y="3184286"/>
                  <a:pt x="5076453" y="3178663"/>
                  <a:pt x="5076453" y="3173027"/>
                </a:cubicBezTo>
                <a:lnTo>
                  <a:pt x="gd685" y="gd686"/>
                </a:lnTo>
                <a:lnTo>
                  <a:pt x="gd687" y="gd688"/>
                </a:lnTo>
                <a:lnTo>
                  <a:pt x="gd689" y="gd690"/>
                </a:lnTo>
                <a:close/>
                <a:moveTo>
                  <a:pt x="gd691" y="gd692"/>
                </a:moveTo>
                <a:lnTo>
                  <a:pt x="gd693" y="gd694"/>
                </a:lnTo>
                <a:lnTo>
                  <a:pt x="gd695" y="gd696"/>
                </a:lnTo>
                <a:lnTo>
                  <a:pt x="gd697" y="gd698"/>
                </a:lnTo>
                <a:cubicBezTo>
                  <a:pt x="5064902" y="3178663"/>
                  <a:pt x="5064842" y="3184286"/>
                  <a:pt x="5063530" y="3189869"/>
                </a:cubicBezTo>
                <a:cubicBezTo>
                  <a:pt x="5063572" y="3220958"/>
                  <a:pt x="5061122" y="3251607"/>
                  <a:pt x="5056063" y="3281619"/>
                </a:cubicBezTo>
                <a:lnTo>
                  <a:pt x="gd703" y="gd704"/>
                </a:lnTo>
                <a:cubicBezTo>
                  <a:pt x="5055355" y="3288248"/>
                  <a:pt x="5055187" y="3288253"/>
                  <a:pt x="5055019" y="3288305"/>
                </a:cubicBezTo>
                <a:cubicBezTo>
                  <a:pt x="5004744" y="3638399"/>
                  <a:pt x="4723705" y="3916971"/>
                  <a:pt x="4364853" y="3975903"/>
                </a:cubicBezTo>
                <a:lnTo>
                  <a:pt x="gd709" y="gd710"/>
                </a:lnTo>
                <a:cubicBezTo>
                  <a:pt x="4359427" y="3978045"/>
                  <a:pt x="4354098" y="3978986"/>
                  <a:pt x="4348521" y="3978570"/>
                </a:cubicBezTo>
                <a:cubicBezTo>
                  <a:pt x="4317350" y="3984080"/>
                  <a:pt x="4285468" y="3987038"/>
                  <a:pt x="4253094" y="3987561"/>
                </a:cubicBezTo>
                <a:lnTo>
                  <a:pt x="gd715" y="gd716"/>
                </a:lnTo>
                <a:lnTo>
                  <a:pt x="gd717" y="gd718"/>
                </a:lnTo>
                <a:lnTo>
                  <a:pt x="gd719" y="gd720"/>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gd727" y="gd728"/>
                </a:lnTo>
                <a:cubicBezTo>
                  <a:pt x="4244401" y="3862145"/>
                  <a:pt x="4244571" y="3862140"/>
                  <a:pt x="4244738" y="3862087"/>
                </a:cubicBezTo>
                <a:cubicBezTo>
                  <a:pt x="4295015" y="3511992"/>
                  <a:pt x="4576054" y="3233421"/>
                  <a:pt x="4934904" y="3174489"/>
                </a:cubicBezTo>
                <a:lnTo>
                  <a:pt x="gd733" y="gd734"/>
                </a:lnTo>
                <a:cubicBezTo>
                  <a:pt x="4940330" y="3172348"/>
                  <a:pt x="4945658" y="3171407"/>
                  <a:pt x="4951234" y="3171823"/>
                </a:cubicBezTo>
                <a:cubicBezTo>
                  <a:pt x="4982417" y="3166310"/>
                  <a:pt x="5014310" y="3163352"/>
                  <a:pt x="5046695" y="3162829"/>
                </a:cubicBezTo>
                <a:lnTo>
                  <a:pt x="gd739" y="gd740"/>
                </a:lnTo>
                <a:close/>
                <a:moveTo>
                  <a:pt x="gd741" y="gd742"/>
                </a:moveTo>
                <a:lnTo>
                  <a:pt x="gd743" y="gd744"/>
                </a:lnTo>
                <a:cubicBezTo>
                  <a:pt x="3434893" y="3163352"/>
                  <a:pt x="3466785" y="3166310"/>
                  <a:pt x="3497969" y="3171823"/>
                </a:cubicBezTo>
                <a:cubicBezTo>
                  <a:pt x="3503545" y="3171407"/>
                  <a:pt x="3508873" y="3172348"/>
                  <a:pt x="3514181" y="3173350"/>
                </a:cubicBezTo>
                <a:lnTo>
                  <a:pt x="gd749" y="gd750"/>
                </a:lnTo>
                <a:cubicBezTo>
                  <a:pt x="3873149" y="3233421"/>
                  <a:pt x="4154188" y="3511992"/>
                  <a:pt x="4204464" y="3862087"/>
                </a:cubicBezTo>
                <a:cubicBezTo>
                  <a:pt x="4204632" y="3862140"/>
                  <a:pt x="4204801" y="3862145"/>
                  <a:pt x="4204970" y="3862150"/>
                </a:cubicBezTo>
                <a:lnTo>
                  <a:pt x="gd755" y="gd756"/>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gd763" y="gd764"/>
                </a:lnTo>
                <a:lnTo>
                  <a:pt x="gd765" y="gd766"/>
                </a:lnTo>
                <a:lnTo>
                  <a:pt x="gd767" y="gd768"/>
                </a:lnTo>
                <a:cubicBezTo>
                  <a:pt x="4163734" y="3987038"/>
                  <a:pt x="4131854" y="3984080"/>
                  <a:pt x="4100682" y="3978570"/>
                </a:cubicBezTo>
                <a:cubicBezTo>
                  <a:pt x="4095105" y="3978986"/>
                  <a:pt x="4089776" y="3978045"/>
                  <a:pt x="4084465" y="3977042"/>
                </a:cubicBezTo>
                <a:lnTo>
                  <a:pt x="gd773" y="gd774"/>
                </a:lnTo>
                <a:cubicBezTo>
                  <a:pt x="3725498" y="3916971"/>
                  <a:pt x="3444459" y="3638399"/>
                  <a:pt x="3394183" y="3288305"/>
                </a:cubicBezTo>
                <a:cubicBezTo>
                  <a:pt x="3394016" y="3288253"/>
                  <a:pt x="3393847" y="3288248"/>
                  <a:pt x="3393678" y="3288243"/>
                </a:cubicBezTo>
                <a:lnTo>
                  <a:pt x="gd779" y="gd780"/>
                </a:lnTo>
                <a:cubicBezTo>
                  <a:pt x="3388081" y="3251607"/>
                  <a:pt x="3385630" y="3220958"/>
                  <a:pt x="3385672" y="3189869"/>
                </a:cubicBezTo>
                <a:cubicBezTo>
                  <a:pt x="3384360" y="3184286"/>
                  <a:pt x="3384302" y="3178663"/>
                  <a:pt x="3384302" y="3173027"/>
                </a:cubicBezTo>
                <a:lnTo>
                  <a:pt x="gd785" y="gd786"/>
                </a:lnTo>
                <a:lnTo>
                  <a:pt x="gd787" y="gd788"/>
                </a:lnTo>
                <a:lnTo>
                  <a:pt x="gd789" y="gd790"/>
                </a:lnTo>
                <a:close/>
                <a:moveTo>
                  <a:pt x="gd791" y="gd792"/>
                </a:moveTo>
                <a:lnTo>
                  <a:pt x="gd793" y="gd794"/>
                </a:lnTo>
                <a:lnTo>
                  <a:pt x="gd795" y="gd796"/>
                </a:lnTo>
                <a:lnTo>
                  <a:pt x="gd797" y="gd798"/>
                </a:lnTo>
                <a:cubicBezTo>
                  <a:pt x="3372750" y="3178663"/>
                  <a:pt x="3372691" y="3184286"/>
                  <a:pt x="3371379" y="3189869"/>
                </a:cubicBezTo>
                <a:cubicBezTo>
                  <a:pt x="3371421" y="3220958"/>
                  <a:pt x="3368971" y="3251607"/>
                  <a:pt x="3363912" y="3281619"/>
                </a:cubicBezTo>
                <a:lnTo>
                  <a:pt x="gd803" y="gd804"/>
                </a:lnTo>
                <a:cubicBezTo>
                  <a:pt x="3363204" y="3288248"/>
                  <a:pt x="3363036" y="3288253"/>
                  <a:pt x="3362868" y="3288305"/>
                </a:cubicBezTo>
                <a:cubicBezTo>
                  <a:pt x="3312593" y="3638399"/>
                  <a:pt x="3031554" y="3916971"/>
                  <a:pt x="2672703" y="3975903"/>
                </a:cubicBezTo>
                <a:lnTo>
                  <a:pt x="gd809" y="gd810"/>
                </a:lnTo>
                <a:cubicBezTo>
                  <a:pt x="2667276" y="3978045"/>
                  <a:pt x="2661947" y="3978986"/>
                  <a:pt x="2656370" y="3978570"/>
                </a:cubicBezTo>
                <a:cubicBezTo>
                  <a:pt x="2625198" y="3984080"/>
                  <a:pt x="2593318" y="3987038"/>
                  <a:pt x="2560943" y="3987561"/>
                </a:cubicBezTo>
                <a:lnTo>
                  <a:pt x="gd815" y="gd816"/>
                </a:lnTo>
                <a:lnTo>
                  <a:pt x="gd817" y="gd818"/>
                </a:lnTo>
                <a:lnTo>
                  <a:pt x="gd819" y="gd820"/>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gd827" y="gd828"/>
                </a:lnTo>
                <a:cubicBezTo>
                  <a:pt x="2552250" y="3862145"/>
                  <a:pt x="2552420" y="3862140"/>
                  <a:pt x="2552587" y="3862087"/>
                </a:cubicBezTo>
                <a:cubicBezTo>
                  <a:pt x="2602864" y="3511992"/>
                  <a:pt x="2883903" y="3233421"/>
                  <a:pt x="3242753" y="3174489"/>
                </a:cubicBezTo>
                <a:lnTo>
                  <a:pt x="gd833" y="gd834"/>
                </a:lnTo>
                <a:cubicBezTo>
                  <a:pt x="3248179" y="3172348"/>
                  <a:pt x="3253507" y="3171407"/>
                  <a:pt x="3259083" y="3171823"/>
                </a:cubicBezTo>
                <a:cubicBezTo>
                  <a:pt x="3290266" y="3166310"/>
                  <a:pt x="3322159" y="3163352"/>
                  <a:pt x="3354544" y="3162829"/>
                </a:cubicBezTo>
                <a:lnTo>
                  <a:pt x="gd839" y="gd840"/>
                </a:lnTo>
                <a:close/>
                <a:moveTo>
                  <a:pt x="gd841" y="gd842"/>
                </a:moveTo>
                <a:lnTo>
                  <a:pt x="gd843" y="gd844"/>
                </a:lnTo>
                <a:cubicBezTo>
                  <a:pt x="1742742" y="3163352"/>
                  <a:pt x="1774634" y="3166310"/>
                  <a:pt x="1805818" y="3171823"/>
                </a:cubicBezTo>
                <a:cubicBezTo>
                  <a:pt x="1811394" y="3171407"/>
                  <a:pt x="1816722" y="3172348"/>
                  <a:pt x="1822030" y="3173350"/>
                </a:cubicBezTo>
                <a:lnTo>
                  <a:pt x="gd849" y="gd850"/>
                </a:lnTo>
                <a:cubicBezTo>
                  <a:pt x="2180998" y="3233421"/>
                  <a:pt x="2462037" y="3511992"/>
                  <a:pt x="2512313" y="3862087"/>
                </a:cubicBezTo>
                <a:cubicBezTo>
                  <a:pt x="2512481" y="3862140"/>
                  <a:pt x="2512650" y="3862145"/>
                  <a:pt x="2512819" y="3862150"/>
                </a:cubicBezTo>
                <a:lnTo>
                  <a:pt x="gd855" y="gd856"/>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gd863" y="gd864"/>
                </a:lnTo>
                <a:lnTo>
                  <a:pt x="gd865" y="gd866"/>
                </a:lnTo>
                <a:lnTo>
                  <a:pt x="gd867" y="gd868"/>
                </a:lnTo>
                <a:cubicBezTo>
                  <a:pt x="2471583" y="3987038"/>
                  <a:pt x="2439703" y="3984080"/>
                  <a:pt x="2408531" y="3978570"/>
                </a:cubicBezTo>
                <a:cubicBezTo>
                  <a:pt x="2402954" y="3978986"/>
                  <a:pt x="2397625" y="3978045"/>
                  <a:pt x="2392314" y="3977042"/>
                </a:cubicBezTo>
                <a:lnTo>
                  <a:pt x="gd873" y="gd874"/>
                </a:lnTo>
                <a:cubicBezTo>
                  <a:pt x="2033347" y="3916971"/>
                  <a:pt x="1752308" y="3638399"/>
                  <a:pt x="1702032" y="3288305"/>
                </a:cubicBezTo>
                <a:cubicBezTo>
                  <a:pt x="1701865" y="3288253"/>
                  <a:pt x="1701696" y="3288248"/>
                  <a:pt x="1701527" y="3288243"/>
                </a:cubicBezTo>
                <a:lnTo>
                  <a:pt x="gd879" y="gd880"/>
                </a:lnTo>
                <a:cubicBezTo>
                  <a:pt x="1695930" y="3251607"/>
                  <a:pt x="1693479" y="3220958"/>
                  <a:pt x="1693521" y="3189869"/>
                </a:cubicBezTo>
                <a:cubicBezTo>
                  <a:pt x="1692209" y="3184286"/>
                  <a:pt x="1692151" y="3178663"/>
                  <a:pt x="1692151" y="3173027"/>
                </a:cubicBezTo>
                <a:lnTo>
                  <a:pt x="gd885" y="gd886"/>
                </a:lnTo>
                <a:lnTo>
                  <a:pt x="gd887" y="gd888"/>
                </a:lnTo>
                <a:lnTo>
                  <a:pt x="gd889" y="gd890"/>
                </a:lnTo>
                <a:close/>
                <a:moveTo>
                  <a:pt x="gd891" y="gd892"/>
                </a:moveTo>
                <a:lnTo>
                  <a:pt x="gd893" y="gd894"/>
                </a:lnTo>
                <a:lnTo>
                  <a:pt x="gd895" y="gd896"/>
                </a:lnTo>
                <a:lnTo>
                  <a:pt x="gd897" y="gd898"/>
                </a:lnTo>
                <a:cubicBezTo>
                  <a:pt x="1680599" y="3178663"/>
                  <a:pt x="1680540" y="3184286"/>
                  <a:pt x="1679228" y="3189869"/>
                </a:cubicBezTo>
                <a:cubicBezTo>
                  <a:pt x="1679270" y="3220958"/>
                  <a:pt x="1676820" y="3251607"/>
                  <a:pt x="1671761" y="3281619"/>
                </a:cubicBezTo>
                <a:lnTo>
                  <a:pt x="gd903" y="gd904"/>
                </a:lnTo>
                <a:cubicBezTo>
                  <a:pt x="1671053" y="3288248"/>
                  <a:pt x="1670885" y="3288253"/>
                  <a:pt x="1670717" y="3288305"/>
                </a:cubicBezTo>
                <a:cubicBezTo>
                  <a:pt x="1620442" y="3638399"/>
                  <a:pt x="1339403" y="3916971"/>
                  <a:pt x="980552" y="3975903"/>
                </a:cubicBezTo>
                <a:lnTo>
                  <a:pt x="gd909" y="gd910"/>
                </a:lnTo>
                <a:cubicBezTo>
                  <a:pt x="975125" y="3978045"/>
                  <a:pt x="969796" y="3978986"/>
                  <a:pt x="964219" y="3978570"/>
                </a:cubicBezTo>
                <a:cubicBezTo>
                  <a:pt x="933047" y="3984080"/>
                  <a:pt x="901167" y="3987038"/>
                  <a:pt x="868792" y="3987561"/>
                </a:cubicBezTo>
                <a:lnTo>
                  <a:pt x="gd915" y="gd916"/>
                </a:lnTo>
                <a:lnTo>
                  <a:pt x="gd917" y="gd918"/>
                </a:lnTo>
                <a:lnTo>
                  <a:pt x="gd919" y="gd920"/>
                </a:lnTo>
                <a:cubicBezTo>
                  <a:pt x="850583" y="3984944"/>
                  <a:pt x="850556" y="3981158"/>
                  <a:pt x="850556" y="3977366"/>
                </a:cubicBezTo>
                <a:cubicBezTo>
                  <a:pt x="850556" y="3971728"/>
                  <a:pt x="850614" y="3966104"/>
                  <a:pt x="851926" y="3960518"/>
                </a:cubicBezTo>
                <a:cubicBezTo>
                  <a:pt x="851884" y="3929436"/>
                  <a:pt x="854334" y="3898794"/>
                  <a:pt x="859390" y="3868787"/>
                </a:cubicBezTo>
                <a:lnTo>
                  <a:pt x="gd927" y="gd928"/>
                </a:lnTo>
                <a:cubicBezTo>
                  <a:pt x="860099" y="3862145"/>
                  <a:pt x="860269" y="3862140"/>
                  <a:pt x="860436" y="3862087"/>
                </a:cubicBezTo>
                <a:cubicBezTo>
                  <a:pt x="910713" y="3511992"/>
                  <a:pt x="1191752" y="3233421"/>
                  <a:pt x="1550602" y="3174489"/>
                </a:cubicBezTo>
                <a:lnTo>
                  <a:pt x="gd933" y="gd934"/>
                </a:lnTo>
                <a:cubicBezTo>
                  <a:pt x="1556028" y="3172348"/>
                  <a:pt x="1561356" y="3171407"/>
                  <a:pt x="1566932" y="3171823"/>
                </a:cubicBezTo>
                <a:cubicBezTo>
                  <a:pt x="1598115" y="3166310"/>
                  <a:pt x="1630008" y="3163352"/>
                  <a:pt x="1662393" y="3162829"/>
                </a:cubicBezTo>
                <a:lnTo>
                  <a:pt x="gd939" y="gd940"/>
                </a:lnTo>
                <a:close/>
                <a:moveTo>
                  <a:pt x="gd941" y="gd942"/>
                </a:moveTo>
                <a:lnTo>
                  <a:pt x="gd943" y="gd944"/>
                </a:lnTo>
                <a:cubicBezTo>
                  <a:pt x="50591" y="3163352"/>
                  <a:pt x="82483" y="3166310"/>
                  <a:pt x="113667" y="3171823"/>
                </a:cubicBezTo>
                <a:cubicBezTo>
                  <a:pt x="119243" y="3171407"/>
                  <a:pt x="124571" y="3172348"/>
                  <a:pt x="129879" y="3173350"/>
                </a:cubicBezTo>
                <a:lnTo>
                  <a:pt x="gd949" y="gd950"/>
                </a:lnTo>
                <a:cubicBezTo>
                  <a:pt x="488847" y="3233421"/>
                  <a:pt x="769886" y="3511992"/>
                  <a:pt x="820162" y="3862087"/>
                </a:cubicBezTo>
                <a:cubicBezTo>
                  <a:pt x="820330" y="3862140"/>
                  <a:pt x="820499" y="3862145"/>
                  <a:pt x="820668" y="3862150"/>
                </a:cubicBezTo>
                <a:lnTo>
                  <a:pt x="gd955" y="gd956"/>
                </a:lnTo>
                <a:cubicBezTo>
                  <a:pt x="826265" y="3898794"/>
                  <a:pt x="828714" y="3929436"/>
                  <a:pt x="828672" y="3960518"/>
                </a:cubicBezTo>
                <a:cubicBezTo>
                  <a:pt x="829984" y="3966104"/>
                  <a:pt x="830043" y="3971728"/>
                  <a:pt x="830043" y="3977366"/>
                </a:cubicBezTo>
                <a:cubicBezTo>
                  <a:pt x="830043" y="3981158"/>
                  <a:pt x="830016" y="3984944"/>
                  <a:pt x="829450" y="3988716"/>
                </a:cubicBezTo>
                <a:lnTo>
                  <a:pt x="gd963" y="gd964"/>
                </a:lnTo>
                <a:lnTo>
                  <a:pt x="gd965" y="gd966"/>
                </a:lnTo>
                <a:lnTo>
                  <a:pt x="gd967" y="gd968"/>
                </a:lnTo>
                <a:cubicBezTo>
                  <a:pt x="779432" y="3987038"/>
                  <a:pt x="747552" y="3984080"/>
                  <a:pt x="716380" y="3978570"/>
                </a:cubicBezTo>
                <a:cubicBezTo>
                  <a:pt x="710803" y="3978986"/>
                  <a:pt x="705474" y="3978045"/>
                  <a:pt x="700163" y="3977042"/>
                </a:cubicBezTo>
                <a:lnTo>
                  <a:pt x="gd973" y="gd974"/>
                </a:lnTo>
                <a:cubicBezTo>
                  <a:pt x="341196" y="3916971"/>
                  <a:pt x="60157" y="3638399"/>
                  <a:pt x="9881" y="3288305"/>
                </a:cubicBezTo>
                <a:cubicBezTo>
                  <a:pt x="9714" y="3288253"/>
                  <a:pt x="9545" y="3288248"/>
                  <a:pt x="9376" y="3288243"/>
                </a:cubicBezTo>
                <a:lnTo>
                  <a:pt x="gd979" y="gd980"/>
                </a:lnTo>
                <a:cubicBezTo>
                  <a:pt x="3779" y="3251607"/>
                  <a:pt x="1328" y="3220958"/>
                  <a:pt x="1370" y="3189869"/>
                </a:cubicBezTo>
                <a:cubicBezTo>
                  <a:pt x="58" y="3184286"/>
                  <a:pt x="0" y="3178663"/>
                  <a:pt x="0" y="3173027"/>
                </a:cubicBezTo>
                <a:lnTo>
                  <a:pt x="gd985" y="gd986"/>
                </a:lnTo>
                <a:lnTo>
                  <a:pt x="gd987" y="gd988"/>
                </a:lnTo>
                <a:lnTo>
                  <a:pt x="gd989" y="gd990"/>
                </a:lnTo>
                <a:close/>
                <a:moveTo>
                  <a:pt x="gd991" y="gd992"/>
                </a:moveTo>
                <a:cubicBezTo>
                  <a:pt x="7815805" y="2718331"/>
                  <a:pt x="8030648" y="2933128"/>
                  <a:pt x="8305838" y="2992271"/>
                </a:cubicBezTo>
                <a:cubicBezTo>
                  <a:pt x="8252563" y="2721365"/>
                  <a:pt x="8037719" y="2506568"/>
                  <a:pt x="7762529" y="2447425"/>
                </a:cubicBezTo>
                <a:close/>
                <a:moveTo>
                  <a:pt x="gd997" y="gd998"/>
                </a:moveTo>
                <a:cubicBezTo>
                  <a:pt x="7180090" y="2506568"/>
                  <a:pt x="6965246" y="2721365"/>
                  <a:pt x="6911971" y="2992271"/>
                </a:cubicBezTo>
                <a:cubicBezTo>
                  <a:pt x="7187161" y="2933128"/>
                  <a:pt x="7402004" y="2718331"/>
                  <a:pt x="7455280" y="2447425"/>
                </a:cubicBezTo>
                <a:close/>
                <a:moveTo>
                  <a:pt x="gd1003" y="gd1004"/>
                </a:moveTo>
                <a:cubicBezTo>
                  <a:pt x="6123654" y="2718331"/>
                  <a:pt x="6338497" y="2933128"/>
                  <a:pt x="6613687" y="2992271"/>
                </a:cubicBezTo>
                <a:cubicBezTo>
                  <a:pt x="6560412" y="2721365"/>
                  <a:pt x="6345568" y="2506568"/>
                  <a:pt x="6070378" y="2447425"/>
                </a:cubicBezTo>
                <a:close/>
                <a:moveTo>
                  <a:pt x="gd1009" y="gd1010"/>
                </a:moveTo>
                <a:cubicBezTo>
                  <a:pt x="5487939" y="2506568"/>
                  <a:pt x="5273095" y="2721365"/>
                  <a:pt x="5219820" y="2992271"/>
                </a:cubicBezTo>
                <a:cubicBezTo>
                  <a:pt x="5495010" y="2933128"/>
                  <a:pt x="5709853" y="2718331"/>
                  <a:pt x="5763129" y="2447425"/>
                </a:cubicBezTo>
                <a:close/>
                <a:moveTo>
                  <a:pt x="gd1015" y="gd1016"/>
                </a:moveTo>
                <a:cubicBezTo>
                  <a:pt x="4431503" y="2718331"/>
                  <a:pt x="4646346" y="2933128"/>
                  <a:pt x="4921536" y="2992271"/>
                </a:cubicBezTo>
                <a:cubicBezTo>
                  <a:pt x="4868261" y="2721365"/>
                  <a:pt x="4653417" y="2506568"/>
                  <a:pt x="4378227" y="2447425"/>
                </a:cubicBezTo>
                <a:close/>
                <a:moveTo>
                  <a:pt x="gd1021" y="gd1022"/>
                </a:moveTo>
                <a:cubicBezTo>
                  <a:pt x="3795788" y="2506568"/>
                  <a:pt x="3580944" y="2721365"/>
                  <a:pt x="3527669" y="2992271"/>
                </a:cubicBezTo>
                <a:cubicBezTo>
                  <a:pt x="3802859" y="2933128"/>
                  <a:pt x="4017702" y="2718331"/>
                  <a:pt x="4070978" y="2447425"/>
                </a:cubicBezTo>
                <a:close/>
                <a:moveTo>
                  <a:pt x="gd1027" y="gd1028"/>
                </a:moveTo>
                <a:cubicBezTo>
                  <a:pt x="2739352" y="2718331"/>
                  <a:pt x="2954195" y="2933128"/>
                  <a:pt x="3229385" y="2992271"/>
                </a:cubicBezTo>
                <a:cubicBezTo>
                  <a:pt x="3176110" y="2721365"/>
                  <a:pt x="2961266" y="2506568"/>
                  <a:pt x="2686076" y="2447425"/>
                </a:cubicBezTo>
                <a:close/>
                <a:moveTo>
                  <a:pt x="gd1033" y="gd1034"/>
                </a:moveTo>
                <a:cubicBezTo>
                  <a:pt x="2103637" y="2506568"/>
                  <a:pt x="1888793" y="2721365"/>
                  <a:pt x="1835518" y="2992271"/>
                </a:cubicBezTo>
                <a:cubicBezTo>
                  <a:pt x="2110708" y="2933128"/>
                  <a:pt x="2325551" y="2718331"/>
                  <a:pt x="2378827" y="2447425"/>
                </a:cubicBezTo>
                <a:close/>
                <a:moveTo>
                  <a:pt x="gd1039" y="gd1040"/>
                </a:moveTo>
                <a:cubicBezTo>
                  <a:pt x="1047201" y="2718331"/>
                  <a:pt x="1262044" y="2933128"/>
                  <a:pt x="1537234" y="2992271"/>
                </a:cubicBezTo>
                <a:cubicBezTo>
                  <a:pt x="1483959" y="2721365"/>
                  <a:pt x="1269115" y="2506568"/>
                  <a:pt x="993925" y="2447425"/>
                </a:cubicBezTo>
                <a:close/>
                <a:moveTo>
                  <a:pt x="gd1045" y="gd1046"/>
                </a:moveTo>
                <a:cubicBezTo>
                  <a:pt x="411486" y="2506568"/>
                  <a:pt x="196642" y="2721365"/>
                  <a:pt x="143367" y="2992271"/>
                </a:cubicBezTo>
                <a:cubicBezTo>
                  <a:pt x="418557" y="2933128"/>
                  <a:pt x="633400" y="2718331"/>
                  <a:pt x="686676" y="2447425"/>
                </a:cubicBezTo>
                <a:close/>
                <a:moveTo>
                  <a:pt x="gd1051" y="gd1052"/>
                </a:moveTo>
                <a:lnTo>
                  <a:pt x="gd1053" y="gd1054"/>
                </a:lnTo>
                <a:lnTo>
                  <a:pt x="gd1055" y="gd1056"/>
                </a:lnTo>
                <a:cubicBezTo>
                  <a:pt x="8821055" y="2561144"/>
                  <a:pt x="8650738" y="2755228"/>
                  <a:pt x="8604122" y="2992271"/>
                </a:cubicBezTo>
                <a:cubicBezTo>
                  <a:pt x="8844913" y="2940521"/>
                  <a:pt x="9039501" y="2769598"/>
                  <a:pt x="9120077" y="2546190"/>
                </a:cubicBezTo>
                <a:lnTo>
                  <a:pt x="gd1061" y="gd1062"/>
                </a:lnTo>
                <a:lnTo>
                  <a:pt x="gd1063" y="gd1064"/>
                </a:lnTo>
                <a:lnTo>
                  <a:pt x="gd1065" y="gd1066"/>
                </a:lnTo>
                <a:cubicBezTo>
                  <a:pt x="9008919" y="2963003"/>
                  <a:pt x="8815033" y="3086603"/>
                  <a:pt x="8590751" y="3123727"/>
                </a:cubicBezTo>
                <a:lnTo>
                  <a:pt x="gd1069" y="gd1070"/>
                </a:lnTo>
                <a:cubicBezTo>
                  <a:pt x="8585324" y="3125886"/>
                  <a:pt x="8579995" y="3126834"/>
                  <a:pt x="8574418" y="3126415"/>
                </a:cubicBezTo>
                <a:cubicBezTo>
                  <a:pt x="8543246" y="3131969"/>
                  <a:pt x="8511366" y="3134950"/>
                  <a:pt x="8478991" y="3135477"/>
                </a:cubicBezTo>
                <a:lnTo>
                  <a:pt x="gd1075" y="gd1076"/>
                </a:lnTo>
                <a:lnTo>
                  <a:pt x="gd1077" y="gd1078"/>
                </a:lnTo>
                <a:lnTo>
                  <a:pt x="gd1079" y="gd1080"/>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gd1087" y="gd1088"/>
                </a:lnTo>
                <a:cubicBezTo>
                  <a:pt x="8470299" y="3009068"/>
                  <a:pt x="8470468" y="3009063"/>
                  <a:pt x="8470636" y="3009010"/>
                </a:cubicBezTo>
                <a:cubicBezTo>
                  <a:pt x="8514628" y="2700252"/>
                  <a:pt x="8735297" y="2446688"/>
                  <a:pt x="9030178" y="2348329"/>
                </a:cubicBezTo>
                <a:lnTo>
                  <a:pt x="gd1093" y="gd1094"/>
                </a:lnTo>
                <a:close/>
                <a:moveTo>
                  <a:pt x="gd1095" y="gd1096"/>
                </a:moveTo>
                <a:lnTo>
                  <a:pt x="gd1097" y="gd1098"/>
                </a:lnTo>
                <a:cubicBezTo>
                  <a:pt x="7669753" y="2304744"/>
                  <a:pt x="7701646" y="2307725"/>
                  <a:pt x="7732829" y="2313282"/>
                </a:cubicBezTo>
                <a:cubicBezTo>
                  <a:pt x="7738405" y="2312863"/>
                  <a:pt x="7743733" y="2313811"/>
                  <a:pt x="7749042" y="2314821"/>
                </a:cubicBezTo>
                <a:lnTo>
                  <a:pt x="gd1103" y="gd1104"/>
                </a:lnTo>
                <a:cubicBezTo>
                  <a:pt x="8108009" y="2375367"/>
                  <a:pt x="8389048" y="2656144"/>
                  <a:pt x="8439324" y="3009010"/>
                </a:cubicBezTo>
                <a:cubicBezTo>
                  <a:pt x="8439492" y="3009063"/>
                  <a:pt x="8439661" y="3009068"/>
                  <a:pt x="8439830" y="3009073"/>
                </a:cubicBezTo>
                <a:lnTo>
                  <a:pt x="gd1109" y="gd1110"/>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gd1117" y="gd1118"/>
                </a:lnTo>
                <a:lnTo>
                  <a:pt x="gd1119" y="gd1120"/>
                </a:lnTo>
                <a:lnTo>
                  <a:pt x="gd1121" y="gd1122"/>
                </a:lnTo>
                <a:cubicBezTo>
                  <a:pt x="8398594" y="3134950"/>
                  <a:pt x="8366714" y="3131969"/>
                  <a:pt x="8335542" y="3126415"/>
                </a:cubicBezTo>
                <a:cubicBezTo>
                  <a:pt x="8329965" y="3126834"/>
                  <a:pt x="8324636" y="3125886"/>
                  <a:pt x="8319325" y="3124875"/>
                </a:cubicBezTo>
                <a:lnTo>
                  <a:pt x="gd1127" y="gd1128"/>
                </a:lnTo>
                <a:cubicBezTo>
                  <a:pt x="7960358" y="3064328"/>
                  <a:pt x="7679319" y="2783551"/>
                  <a:pt x="7629044" y="2430686"/>
                </a:cubicBezTo>
                <a:cubicBezTo>
                  <a:pt x="7628876" y="2430633"/>
                  <a:pt x="7628708" y="2430628"/>
                  <a:pt x="7628538" y="2430623"/>
                </a:cubicBezTo>
                <a:lnTo>
                  <a:pt x="gd1133" y="gd1134"/>
                </a:lnTo>
                <a:cubicBezTo>
                  <a:pt x="7622941" y="2393697"/>
                  <a:pt x="7620490" y="2362806"/>
                  <a:pt x="7620533" y="2331471"/>
                </a:cubicBezTo>
                <a:cubicBezTo>
                  <a:pt x="7619221" y="2325843"/>
                  <a:pt x="7619162" y="2320176"/>
                  <a:pt x="7619162" y="2314495"/>
                </a:cubicBezTo>
                <a:lnTo>
                  <a:pt x="gd1139" y="gd1140"/>
                </a:lnTo>
                <a:lnTo>
                  <a:pt x="gd1141" y="gd1142"/>
                </a:lnTo>
                <a:lnTo>
                  <a:pt x="gd1143" y="gd1144"/>
                </a:lnTo>
                <a:close/>
                <a:moveTo>
                  <a:pt x="gd1145" y="gd1146"/>
                </a:moveTo>
                <a:lnTo>
                  <a:pt x="gd1147" y="gd1148"/>
                </a:lnTo>
                <a:lnTo>
                  <a:pt x="gd1149" y="gd1150"/>
                </a:lnTo>
                <a:lnTo>
                  <a:pt x="gd1151" y="gd1152"/>
                </a:lnTo>
                <a:cubicBezTo>
                  <a:pt x="7598647" y="2320176"/>
                  <a:pt x="7598588" y="2325843"/>
                  <a:pt x="7597276" y="2331471"/>
                </a:cubicBezTo>
                <a:cubicBezTo>
                  <a:pt x="7597319" y="2362806"/>
                  <a:pt x="7594868" y="2393697"/>
                  <a:pt x="7589809" y="2423947"/>
                </a:cubicBezTo>
                <a:lnTo>
                  <a:pt x="gd1157" y="gd1158"/>
                </a:lnTo>
                <a:cubicBezTo>
                  <a:pt x="7589101" y="2430628"/>
                  <a:pt x="7588933" y="2430633"/>
                  <a:pt x="7588765" y="2430686"/>
                </a:cubicBezTo>
                <a:cubicBezTo>
                  <a:pt x="7538490" y="2783551"/>
                  <a:pt x="7257451" y="3064328"/>
                  <a:pt x="6898600" y="3123727"/>
                </a:cubicBezTo>
                <a:lnTo>
                  <a:pt x="gd1163" y="gd1164"/>
                </a:lnTo>
                <a:cubicBezTo>
                  <a:pt x="6893173" y="3125886"/>
                  <a:pt x="6887844" y="3126834"/>
                  <a:pt x="6882267" y="3126415"/>
                </a:cubicBezTo>
                <a:cubicBezTo>
                  <a:pt x="6851095" y="3131969"/>
                  <a:pt x="6819215" y="3134950"/>
                  <a:pt x="6786841" y="3135477"/>
                </a:cubicBezTo>
                <a:lnTo>
                  <a:pt x="gd1169" y="gd1170"/>
                </a:lnTo>
                <a:lnTo>
                  <a:pt x="gd1171" y="gd1172"/>
                </a:lnTo>
                <a:lnTo>
                  <a:pt x="gd1173" y="gd1174"/>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gd1181" y="gd1182"/>
                </a:lnTo>
                <a:cubicBezTo>
                  <a:pt x="6778148" y="3009068"/>
                  <a:pt x="6778317" y="3009063"/>
                  <a:pt x="6778485" y="3009010"/>
                </a:cubicBezTo>
                <a:cubicBezTo>
                  <a:pt x="6828761" y="2656144"/>
                  <a:pt x="7109800" y="2375367"/>
                  <a:pt x="7468650" y="2315969"/>
                </a:cubicBezTo>
                <a:lnTo>
                  <a:pt x="gd1187" y="gd1188"/>
                </a:lnTo>
                <a:cubicBezTo>
                  <a:pt x="7474076" y="2313811"/>
                  <a:pt x="7479404" y="2312863"/>
                  <a:pt x="7484980" y="2313282"/>
                </a:cubicBezTo>
                <a:cubicBezTo>
                  <a:pt x="7516163" y="2307725"/>
                  <a:pt x="7548056" y="2304744"/>
                  <a:pt x="7580442" y="2304217"/>
                </a:cubicBezTo>
                <a:lnTo>
                  <a:pt x="gd1193" y="gd1194"/>
                </a:lnTo>
                <a:close/>
                <a:moveTo>
                  <a:pt x="gd1195" y="gd1196"/>
                </a:moveTo>
                <a:lnTo>
                  <a:pt x="gd1197" y="gd1198"/>
                </a:lnTo>
                <a:cubicBezTo>
                  <a:pt x="5977602" y="2304744"/>
                  <a:pt x="6009495" y="2307725"/>
                  <a:pt x="6040678" y="2313282"/>
                </a:cubicBezTo>
                <a:cubicBezTo>
                  <a:pt x="6046254" y="2312863"/>
                  <a:pt x="6051582" y="2313811"/>
                  <a:pt x="6056891" y="2314821"/>
                </a:cubicBezTo>
                <a:lnTo>
                  <a:pt x="gd1203" y="gd1204"/>
                </a:lnTo>
                <a:cubicBezTo>
                  <a:pt x="6415858" y="2375367"/>
                  <a:pt x="6696897" y="2656144"/>
                  <a:pt x="6747174" y="3009010"/>
                </a:cubicBezTo>
                <a:cubicBezTo>
                  <a:pt x="6747341" y="3009063"/>
                  <a:pt x="6747511" y="3009068"/>
                  <a:pt x="6747679" y="3009073"/>
                </a:cubicBezTo>
                <a:lnTo>
                  <a:pt x="gd1209" y="gd1210"/>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gd1217" y="gd1218"/>
                </a:lnTo>
                <a:lnTo>
                  <a:pt x="gd1219" y="gd1220"/>
                </a:lnTo>
                <a:lnTo>
                  <a:pt x="gd1221" y="gd1222"/>
                </a:lnTo>
                <a:cubicBezTo>
                  <a:pt x="6706444" y="3134950"/>
                  <a:pt x="6674563" y="3131969"/>
                  <a:pt x="6643391" y="3126415"/>
                </a:cubicBezTo>
                <a:cubicBezTo>
                  <a:pt x="6637814" y="3126834"/>
                  <a:pt x="6632485" y="3125886"/>
                  <a:pt x="6627175" y="3124875"/>
                </a:cubicBezTo>
                <a:lnTo>
                  <a:pt x="gd1227" y="gd1228"/>
                </a:lnTo>
                <a:cubicBezTo>
                  <a:pt x="6268207" y="3064328"/>
                  <a:pt x="5987168" y="2783551"/>
                  <a:pt x="5936893" y="2430686"/>
                </a:cubicBezTo>
                <a:cubicBezTo>
                  <a:pt x="5936725" y="2430633"/>
                  <a:pt x="5936557" y="2430628"/>
                  <a:pt x="5936387" y="2430623"/>
                </a:cubicBezTo>
                <a:lnTo>
                  <a:pt x="gd1233" y="gd1234"/>
                </a:lnTo>
                <a:cubicBezTo>
                  <a:pt x="5930790" y="2393697"/>
                  <a:pt x="5928340" y="2362806"/>
                  <a:pt x="5928382" y="2331471"/>
                </a:cubicBezTo>
                <a:cubicBezTo>
                  <a:pt x="5927070" y="2325843"/>
                  <a:pt x="5927011" y="2320176"/>
                  <a:pt x="5927011" y="2314495"/>
                </a:cubicBezTo>
                <a:lnTo>
                  <a:pt x="gd1239" y="gd1240"/>
                </a:lnTo>
                <a:lnTo>
                  <a:pt x="gd1241" y="gd1242"/>
                </a:lnTo>
                <a:lnTo>
                  <a:pt x="gd1243" y="gd1244"/>
                </a:lnTo>
                <a:close/>
                <a:moveTo>
                  <a:pt x="gd1245" y="gd1246"/>
                </a:moveTo>
                <a:lnTo>
                  <a:pt x="gd1247" y="gd1248"/>
                </a:lnTo>
                <a:lnTo>
                  <a:pt x="gd1249" y="gd1250"/>
                </a:lnTo>
                <a:lnTo>
                  <a:pt x="gd1251" y="gd1252"/>
                </a:lnTo>
                <a:cubicBezTo>
                  <a:pt x="5906496" y="2320176"/>
                  <a:pt x="5906438" y="2325843"/>
                  <a:pt x="5905126" y="2331471"/>
                </a:cubicBezTo>
                <a:cubicBezTo>
                  <a:pt x="5905168" y="2362806"/>
                  <a:pt x="5902717" y="2393697"/>
                  <a:pt x="5897659" y="2423947"/>
                </a:cubicBezTo>
                <a:lnTo>
                  <a:pt x="gd1257" y="gd1258"/>
                </a:lnTo>
                <a:cubicBezTo>
                  <a:pt x="5896951" y="2430628"/>
                  <a:pt x="5896782" y="2430633"/>
                  <a:pt x="5896615" y="2430686"/>
                </a:cubicBezTo>
                <a:cubicBezTo>
                  <a:pt x="5846339" y="2783551"/>
                  <a:pt x="5565300" y="3064328"/>
                  <a:pt x="5206449" y="3123727"/>
                </a:cubicBezTo>
                <a:lnTo>
                  <a:pt x="gd1263" y="gd1264"/>
                </a:lnTo>
                <a:cubicBezTo>
                  <a:pt x="5201022" y="3125886"/>
                  <a:pt x="5195693" y="3126834"/>
                  <a:pt x="5190116" y="3126415"/>
                </a:cubicBezTo>
                <a:cubicBezTo>
                  <a:pt x="5158944" y="3131969"/>
                  <a:pt x="5127065" y="3134950"/>
                  <a:pt x="5094690" y="3135477"/>
                </a:cubicBezTo>
                <a:lnTo>
                  <a:pt x="gd1269" y="gd1270"/>
                </a:lnTo>
                <a:lnTo>
                  <a:pt x="gd1271" y="gd1272"/>
                </a:lnTo>
                <a:lnTo>
                  <a:pt x="gd1273" y="gd1274"/>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gd1281" y="gd1282"/>
                </a:lnTo>
                <a:cubicBezTo>
                  <a:pt x="5085997" y="3009068"/>
                  <a:pt x="5086166" y="3009063"/>
                  <a:pt x="5086334" y="3009010"/>
                </a:cubicBezTo>
                <a:cubicBezTo>
                  <a:pt x="5136610" y="2656144"/>
                  <a:pt x="5417649" y="2375367"/>
                  <a:pt x="5776501" y="2315969"/>
                </a:cubicBezTo>
                <a:lnTo>
                  <a:pt x="gd1287" y="gd1288"/>
                </a:lnTo>
                <a:cubicBezTo>
                  <a:pt x="5781926" y="2313811"/>
                  <a:pt x="5787253" y="2312863"/>
                  <a:pt x="5792829" y="2313282"/>
                </a:cubicBezTo>
                <a:cubicBezTo>
                  <a:pt x="5824013" y="2307725"/>
                  <a:pt x="5855905" y="2304744"/>
                  <a:pt x="5888291" y="2304217"/>
                </a:cubicBezTo>
                <a:lnTo>
                  <a:pt x="gd1293" y="gd1294"/>
                </a:lnTo>
                <a:close/>
                <a:moveTo>
                  <a:pt x="gd1295" y="gd1296"/>
                </a:moveTo>
                <a:lnTo>
                  <a:pt x="gd1297" y="gd1298"/>
                </a:lnTo>
                <a:cubicBezTo>
                  <a:pt x="4285451" y="2304744"/>
                  <a:pt x="4317343" y="2307725"/>
                  <a:pt x="4348528" y="2313282"/>
                </a:cubicBezTo>
                <a:cubicBezTo>
                  <a:pt x="4354104" y="2312863"/>
                  <a:pt x="4359431" y="2313811"/>
                  <a:pt x="4364739" y="2314821"/>
                </a:cubicBezTo>
                <a:lnTo>
                  <a:pt x="gd1303" y="gd1304"/>
                </a:lnTo>
                <a:cubicBezTo>
                  <a:pt x="4723707" y="2375367"/>
                  <a:pt x="5004746" y="2656144"/>
                  <a:pt x="5055022" y="3009010"/>
                </a:cubicBezTo>
                <a:cubicBezTo>
                  <a:pt x="5055190" y="3009063"/>
                  <a:pt x="5055359" y="3009068"/>
                  <a:pt x="5055528" y="3009073"/>
                </a:cubicBezTo>
                <a:lnTo>
                  <a:pt x="gd1309" y="gd1310"/>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gd1317" y="gd1318"/>
                </a:lnTo>
                <a:lnTo>
                  <a:pt x="gd1319" y="gd1320"/>
                </a:lnTo>
                <a:lnTo>
                  <a:pt x="gd1321" y="gd1322"/>
                </a:lnTo>
                <a:cubicBezTo>
                  <a:pt x="5014292" y="3134950"/>
                  <a:pt x="4982412" y="3131969"/>
                  <a:pt x="4951241" y="3126415"/>
                </a:cubicBezTo>
                <a:cubicBezTo>
                  <a:pt x="4945663" y="3126834"/>
                  <a:pt x="4940334" y="3125886"/>
                  <a:pt x="4935023" y="3124875"/>
                </a:cubicBezTo>
                <a:lnTo>
                  <a:pt x="gd1327" y="gd1328"/>
                </a:lnTo>
                <a:cubicBezTo>
                  <a:pt x="4576056" y="3064328"/>
                  <a:pt x="4295017" y="2783551"/>
                  <a:pt x="4244741" y="2430686"/>
                </a:cubicBezTo>
                <a:cubicBezTo>
                  <a:pt x="4244574" y="2430633"/>
                  <a:pt x="4244405" y="2430628"/>
                  <a:pt x="4244236" y="2430623"/>
                </a:cubicBezTo>
                <a:lnTo>
                  <a:pt x="gd1333" y="gd1334"/>
                </a:lnTo>
                <a:cubicBezTo>
                  <a:pt x="4238639" y="2393697"/>
                  <a:pt x="4236188" y="2362806"/>
                  <a:pt x="4236230" y="2331471"/>
                </a:cubicBezTo>
                <a:cubicBezTo>
                  <a:pt x="4234918" y="2325843"/>
                  <a:pt x="4234860" y="2320176"/>
                  <a:pt x="4234860" y="2314495"/>
                </a:cubicBezTo>
                <a:lnTo>
                  <a:pt x="gd1339" y="gd1340"/>
                </a:lnTo>
                <a:lnTo>
                  <a:pt x="gd1341" y="gd1342"/>
                </a:lnTo>
                <a:lnTo>
                  <a:pt x="gd1343" y="gd1344"/>
                </a:lnTo>
                <a:close/>
                <a:moveTo>
                  <a:pt x="gd1345" y="gd1346"/>
                </a:moveTo>
                <a:lnTo>
                  <a:pt x="gd1347" y="gd1348"/>
                </a:lnTo>
                <a:lnTo>
                  <a:pt x="gd1349" y="gd1350"/>
                </a:lnTo>
                <a:lnTo>
                  <a:pt x="gd1351" y="gd1352"/>
                </a:lnTo>
                <a:cubicBezTo>
                  <a:pt x="4214345" y="2320176"/>
                  <a:pt x="4214286" y="2325843"/>
                  <a:pt x="4212974" y="2331471"/>
                </a:cubicBezTo>
                <a:cubicBezTo>
                  <a:pt x="4213016" y="2362806"/>
                  <a:pt x="4210566" y="2393697"/>
                  <a:pt x="4205507" y="2423947"/>
                </a:cubicBezTo>
                <a:lnTo>
                  <a:pt x="gd1357" y="gd1358"/>
                </a:lnTo>
                <a:cubicBezTo>
                  <a:pt x="4204799" y="2430628"/>
                  <a:pt x="4204631" y="2430633"/>
                  <a:pt x="4204463" y="2430686"/>
                </a:cubicBezTo>
                <a:cubicBezTo>
                  <a:pt x="4154188" y="2783551"/>
                  <a:pt x="3873149" y="3064328"/>
                  <a:pt x="3514297" y="3123727"/>
                </a:cubicBezTo>
                <a:lnTo>
                  <a:pt x="gd1363" y="gd1364"/>
                </a:lnTo>
                <a:cubicBezTo>
                  <a:pt x="3508871" y="3125886"/>
                  <a:pt x="3503542" y="3126834"/>
                  <a:pt x="3497965" y="3126415"/>
                </a:cubicBezTo>
                <a:cubicBezTo>
                  <a:pt x="3466793" y="3131969"/>
                  <a:pt x="3434912" y="3134950"/>
                  <a:pt x="3402538" y="3135477"/>
                </a:cubicBezTo>
                <a:lnTo>
                  <a:pt x="gd1369" y="gd1370"/>
                </a:lnTo>
                <a:lnTo>
                  <a:pt x="gd1371" y="gd1372"/>
                </a:lnTo>
                <a:lnTo>
                  <a:pt x="gd1373" y="gd1374"/>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gd1381" y="gd1382"/>
                </a:lnTo>
                <a:cubicBezTo>
                  <a:pt x="3393845" y="3009068"/>
                  <a:pt x="3394015" y="3009063"/>
                  <a:pt x="3394182" y="3009010"/>
                </a:cubicBezTo>
                <a:cubicBezTo>
                  <a:pt x="3444459" y="2656144"/>
                  <a:pt x="3725498" y="2375367"/>
                  <a:pt x="4084348" y="2315969"/>
                </a:cubicBezTo>
                <a:lnTo>
                  <a:pt x="gd1387" y="gd1388"/>
                </a:lnTo>
                <a:cubicBezTo>
                  <a:pt x="4089774" y="2313811"/>
                  <a:pt x="4095102" y="2312863"/>
                  <a:pt x="4100678" y="2313282"/>
                </a:cubicBezTo>
                <a:cubicBezTo>
                  <a:pt x="4131861" y="2307725"/>
                  <a:pt x="4163754" y="2304744"/>
                  <a:pt x="4196139" y="2304217"/>
                </a:cubicBezTo>
                <a:lnTo>
                  <a:pt x="gd1393" y="gd1394"/>
                </a:lnTo>
                <a:close/>
                <a:moveTo>
                  <a:pt x="gd1395" y="gd1396"/>
                </a:moveTo>
                <a:lnTo>
                  <a:pt x="gd1397" y="gd1398"/>
                </a:lnTo>
                <a:cubicBezTo>
                  <a:pt x="2593300" y="2304744"/>
                  <a:pt x="2625192" y="2307725"/>
                  <a:pt x="2656376" y="2313282"/>
                </a:cubicBezTo>
                <a:cubicBezTo>
                  <a:pt x="2661952" y="2312863"/>
                  <a:pt x="2667280" y="2313811"/>
                  <a:pt x="2672588" y="2314821"/>
                </a:cubicBezTo>
                <a:lnTo>
                  <a:pt x="gd1403" y="gd1404"/>
                </a:lnTo>
                <a:cubicBezTo>
                  <a:pt x="3031556" y="2375367"/>
                  <a:pt x="3312595" y="2656144"/>
                  <a:pt x="3362871" y="3009010"/>
                </a:cubicBezTo>
                <a:cubicBezTo>
                  <a:pt x="3363039" y="3009063"/>
                  <a:pt x="3363208" y="3009068"/>
                  <a:pt x="3363377" y="3009073"/>
                </a:cubicBezTo>
                <a:lnTo>
                  <a:pt x="gd1409" y="gd1410"/>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gd1417" y="gd1418"/>
                </a:lnTo>
                <a:lnTo>
                  <a:pt x="gd1419" y="gd1420"/>
                </a:lnTo>
                <a:lnTo>
                  <a:pt x="gd1421" y="gd1422"/>
                </a:lnTo>
                <a:cubicBezTo>
                  <a:pt x="3322141" y="3134950"/>
                  <a:pt x="3290261" y="3131969"/>
                  <a:pt x="3259089" y="3126415"/>
                </a:cubicBezTo>
                <a:cubicBezTo>
                  <a:pt x="3253512" y="3126834"/>
                  <a:pt x="3248183" y="3125886"/>
                  <a:pt x="3242872" y="3124875"/>
                </a:cubicBezTo>
                <a:lnTo>
                  <a:pt x="gd1427" y="gd1428"/>
                </a:lnTo>
                <a:cubicBezTo>
                  <a:pt x="2883905" y="3064328"/>
                  <a:pt x="2602866" y="2783551"/>
                  <a:pt x="2552590" y="2430686"/>
                </a:cubicBezTo>
                <a:cubicBezTo>
                  <a:pt x="2552423" y="2430633"/>
                  <a:pt x="2552254" y="2430628"/>
                  <a:pt x="2552085" y="2430623"/>
                </a:cubicBezTo>
                <a:lnTo>
                  <a:pt x="gd1433" y="gd1434"/>
                </a:lnTo>
                <a:cubicBezTo>
                  <a:pt x="2546488" y="2393697"/>
                  <a:pt x="2544037" y="2362806"/>
                  <a:pt x="2544079" y="2331471"/>
                </a:cubicBezTo>
                <a:cubicBezTo>
                  <a:pt x="2542767" y="2325843"/>
                  <a:pt x="2542709" y="2320176"/>
                  <a:pt x="2542709" y="2314495"/>
                </a:cubicBezTo>
                <a:lnTo>
                  <a:pt x="gd1439" y="gd1440"/>
                </a:lnTo>
                <a:lnTo>
                  <a:pt x="gd1441" y="gd1442"/>
                </a:lnTo>
                <a:lnTo>
                  <a:pt x="gd1443" y="gd1444"/>
                </a:lnTo>
                <a:close/>
                <a:moveTo>
                  <a:pt x="gd1445" y="gd1446"/>
                </a:moveTo>
                <a:lnTo>
                  <a:pt x="gd1447" y="gd1448"/>
                </a:lnTo>
                <a:lnTo>
                  <a:pt x="gd1449" y="gd1450"/>
                </a:lnTo>
                <a:lnTo>
                  <a:pt x="gd1451" y="gd1452"/>
                </a:lnTo>
                <a:cubicBezTo>
                  <a:pt x="2522194" y="2320176"/>
                  <a:pt x="2522135" y="2325843"/>
                  <a:pt x="2520823" y="2331471"/>
                </a:cubicBezTo>
                <a:cubicBezTo>
                  <a:pt x="2520865" y="2362806"/>
                  <a:pt x="2518415" y="2393697"/>
                  <a:pt x="2513356" y="2423947"/>
                </a:cubicBezTo>
                <a:lnTo>
                  <a:pt x="gd1457" y="gd1458"/>
                </a:lnTo>
                <a:cubicBezTo>
                  <a:pt x="2512648" y="2430628"/>
                  <a:pt x="2512480" y="2430633"/>
                  <a:pt x="2512312" y="2430686"/>
                </a:cubicBezTo>
                <a:cubicBezTo>
                  <a:pt x="2462037" y="2783551"/>
                  <a:pt x="2180998" y="3064328"/>
                  <a:pt x="1822147" y="3123727"/>
                </a:cubicBezTo>
                <a:lnTo>
                  <a:pt x="gd1463" y="gd1464"/>
                </a:lnTo>
                <a:cubicBezTo>
                  <a:pt x="1816720" y="3125886"/>
                  <a:pt x="1811391" y="3126834"/>
                  <a:pt x="1805814" y="3126415"/>
                </a:cubicBezTo>
                <a:cubicBezTo>
                  <a:pt x="1774642" y="3131969"/>
                  <a:pt x="1742762" y="3134950"/>
                  <a:pt x="1710387" y="3135477"/>
                </a:cubicBezTo>
                <a:lnTo>
                  <a:pt x="gd1469" y="gd1470"/>
                </a:lnTo>
                <a:lnTo>
                  <a:pt x="gd1471" y="gd1472"/>
                </a:lnTo>
                <a:lnTo>
                  <a:pt x="gd1473" y="gd1474"/>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gd1481" y="gd1482"/>
                </a:lnTo>
                <a:cubicBezTo>
                  <a:pt x="1701694" y="3009068"/>
                  <a:pt x="1701864" y="3009063"/>
                  <a:pt x="1702031" y="3009010"/>
                </a:cubicBezTo>
                <a:cubicBezTo>
                  <a:pt x="1752308" y="2656144"/>
                  <a:pt x="2033347" y="2375367"/>
                  <a:pt x="2392197" y="2315969"/>
                </a:cubicBezTo>
                <a:lnTo>
                  <a:pt x="gd1487" y="gd1488"/>
                </a:lnTo>
                <a:cubicBezTo>
                  <a:pt x="2397623" y="2313811"/>
                  <a:pt x="2402951" y="2312863"/>
                  <a:pt x="2408527" y="2313282"/>
                </a:cubicBezTo>
                <a:cubicBezTo>
                  <a:pt x="2439710" y="2307725"/>
                  <a:pt x="2471603" y="2304744"/>
                  <a:pt x="2503988" y="2304217"/>
                </a:cubicBezTo>
                <a:lnTo>
                  <a:pt x="gd1493" y="gd1494"/>
                </a:lnTo>
                <a:close/>
                <a:moveTo>
                  <a:pt x="gd1495" y="gd1496"/>
                </a:moveTo>
                <a:lnTo>
                  <a:pt x="gd1497" y="gd1498"/>
                </a:lnTo>
                <a:cubicBezTo>
                  <a:pt x="901149" y="2304744"/>
                  <a:pt x="933041" y="2307725"/>
                  <a:pt x="964225" y="2313282"/>
                </a:cubicBezTo>
                <a:cubicBezTo>
                  <a:pt x="969801" y="2312863"/>
                  <a:pt x="975129" y="2313811"/>
                  <a:pt x="980437" y="2314821"/>
                </a:cubicBezTo>
                <a:lnTo>
                  <a:pt x="gd1503" y="gd1504"/>
                </a:lnTo>
                <a:cubicBezTo>
                  <a:pt x="1339405" y="2375367"/>
                  <a:pt x="1620444" y="2656144"/>
                  <a:pt x="1670720" y="3009010"/>
                </a:cubicBezTo>
                <a:cubicBezTo>
                  <a:pt x="1670888" y="3009063"/>
                  <a:pt x="1671057" y="3009068"/>
                  <a:pt x="1671226" y="3009073"/>
                </a:cubicBezTo>
                <a:lnTo>
                  <a:pt x="gd1509" y="gd1510"/>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gd1517" y="gd1518"/>
                </a:lnTo>
                <a:lnTo>
                  <a:pt x="gd1519" y="gd1520"/>
                </a:lnTo>
                <a:lnTo>
                  <a:pt x="gd1521" y="gd1522"/>
                </a:lnTo>
                <a:cubicBezTo>
                  <a:pt x="1629990" y="3134950"/>
                  <a:pt x="1598110" y="3131969"/>
                  <a:pt x="1566938" y="3126415"/>
                </a:cubicBezTo>
                <a:cubicBezTo>
                  <a:pt x="1561361" y="3126834"/>
                  <a:pt x="1556032" y="3125886"/>
                  <a:pt x="1550721" y="3124875"/>
                </a:cubicBezTo>
                <a:lnTo>
                  <a:pt x="gd1527" y="gd1528"/>
                </a:lnTo>
                <a:cubicBezTo>
                  <a:pt x="1191754" y="3064328"/>
                  <a:pt x="910715" y="2783551"/>
                  <a:pt x="860439" y="2430686"/>
                </a:cubicBezTo>
                <a:cubicBezTo>
                  <a:pt x="860272" y="2430633"/>
                  <a:pt x="860103" y="2430628"/>
                  <a:pt x="859934" y="2430623"/>
                </a:cubicBezTo>
                <a:lnTo>
                  <a:pt x="gd1533" y="gd1534"/>
                </a:lnTo>
                <a:cubicBezTo>
                  <a:pt x="854337" y="2393697"/>
                  <a:pt x="851886" y="2362806"/>
                  <a:pt x="851928" y="2331471"/>
                </a:cubicBezTo>
                <a:cubicBezTo>
                  <a:pt x="850616" y="2325843"/>
                  <a:pt x="850558" y="2320176"/>
                  <a:pt x="850558" y="2314495"/>
                </a:cubicBezTo>
                <a:lnTo>
                  <a:pt x="gd1539" y="gd1540"/>
                </a:lnTo>
                <a:lnTo>
                  <a:pt x="gd1541" y="gd1542"/>
                </a:lnTo>
                <a:lnTo>
                  <a:pt x="gd1543" y="gd1544"/>
                </a:lnTo>
                <a:close/>
                <a:moveTo>
                  <a:pt x="gd1545" y="gd1546"/>
                </a:moveTo>
                <a:lnTo>
                  <a:pt x="gd1547" y="gd1548"/>
                </a:lnTo>
                <a:lnTo>
                  <a:pt x="gd1549" y="gd1550"/>
                </a:lnTo>
                <a:lnTo>
                  <a:pt x="gd1551" y="gd1552"/>
                </a:lnTo>
                <a:cubicBezTo>
                  <a:pt x="830043" y="2320176"/>
                  <a:pt x="829984" y="2325843"/>
                  <a:pt x="828672" y="2331471"/>
                </a:cubicBezTo>
                <a:cubicBezTo>
                  <a:pt x="828714" y="2362806"/>
                  <a:pt x="826264" y="2393697"/>
                  <a:pt x="821205" y="2423947"/>
                </a:cubicBezTo>
                <a:lnTo>
                  <a:pt x="gd1557" y="gd1558"/>
                </a:lnTo>
                <a:cubicBezTo>
                  <a:pt x="820497" y="2430628"/>
                  <a:pt x="820329" y="2430633"/>
                  <a:pt x="820161" y="2430686"/>
                </a:cubicBezTo>
                <a:cubicBezTo>
                  <a:pt x="769886" y="2783551"/>
                  <a:pt x="488847" y="3064328"/>
                  <a:pt x="129995" y="3123727"/>
                </a:cubicBezTo>
                <a:lnTo>
                  <a:pt x="gd1563" y="gd1564"/>
                </a:lnTo>
                <a:cubicBezTo>
                  <a:pt x="124569" y="3125886"/>
                  <a:pt x="119240" y="3126834"/>
                  <a:pt x="113663" y="3126415"/>
                </a:cubicBezTo>
                <a:cubicBezTo>
                  <a:pt x="82491" y="3131969"/>
                  <a:pt x="50611" y="3134950"/>
                  <a:pt x="18236" y="3135477"/>
                </a:cubicBezTo>
                <a:lnTo>
                  <a:pt x="gd1569" y="gd1570"/>
                </a:lnTo>
                <a:lnTo>
                  <a:pt x="gd1571" y="gd1572"/>
                </a:lnTo>
                <a:lnTo>
                  <a:pt x="gd1573" y="gd1574"/>
                </a:lnTo>
                <a:cubicBezTo>
                  <a:pt x="27" y="3132839"/>
                  <a:pt x="0" y="3129023"/>
                  <a:pt x="0" y="3125201"/>
                </a:cubicBezTo>
                <a:cubicBezTo>
                  <a:pt x="0" y="3119519"/>
                  <a:pt x="58" y="3113850"/>
                  <a:pt x="1370" y="3108220"/>
                </a:cubicBezTo>
                <a:cubicBezTo>
                  <a:pt x="1328" y="3076892"/>
                  <a:pt x="3778" y="3046007"/>
                  <a:pt x="8835" y="3015763"/>
                </a:cubicBezTo>
                <a:lnTo>
                  <a:pt x="gd1581" y="gd1582"/>
                </a:lnTo>
                <a:cubicBezTo>
                  <a:pt x="9543" y="3009068"/>
                  <a:pt x="9713" y="3009063"/>
                  <a:pt x="9880" y="3009010"/>
                </a:cubicBezTo>
                <a:cubicBezTo>
                  <a:pt x="60157" y="2656144"/>
                  <a:pt x="341196" y="2375367"/>
                  <a:pt x="700046" y="2315969"/>
                </a:cubicBezTo>
                <a:lnTo>
                  <a:pt x="gd1587" y="gd1588"/>
                </a:lnTo>
                <a:cubicBezTo>
                  <a:pt x="705472" y="2313811"/>
                  <a:pt x="710800" y="2312863"/>
                  <a:pt x="716376" y="2313282"/>
                </a:cubicBezTo>
                <a:cubicBezTo>
                  <a:pt x="747559" y="2307725"/>
                  <a:pt x="779452" y="2304744"/>
                  <a:pt x="811837" y="2304217"/>
                </a:cubicBezTo>
                <a:lnTo>
                  <a:pt x="gd1593" y="gd1594"/>
                </a:lnTo>
                <a:close/>
                <a:moveTo>
                  <a:pt x="gd1595" y="gd1596"/>
                </a:moveTo>
                <a:cubicBezTo>
                  <a:pt x="8030646" y="1666766"/>
                  <a:pt x="7815802" y="1879876"/>
                  <a:pt x="7762527" y="2148655"/>
                </a:cubicBezTo>
                <a:cubicBezTo>
                  <a:pt x="8037717" y="2089976"/>
                  <a:pt x="8252560" y="1876866"/>
                  <a:pt x="8305836" y="1608087"/>
                </a:cubicBezTo>
                <a:close/>
                <a:moveTo>
                  <a:pt x="gd1601" y="gd1602"/>
                </a:moveTo>
                <a:cubicBezTo>
                  <a:pt x="6965247" y="1876866"/>
                  <a:pt x="7180090" y="2089976"/>
                  <a:pt x="7455280" y="2148655"/>
                </a:cubicBezTo>
                <a:cubicBezTo>
                  <a:pt x="7402005" y="1879876"/>
                  <a:pt x="7187161" y="1666766"/>
                  <a:pt x="6911971" y="1608087"/>
                </a:cubicBezTo>
                <a:close/>
                <a:moveTo>
                  <a:pt x="gd1607" y="gd1608"/>
                </a:moveTo>
                <a:cubicBezTo>
                  <a:pt x="6338495" y="1666766"/>
                  <a:pt x="6123651" y="1879876"/>
                  <a:pt x="6070376" y="2148655"/>
                </a:cubicBezTo>
                <a:cubicBezTo>
                  <a:pt x="6345566" y="2089976"/>
                  <a:pt x="6560409" y="1876866"/>
                  <a:pt x="6613685" y="1608087"/>
                </a:cubicBezTo>
                <a:close/>
                <a:moveTo>
                  <a:pt x="gd1613" y="gd1614"/>
                </a:moveTo>
                <a:cubicBezTo>
                  <a:pt x="5273096" y="1876866"/>
                  <a:pt x="5487939" y="2089976"/>
                  <a:pt x="5763129" y="2148655"/>
                </a:cubicBezTo>
                <a:cubicBezTo>
                  <a:pt x="5709854" y="1879876"/>
                  <a:pt x="5495010" y="1666766"/>
                  <a:pt x="5219820" y="1608087"/>
                </a:cubicBezTo>
                <a:close/>
                <a:moveTo>
                  <a:pt x="gd1619" y="gd1620"/>
                </a:moveTo>
                <a:cubicBezTo>
                  <a:pt x="4646344" y="1666766"/>
                  <a:pt x="4431500" y="1879876"/>
                  <a:pt x="4378225" y="2148655"/>
                </a:cubicBezTo>
                <a:cubicBezTo>
                  <a:pt x="4653415" y="2089976"/>
                  <a:pt x="4868259" y="1876866"/>
                  <a:pt x="4921534" y="1608087"/>
                </a:cubicBezTo>
                <a:close/>
                <a:moveTo>
                  <a:pt x="gd1625" y="gd1626"/>
                </a:moveTo>
                <a:cubicBezTo>
                  <a:pt x="3580945" y="1876866"/>
                  <a:pt x="3795788" y="2089976"/>
                  <a:pt x="4070978" y="2148655"/>
                </a:cubicBezTo>
                <a:cubicBezTo>
                  <a:pt x="4017703" y="1879876"/>
                  <a:pt x="3802859" y="1666766"/>
                  <a:pt x="3527669" y="1608087"/>
                </a:cubicBezTo>
                <a:close/>
                <a:moveTo>
                  <a:pt x="gd1631" y="gd1632"/>
                </a:moveTo>
                <a:cubicBezTo>
                  <a:pt x="2954193" y="1666766"/>
                  <a:pt x="2739349" y="1879876"/>
                  <a:pt x="2686074" y="2148655"/>
                </a:cubicBezTo>
                <a:cubicBezTo>
                  <a:pt x="2961264" y="2089976"/>
                  <a:pt x="3176107" y="1876866"/>
                  <a:pt x="3229383" y="1608087"/>
                </a:cubicBezTo>
                <a:close/>
                <a:moveTo>
                  <a:pt x="gd1637" y="gd1638"/>
                </a:moveTo>
                <a:cubicBezTo>
                  <a:pt x="1888794" y="1876866"/>
                  <a:pt x="2103637" y="2089976"/>
                  <a:pt x="2378827" y="2148655"/>
                </a:cubicBezTo>
                <a:cubicBezTo>
                  <a:pt x="2325552" y="1879876"/>
                  <a:pt x="2110708" y="1666766"/>
                  <a:pt x="1835518" y="1608087"/>
                </a:cubicBezTo>
                <a:close/>
                <a:moveTo>
                  <a:pt x="gd1643" y="gd1644"/>
                </a:moveTo>
                <a:cubicBezTo>
                  <a:pt x="1262042" y="1666766"/>
                  <a:pt x="1047198" y="1879876"/>
                  <a:pt x="993923" y="2148655"/>
                </a:cubicBezTo>
                <a:cubicBezTo>
                  <a:pt x="1269113" y="2089976"/>
                  <a:pt x="1483956" y="1876866"/>
                  <a:pt x="1537232" y="1608087"/>
                </a:cubicBezTo>
                <a:close/>
                <a:moveTo>
                  <a:pt x="gd1649" y="gd1650"/>
                </a:moveTo>
                <a:cubicBezTo>
                  <a:pt x="196643" y="1876866"/>
                  <a:pt x="411486" y="2089976"/>
                  <a:pt x="686676" y="2148655"/>
                </a:cubicBezTo>
                <a:cubicBezTo>
                  <a:pt x="633401" y="1879876"/>
                  <a:pt x="418557" y="1666766"/>
                  <a:pt x="143367" y="1608087"/>
                </a:cubicBezTo>
                <a:close/>
                <a:moveTo>
                  <a:pt x="gd1655" y="gd1656"/>
                </a:moveTo>
                <a:lnTo>
                  <a:pt x="gd1657" y="gd1658"/>
                </a:lnTo>
                <a:cubicBezTo>
                  <a:pt x="8511346" y="1466527"/>
                  <a:pt x="8543239" y="1469485"/>
                  <a:pt x="8574422" y="1474998"/>
                </a:cubicBezTo>
                <a:cubicBezTo>
                  <a:pt x="8579998" y="1474582"/>
                  <a:pt x="8585326" y="1475523"/>
                  <a:pt x="8590635" y="1476525"/>
                </a:cubicBezTo>
                <a:lnTo>
                  <a:pt x="gd1663" y="gd1664"/>
                </a:lnTo>
                <a:cubicBezTo>
                  <a:pt x="8815033" y="1514497"/>
                  <a:pt x="9008920" y="1637126"/>
                  <a:pt x="9135069" y="1809390"/>
                </a:cubicBezTo>
                <a:lnTo>
                  <a:pt x="gd1667" y="gd1668"/>
                </a:lnTo>
                <a:lnTo>
                  <a:pt x="gd1669" y="gd1670"/>
                </a:lnTo>
                <a:lnTo>
                  <a:pt x="gd1671" y="gd1672"/>
                </a:lnTo>
                <a:cubicBezTo>
                  <a:pt x="9039502" y="1829012"/>
                  <a:pt x="8844913" y="1659431"/>
                  <a:pt x="8604122" y="1608087"/>
                </a:cubicBezTo>
                <a:cubicBezTo>
                  <a:pt x="8650738" y="1843269"/>
                  <a:pt x="8821055" y="2035829"/>
                  <a:pt x="9047261" y="2119605"/>
                </a:cubicBezTo>
                <a:lnTo>
                  <a:pt x="gd1677" y="gd1678"/>
                </a:lnTo>
                <a:lnTo>
                  <a:pt x="gd1679" y="gd1680"/>
                </a:lnTo>
                <a:lnTo>
                  <a:pt x="gd1681" y="gd1682"/>
                </a:lnTo>
                <a:cubicBezTo>
                  <a:pt x="8735297" y="2149386"/>
                  <a:pt x="8514628" y="1897812"/>
                  <a:pt x="8470637" y="1591480"/>
                </a:cubicBezTo>
                <a:cubicBezTo>
                  <a:pt x="8470469" y="1591427"/>
                  <a:pt x="8470301" y="1591423"/>
                  <a:pt x="8470131" y="1591418"/>
                </a:cubicBezTo>
                <a:lnTo>
                  <a:pt x="gd1687" y="gd1688"/>
                </a:lnTo>
                <a:cubicBezTo>
                  <a:pt x="8464534" y="1554782"/>
                  <a:pt x="8462083" y="1524133"/>
                  <a:pt x="8462126" y="1493044"/>
                </a:cubicBezTo>
                <a:cubicBezTo>
                  <a:pt x="8460814" y="1487460"/>
                  <a:pt x="8460755" y="1481838"/>
                  <a:pt x="8460755" y="1476202"/>
                </a:cubicBezTo>
                <a:lnTo>
                  <a:pt x="gd1693" y="gd1694"/>
                </a:lnTo>
                <a:lnTo>
                  <a:pt x="gd1695" y="gd1696"/>
                </a:lnTo>
                <a:lnTo>
                  <a:pt x="gd1697" y="gd1698"/>
                </a:lnTo>
                <a:close/>
                <a:moveTo>
                  <a:pt x="gd1699" y="gd1700"/>
                </a:moveTo>
                <a:lnTo>
                  <a:pt x="gd1701" y="gd1702"/>
                </a:lnTo>
                <a:lnTo>
                  <a:pt x="gd1703" y="gd1704"/>
                </a:lnTo>
                <a:lnTo>
                  <a:pt x="gd1705" y="gd1706"/>
                </a:lnTo>
                <a:cubicBezTo>
                  <a:pt x="8449203" y="1481838"/>
                  <a:pt x="8449144" y="1487460"/>
                  <a:pt x="8447832" y="1493044"/>
                </a:cubicBezTo>
                <a:cubicBezTo>
                  <a:pt x="8447875" y="1524133"/>
                  <a:pt x="8445424" y="1554782"/>
                  <a:pt x="8440365" y="1584794"/>
                </a:cubicBezTo>
                <a:lnTo>
                  <a:pt x="gd1711" y="gd1712"/>
                </a:lnTo>
                <a:cubicBezTo>
                  <a:pt x="8439657" y="1591423"/>
                  <a:pt x="8439489" y="1591427"/>
                  <a:pt x="8439321" y="1591480"/>
                </a:cubicBezTo>
                <a:cubicBezTo>
                  <a:pt x="8389046" y="1941574"/>
                  <a:pt x="8108007" y="2220146"/>
                  <a:pt x="7749156" y="2279078"/>
                </a:cubicBezTo>
                <a:lnTo>
                  <a:pt x="gd1717" y="gd1718"/>
                </a:lnTo>
                <a:cubicBezTo>
                  <a:pt x="7743729" y="2281220"/>
                  <a:pt x="7738400" y="2282161"/>
                  <a:pt x="7732823" y="2281745"/>
                </a:cubicBezTo>
                <a:cubicBezTo>
                  <a:pt x="7701651" y="2287255"/>
                  <a:pt x="7669771" y="2290213"/>
                  <a:pt x="7637396" y="2290736"/>
                </a:cubicBezTo>
                <a:lnTo>
                  <a:pt x="gd1723" y="gd1724"/>
                </a:lnTo>
                <a:lnTo>
                  <a:pt x="gd1725" y="gd1726"/>
                </a:lnTo>
                <a:lnTo>
                  <a:pt x="gd1727" y="gd1728"/>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gd1735" y="gd1736"/>
                </a:lnTo>
                <a:cubicBezTo>
                  <a:pt x="7628704" y="2165320"/>
                  <a:pt x="7628873" y="2165315"/>
                  <a:pt x="7629040" y="2165262"/>
                </a:cubicBezTo>
                <a:cubicBezTo>
                  <a:pt x="7679317" y="1815167"/>
                  <a:pt x="7960356" y="1536596"/>
                  <a:pt x="8319206" y="1477664"/>
                </a:cubicBezTo>
                <a:lnTo>
                  <a:pt x="gd1741" y="gd1742"/>
                </a:lnTo>
                <a:cubicBezTo>
                  <a:pt x="8324632" y="1475523"/>
                  <a:pt x="8329960" y="1474582"/>
                  <a:pt x="8335536" y="1474998"/>
                </a:cubicBezTo>
                <a:cubicBezTo>
                  <a:pt x="8366719" y="1469485"/>
                  <a:pt x="8398612" y="1466527"/>
                  <a:pt x="8430998" y="1466004"/>
                </a:cubicBezTo>
                <a:lnTo>
                  <a:pt x="gd1747" y="gd1748"/>
                </a:lnTo>
                <a:close/>
                <a:moveTo>
                  <a:pt x="gd1749" y="gd1750"/>
                </a:moveTo>
                <a:lnTo>
                  <a:pt x="gd1751" y="gd1752"/>
                </a:lnTo>
                <a:cubicBezTo>
                  <a:pt x="6819195" y="1466527"/>
                  <a:pt x="6851088" y="1469485"/>
                  <a:pt x="6882271" y="1474998"/>
                </a:cubicBezTo>
                <a:cubicBezTo>
                  <a:pt x="6887847" y="1474582"/>
                  <a:pt x="6893175" y="1475523"/>
                  <a:pt x="6898484" y="1476525"/>
                </a:cubicBezTo>
                <a:lnTo>
                  <a:pt x="gd1757" y="gd1758"/>
                </a:lnTo>
                <a:cubicBezTo>
                  <a:pt x="7257451" y="1536596"/>
                  <a:pt x="7538490" y="1815167"/>
                  <a:pt x="7588766" y="2165262"/>
                </a:cubicBezTo>
                <a:cubicBezTo>
                  <a:pt x="7588934" y="2165315"/>
                  <a:pt x="7589103" y="2165320"/>
                  <a:pt x="7589272" y="2165325"/>
                </a:cubicBezTo>
                <a:lnTo>
                  <a:pt x="gd1763" y="gd1764"/>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gd1771" y="gd1772"/>
                </a:lnTo>
                <a:lnTo>
                  <a:pt x="gd1773" y="gd1774"/>
                </a:lnTo>
                <a:lnTo>
                  <a:pt x="gd1775" y="gd1776"/>
                </a:lnTo>
                <a:cubicBezTo>
                  <a:pt x="7548036" y="2290213"/>
                  <a:pt x="7516156" y="2287255"/>
                  <a:pt x="7484984" y="2281745"/>
                </a:cubicBezTo>
                <a:cubicBezTo>
                  <a:pt x="7479407" y="2282161"/>
                  <a:pt x="7474078" y="2281220"/>
                  <a:pt x="7468767" y="2280217"/>
                </a:cubicBezTo>
                <a:lnTo>
                  <a:pt x="gd1781" y="gd1782"/>
                </a:lnTo>
                <a:cubicBezTo>
                  <a:pt x="7109800" y="2220146"/>
                  <a:pt x="6828761" y="1941574"/>
                  <a:pt x="6778486" y="1591480"/>
                </a:cubicBezTo>
                <a:cubicBezTo>
                  <a:pt x="6778318" y="1591427"/>
                  <a:pt x="6778150" y="1591423"/>
                  <a:pt x="6777980" y="1591418"/>
                </a:cubicBezTo>
                <a:lnTo>
                  <a:pt x="gd1787" y="gd1788"/>
                </a:lnTo>
                <a:cubicBezTo>
                  <a:pt x="6772383" y="1554782"/>
                  <a:pt x="6769933" y="1524133"/>
                  <a:pt x="6769975" y="1493044"/>
                </a:cubicBezTo>
                <a:cubicBezTo>
                  <a:pt x="6768663" y="1487460"/>
                  <a:pt x="6768604" y="1481838"/>
                  <a:pt x="6768604" y="1476202"/>
                </a:cubicBezTo>
                <a:lnTo>
                  <a:pt x="gd1793" y="gd1794"/>
                </a:lnTo>
                <a:lnTo>
                  <a:pt x="gd1795" y="gd1796"/>
                </a:lnTo>
                <a:lnTo>
                  <a:pt x="gd1797" y="gd1798"/>
                </a:lnTo>
                <a:close/>
                <a:moveTo>
                  <a:pt x="gd1799" y="gd1800"/>
                </a:moveTo>
                <a:lnTo>
                  <a:pt x="gd1801" y="gd1802"/>
                </a:lnTo>
                <a:lnTo>
                  <a:pt x="gd1803" y="gd1804"/>
                </a:lnTo>
                <a:lnTo>
                  <a:pt x="gd1805" y="gd1806"/>
                </a:lnTo>
                <a:cubicBezTo>
                  <a:pt x="6757052" y="1481838"/>
                  <a:pt x="6756994" y="1487460"/>
                  <a:pt x="6755682" y="1493044"/>
                </a:cubicBezTo>
                <a:cubicBezTo>
                  <a:pt x="6755724" y="1524133"/>
                  <a:pt x="6753273" y="1554782"/>
                  <a:pt x="6748215" y="1584794"/>
                </a:cubicBezTo>
                <a:lnTo>
                  <a:pt x="gd1811" y="gd1812"/>
                </a:lnTo>
                <a:cubicBezTo>
                  <a:pt x="6747507" y="1591423"/>
                  <a:pt x="6747338" y="1591427"/>
                  <a:pt x="6747171" y="1591480"/>
                </a:cubicBezTo>
                <a:cubicBezTo>
                  <a:pt x="6696895" y="1941574"/>
                  <a:pt x="6415856" y="2220146"/>
                  <a:pt x="6057005" y="2279078"/>
                </a:cubicBezTo>
                <a:lnTo>
                  <a:pt x="gd1817" y="gd1818"/>
                </a:lnTo>
                <a:cubicBezTo>
                  <a:pt x="6051578" y="2281220"/>
                  <a:pt x="6046249" y="2282161"/>
                  <a:pt x="6040672" y="2281745"/>
                </a:cubicBezTo>
                <a:cubicBezTo>
                  <a:pt x="6009500" y="2287255"/>
                  <a:pt x="5977620" y="2290213"/>
                  <a:pt x="5945246" y="2290736"/>
                </a:cubicBezTo>
                <a:lnTo>
                  <a:pt x="gd1823" y="gd1824"/>
                </a:lnTo>
                <a:lnTo>
                  <a:pt x="gd1825" y="gd1826"/>
                </a:lnTo>
                <a:lnTo>
                  <a:pt x="gd1827" y="gd1828"/>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gd1835" y="gd1836"/>
                </a:lnTo>
                <a:cubicBezTo>
                  <a:pt x="5936553" y="2165320"/>
                  <a:pt x="5936722" y="2165315"/>
                  <a:pt x="5936890" y="2165262"/>
                </a:cubicBezTo>
                <a:cubicBezTo>
                  <a:pt x="5987166" y="1815167"/>
                  <a:pt x="6268205" y="1536596"/>
                  <a:pt x="6627056" y="1477664"/>
                </a:cubicBezTo>
                <a:lnTo>
                  <a:pt x="gd1841" y="gd1842"/>
                </a:lnTo>
                <a:cubicBezTo>
                  <a:pt x="6632481" y="1475523"/>
                  <a:pt x="6637809" y="1474582"/>
                  <a:pt x="6643385" y="1474998"/>
                </a:cubicBezTo>
                <a:cubicBezTo>
                  <a:pt x="6674569" y="1469485"/>
                  <a:pt x="6706461" y="1466527"/>
                  <a:pt x="6738847" y="1466004"/>
                </a:cubicBezTo>
                <a:lnTo>
                  <a:pt x="gd1847" y="gd1848"/>
                </a:lnTo>
                <a:close/>
                <a:moveTo>
                  <a:pt x="gd1849" y="gd1850"/>
                </a:moveTo>
                <a:lnTo>
                  <a:pt x="gd1851" y="gd1852"/>
                </a:lnTo>
                <a:cubicBezTo>
                  <a:pt x="5127044" y="1466527"/>
                  <a:pt x="5158937" y="1469485"/>
                  <a:pt x="5190120" y="1474998"/>
                </a:cubicBezTo>
                <a:cubicBezTo>
                  <a:pt x="5195696" y="1474582"/>
                  <a:pt x="5201024" y="1475523"/>
                  <a:pt x="5206334" y="1476525"/>
                </a:cubicBezTo>
                <a:lnTo>
                  <a:pt x="gd1857" y="gd1858"/>
                </a:lnTo>
                <a:cubicBezTo>
                  <a:pt x="5565300" y="1536596"/>
                  <a:pt x="5846339" y="1815167"/>
                  <a:pt x="5896616" y="2165262"/>
                </a:cubicBezTo>
                <a:cubicBezTo>
                  <a:pt x="5896783" y="2165315"/>
                  <a:pt x="5896953" y="2165320"/>
                  <a:pt x="5897121" y="2165325"/>
                </a:cubicBezTo>
                <a:lnTo>
                  <a:pt x="gd1863" y="gd1864"/>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gd1871" y="gd1872"/>
                </a:lnTo>
                <a:lnTo>
                  <a:pt x="gd1873" y="gd1874"/>
                </a:lnTo>
                <a:lnTo>
                  <a:pt x="gd1875" y="gd1876"/>
                </a:lnTo>
                <a:cubicBezTo>
                  <a:pt x="5855886" y="2290213"/>
                  <a:pt x="5824005" y="2287255"/>
                  <a:pt x="5792833" y="2281745"/>
                </a:cubicBezTo>
                <a:cubicBezTo>
                  <a:pt x="5787256" y="2282161"/>
                  <a:pt x="5781927" y="2281220"/>
                  <a:pt x="5776617" y="2280217"/>
                </a:cubicBezTo>
                <a:lnTo>
                  <a:pt x="gd1881" y="gd1882"/>
                </a:lnTo>
                <a:cubicBezTo>
                  <a:pt x="5417649" y="2220146"/>
                  <a:pt x="5136610" y="1941574"/>
                  <a:pt x="5086335" y="1591480"/>
                </a:cubicBezTo>
                <a:cubicBezTo>
                  <a:pt x="5086167" y="1591427"/>
                  <a:pt x="5085999" y="1591423"/>
                  <a:pt x="5085830" y="1591418"/>
                </a:cubicBezTo>
                <a:lnTo>
                  <a:pt x="gd1887" y="gd1888"/>
                </a:lnTo>
                <a:cubicBezTo>
                  <a:pt x="5080233" y="1554782"/>
                  <a:pt x="5077782" y="1524133"/>
                  <a:pt x="5077824" y="1493044"/>
                </a:cubicBezTo>
                <a:cubicBezTo>
                  <a:pt x="5076512" y="1487460"/>
                  <a:pt x="5076453" y="1481838"/>
                  <a:pt x="5076453" y="1476202"/>
                </a:cubicBezTo>
                <a:lnTo>
                  <a:pt x="gd1893" y="gd1894"/>
                </a:lnTo>
                <a:lnTo>
                  <a:pt x="gd1895" y="gd1896"/>
                </a:lnTo>
                <a:lnTo>
                  <a:pt x="gd1897" y="gd1898"/>
                </a:lnTo>
                <a:close/>
                <a:moveTo>
                  <a:pt x="gd1899" y="gd1900"/>
                </a:moveTo>
                <a:lnTo>
                  <a:pt x="gd1901" y="gd1902"/>
                </a:lnTo>
                <a:lnTo>
                  <a:pt x="gd1903" y="gd1904"/>
                </a:lnTo>
                <a:lnTo>
                  <a:pt x="gd1905" y="gd1906"/>
                </a:lnTo>
                <a:cubicBezTo>
                  <a:pt x="5064902" y="1481838"/>
                  <a:pt x="5064842" y="1487460"/>
                  <a:pt x="5063530" y="1493044"/>
                </a:cubicBezTo>
                <a:cubicBezTo>
                  <a:pt x="5063572" y="1524133"/>
                  <a:pt x="5061122" y="1554782"/>
                  <a:pt x="5056063" y="1584794"/>
                </a:cubicBezTo>
                <a:lnTo>
                  <a:pt x="gd1911" y="gd1912"/>
                </a:lnTo>
                <a:cubicBezTo>
                  <a:pt x="5055355" y="1591423"/>
                  <a:pt x="5055187" y="1591427"/>
                  <a:pt x="5055019" y="1591480"/>
                </a:cubicBezTo>
                <a:cubicBezTo>
                  <a:pt x="5004744" y="1941574"/>
                  <a:pt x="4723705" y="2220146"/>
                  <a:pt x="4364853" y="2279078"/>
                </a:cubicBezTo>
                <a:lnTo>
                  <a:pt x="gd1917" y="gd1918"/>
                </a:lnTo>
                <a:cubicBezTo>
                  <a:pt x="4359427" y="2281220"/>
                  <a:pt x="4354098" y="2282161"/>
                  <a:pt x="4348521" y="2281745"/>
                </a:cubicBezTo>
                <a:cubicBezTo>
                  <a:pt x="4317350" y="2287255"/>
                  <a:pt x="4285468" y="2290213"/>
                  <a:pt x="4253094" y="2290736"/>
                </a:cubicBezTo>
                <a:lnTo>
                  <a:pt x="gd1923" y="gd1924"/>
                </a:lnTo>
                <a:lnTo>
                  <a:pt x="gd1925" y="gd1926"/>
                </a:lnTo>
                <a:lnTo>
                  <a:pt x="gd1927" y="gd1928"/>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gd1935" y="gd1936"/>
                </a:lnTo>
                <a:cubicBezTo>
                  <a:pt x="4244401" y="2165320"/>
                  <a:pt x="4244571" y="2165315"/>
                  <a:pt x="4244738" y="2165262"/>
                </a:cubicBezTo>
                <a:cubicBezTo>
                  <a:pt x="4295015" y="1815167"/>
                  <a:pt x="4576054" y="1536596"/>
                  <a:pt x="4934904" y="1477664"/>
                </a:cubicBezTo>
                <a:lnTo>
                  <a:pt x="gd1941" y="gd1942"/>
                </a:lnTo>
                <a:cubicBezTo>
                  <a:pt x="4940330" y="1475523"/>
                  <a:pt x="4945658" y="1474582"/>
                  <a:pt x="4951234" y="1474998"/>
                </a:cubicBezTo>
                <a:cubicBezTo>
                  <a:pt x="4982417" y="1469485"/>
                  <a:pt x="5014310" y="1466527"/>
                  <a:pt x="5046695" y="1466004"/>
                </a:cubicBezTo>
                <a:lnTo>
                  <a:pt x="gd1947" y="gd1948"/>
                </a:lnTo>
                <a:close/>
                <a:moveTo>
                  <a:pt x="gd1949" y="gd1950"/>
                </a:moveTo>
                <a:lnTo>
                  <a:pt x="gd1951" y="gd1952"/>
                </a:lnTo>
                <a:cubicBezTo>
                  <a:pt x="3434893" y="1466527"/>
                  <a:pt x="3466785" y="1469485"/>
                  <a:pt x="3497969" y="1474998"/>
                </a:cubicBezTo>
                <a:cubicBezTo>
                  <a:pt x="3503545" y="1474582"/>
                  <a:pt x="3508873" y="1475523"/>
                  <a:pt x="3514181" y="1476525"/>
                </a:cubicBezTo>
                <a:lnTo>
                  <a:pt x="gd1957" y="gd1958"/>
                </a:lnTo>
                <a:cubicBezTo>
                  <a:pt x="3873149" y="1536596"/>
                  <a:pt x="4154188" y="1815167"/>
                  <a:pt x="4204464" y="2165262"/>
                </a:cubicBezTo>
                <a:cubicBezTo>
                  <a:pt x="4204632" y="2165315"/>
                  <a:pt x="4204801" y="2165320"/>
                  <a:pt x="4204970" y="2165325"/>
                </a:cubicBezTo>
                <a:lnTo>
                  <a:pt x="gd1963" y="gd1964"/>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gd1971" y="gd1972"/>
                </a:lnTo>
                <a:lnTo>
                  <a:pt x="gd1973" y="gd1974"/>
                </a:lnTo>
                <a:lnTo>
                  <a:pt x="gd1975" y="gd1976"/>
                </a:lnTo>
                <a:cubicBezTo>
                  <a:pt x="4163734" y="2290213"/>
                  <a:pt x="4131854" y="2287255"/>
                  <a:pt x="4100682" y="2281745"/>
                </a:cubicBezTo>
                <a:cubicBezTo>
                  <a:pt x="4095105" y="2282161"/>
                  <a:pt x="4089776" y="2281220"/>
                  <a:pt x="4084465" y="2280217"/>
                </a:cubicBezTo>
                <a:lnTo>
                  <a:pt x="gd1981" y="gd1982"/>
                </a:lnTo>
                <a:cubicBezTo>
                  <a:pt x="3725498" y="2220146"/>
                  <a:pt x="3444459" y="1941574"/>
                  <a:pt x="3394183" y="1591480"/>
                </a:cubicBezTo>
                <a:cubicBezTo>
                  <a:pt x="3394016" y="1591427"/>
                  <a:pt x="3393847" y="1591423"/>
                  <a:pt x="3393678" y="1591418"/>
                </a:cubicBezTo>
                <a:lnTo>
                  <a:pt x="gd1987" y="gd1988"/>
                </a:lnTo>
                <a:cubicBezTo>
                  <a:pt x="3388081" y="1554782"/>
                  <a:pt x="3385630" y="1524133"/>
                  <a:pt x="3385672" y="1493044"/>
                </a:cubicBezTo>
                <a:cubicBezTo>
                  <a:pt x="3384360" y="1487460"/>
                  <a:pt x="3384302" y="1481838"/>
                  <a:pt x="3384302" y="1476202"/>
                </a:cubicBezTo>
                <a:lnTo>
                  <a:pt x="gd1993" y="gd1994"/>
                </a:lnTo>
                <a:lnTo>
                  <a:pt x="gd1995" y="gd1996"/>
                </a:lnTo>
                <a:lnTo>
                  <a:pt x="gd1997" y="gd1998"/>
                </a:lnTo>
                <a:close/>
                <a:moveTo>
                  <a:pt x="gd1999" y="gd2000"/>
                </a:moveTo>
                <a:lnTo>
                  <a:pt x="gd2001" y="gd2002"/>
                </a:lnTo>
                <a:lnTo>
                  <a:pt x="gd2003" y="gd2004"/>
                </a:lnTo>
                <a:lnTo>
                  <a:pt x="gd2005" y="gd2006"/>
                </a:lnTo>
                <a:cubicBezTo>
                  <a:pt x="3372750" y="1481838"/>
                  <a:pt x="3372691" y="1487460"/>
                  <a:pt x="3371379" y="1493044"/>
                </a:cubicBezTo>
                <a:cubicBezTo>
                  <a:pt x="3371421" y="1524133"/>
                  <a:pt x="3368971" y="1554782"/>
                  <a:pt x="3363912" y="1584794"/>
                </a:cubicBezTo>
                <a:lnTo>
                  <a:pt x="gd2011" y="gd2012"/>
                </a:lnTo>
                <a:cubicBezTo>
                  <a:pt x="3363204" y="1591423"/>
                  <a:pt x="3363036" y="1591427"/>
                  <a:pt x="3362868" y="1591480"/>
                </a:cubicBezTo>
                <a:cubicBezTo>
                  <a:pt x="3312593" y="1941574"/>
                  <a:pt x="3031554" y="2220146"/>
                  <a:pt x="2672703" y="2279078"/>
                </a:cubicBezTo>
                <a:lnTo>
                  <a:pt x="gd2017" y="gd2018"/>
                </a:lnTo>
                <a:cubicBezTo>
                  <a:pt x="2667276" y="2281220"/>
                  <a:pt x="2661947" y="2282161"/>
                  <a:pt x="2656370" y="2281745"/>
                </a:cubicBezTo>
                <a:cubicBezTo>
                  <a:pt x="2625198" y="2287255"/>
                  <a:pt x="2593318" y="2290213"/>
                  <a:pt x="2560943" y="2290736"/>
                </a:cubicBezTo>
                <a:lnTo>
                  <a:pt x="gd2023" y="gd2024"/>
                </a:lnTo>
                <a:lnTo>
                  <a:pt x="gd2025" y="gd2026"/>
                </a:lnTo>
                <a:lnTo>
                  <a:pt x="gd2027" y="gd2028"/>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gd2035" y="gd2036"/>
                </a:lnTo>
                <a:cubicBezTo>
                  <a:pt x="2552250" y="2165320"/>
                  <a:pt x="2552420" y="2165315"/>
                  <a:pt x="2552587" y="2165262"/>
                </a:cubicBezTo>
                <a:cubicBezTo>
                  <a:pt x="2602864" y="1815167"/>
                  <a:pt x="2883903" y="1536596"/>
                  <a:pt x="3242753" y="1477664"/>
                </a:cubicBezTo>
                <a:lnTo>
                  <a:pt x="gd2041" y="gd2042"/>
                </a:lnTo>
                <a:cubicBezTo>
                  <a:pt x="3248179" y="1475523"/>
                  <a:pt x="3253507" y="1474582"/>
                  <a:pt x="3259083" y="1474998"/>
                </a:cubicBezTo>
                <a:cubicBezTo>
                  <a:pt x="3290266" y="1469485"/>
                  <a:pt x="3322159" y="1466527"/>
                  <a:pt x="3354544" y="1466004"/>
                </a:cubicBezTo>
                <a:lnTo>
                  <a:pt x="gd2047" y="gd2048"/>
                </a:lnTo>
                <a:close/>
                <a:moveTo>
                  <a:pt x="gd2049" y="gd2050"/>
                </a:moveTo>
                <a:lnTo>
                  <a:pt x="gd2051" y="gd2052"/>
                </a:lnTo>
                <a:cubicBezTo>
                  <a:pt x="1742742" y="1466527"/>
                  <a:pt x="1774634" y="1469485"/>
                  <a:pt x="1805818" y="1474998"/>
                </a:cubicBezTo>
                <a:cubicBezTo>
                  <a:pt x="1811394" y="1474582"/>
                  <a:pt x="1816722" y="1475523"/>
                  <a:pt x="1822030" y="1476525"/>
                </a:cubicBezTo>
                <a:lnTo>
                  <a:pt x="gd2057" y="gd2058"/>
                </a:lnTo>
                <a:cubicBezTo>
                  <a:pt x="2180998" y="1536596"/>
                  <a:pt x="2462037" y="1815167"/>
                  <a:pt x="2512313" y="2165262"/>
                </a:cubicBezTo>
                <a:cubicBezTo>
                  <a:pt x="2512481" y="2165315"/>
                  <a:pt x="2512650" y="2165320"/>
                  <a:pt x="2512819" y="2165325"/>
                </a:cubicBezTo>
                <a:lnTo>
                  <a:pt x="gd2063" y="gd2064"/>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gd2071" y="gd2072"/>
                </a:lnTo>
                <a:lnTo>
                  <a:pt x="gd2073" y="gd2074"/>
                </a:lnTo>
                <a:lnTo>
                  <a:pt x="gd2075" y="gd2076"/>
                </a:lnTo>
                <a:cubicBezTo>
                  <a:pt x="2471583" y="2290213"/>
                  <a:pt x="2439703" y="2287255"/>
                  <a:pt x="2408531" y="2281745"/>
                </a:cubicBezTo>
                <a:cubicBezTo>
                  <a:pt x="2402954" y="2282161"/>
                  <a:pt x="2397625" y="2281220"/>
                  <a:pt x="2392314" y="2280217"/>
                </a:cubicBezTo>
                <a:lnTo>
                  <a:pt x="gd2081" y="gd2082"/>
                </a:lnTo>
                <a:cubicBezTo>
                  <a:pt x="2033347" y="2220146"/>
                  <a:pt x="1752308" y="1941574"/>
                  <a:pt x="1702032" y="1591480"/>
                </a:cubicBezTo>
                <a:cubicBezTo>
                  <a:pt x="1701865" y="1591427"/>
                  <a:pt x="1701696" y="1591423"/>
                  <a:pt x="1701527" y="1591418"/>
                </a:cubicBezTo>
                <a:lnTo>
                  <a:pt x="gd2087" y="gd2088"/>
                </a:lnTo>
                <a:cubicBezTo>
                  <a:pt x="1695930" y="1554782"/>
                  <a:pt x="1693479" y="1524133"/>
                  <a:pt x="1693521" y="1493044"/>
                </a:cubicBezTo>
                <a:cubicBezTo>
                  <a:pt x="1692209" y="1487460"/>
                  <a:pt x="1692151" y="1481838"/>
                  <a:pt x="1692151" y="1476202"/>
                </a:cubicBezTo>
                <a:lnTo>
                  <a:pt x="gd2093" y="gd2094"/>
                </a:lnTo>
                <a:lnTo>
                  <a:pt x="gd2095" y="gd2096"/>
                </a:lnTo>
                <a:lnTo>
                  <a:pt x="gd2097" y="gd2098"/>
                </a:lnTo>
                <a:close/>
                <a:moveTo>
                  <a:pt x="gd2099" y="gd2100"/>
                </a:moveTo>
                <a:lnTo>
                  <a:pt x="gd2101" y="gd2102"/>
                </a:lnTo>
                <a:lnTo>
                  <a:pt x="gd2103" y="gd2104"/>
                </a:lnTo>
                <a:lnTo>
                  <a:pt x="gd2105" y="gd2106"/>
                </a:lnTo>
                <a:cubicBezTo>
                  <a:pt x="1680599" y="1481838"/>
                  <a:pt x="1680540" y="1487460"/>
                  <a:pt x="1679228" y="1493044"/>
                </a:cubicBezTo>
                <a:cubicBezTo>
                  <a:pt x="1679270" y="1524133"/>
                  <a:pt x="1676820" y="1554782"/>
                  <a:pt x="1671761" y="1584794"/>
                </a:cubicBezTo>
                <a:lnTo>
                  <a:pt x="gd2111" y="gd2112"/>
                </a:lnTo>
                <a:cubicBezTo>
                  <a:pt x="1671053" y="1591423"/>
                  <a:pt x="1670885" y="1591427"/>
                  <a:pt x="1670717" y="1591480"/>
                </a:cubicBezTo>
                <a:cubicBezTo>
                  <a:pt x="1620442" y="1941574"/>
                  <a:pt x="1339403" y="2220146"/>
                  <a:pt x="980552" y="2279078"/>
                </a:cubicBezTo>
                <a:lnTo>
                  <a:pt x="gd2117" y="gd2118"/>
                </a:lnTo>
                <a:cubicBezTo>
                  <a:pt x="975125" y="2281220"/>
                  <a:pt x="969796" y="2282161"/>
                  <a:pt x="964219" y="2281745"/>
                </a:cubicBezTo>
                <a:cubicBezTo>
                  <a:pt x="933047" y="2287255"/>
                  <a:pt x="901167" y="2290213"/>
                  <a:pt x="868792" y="2290736"/>
                </a:cubicBezTo>
                <a:lnTo>
                  <a:pt x="gd2123" y="gd2124"/>
                </a:lnTo>
                <a:lnTo>
                  <a:pt x="gd2125" y="gd2126"/>
                </a:lnTo>
                <a:lnTo>
                  <a:pt x="gd2127" y="gd2128"/>
                </a:lnTo>
                <a:cubicBezTo>
                  <a:pt x="850583" y="2288119"/>
                  <a:pt x="850556" y="2284333"/>
                  <a:pt x="850556" y="2280541"/>
                </a:cubicBezTo>
                <a:cubicBezTo>
                  <a:pt x="850556" y="2274903"/>
                  <a:pt x="850614" y="2269279"/>
                  <a:pt x="851926" y="2263693"/>
                </a:cubicBezTo>
                <a:cubicBezTo>
                  <a:pt x="851884" y="2232611"/>
                  <a:pt x="854334" y="2201969"/>
                  <a:pt x="859390" y="2171962"/>
                </a:cubicBezTo>
                <a:lnTo>
                  <a:pt x="gd2135" y="gd2136"/>
                </a:lnTo>
                <a:cubicBezTo>
                  <a:pt x="860099" y="2165320"/>
                  <a:pt x="860269" y="2165315"/>
                  <a:pt x="860436" y="2165262"/>
                </a:cubicBezTo>
                <a:cubicBezTo>
                  <a:pt x="910713" y="1815167"/>
                  <a:pt x="1191752" y="1536596"/>
                  <a:pt x="1550602" y="1477664"/>
                </a:cubicBezTo>
                <a:lnTo>
                  <a:pt x="gd2141" y="gd2142"/>
                </a:lnTo>
                <a:cubicBezTo>
                  <a:pt x="1556028" y="1475523"/>
                  <a:pt x="1561356" y="1474582"/>
                  <a:pt x="1566932" y="1474998"/>
                </a:cubicBezTo>
                <a:cubicBezTo>
                  <a:pt x="1598115" y="1469485"/>
                  <a:pt x="1630008" y="1466527"/>
                  <a:pt x="1662393" y="1466004"/>
                </a:cubicBezTo>
                <a:lnTo>
                  <a:pt x="gd2147" y="gd2148"/>
                </a:lnTo>
                <a:close/>
                <a:moveTo>
                  <a:pt x="gd2149" y="gd2150"/>
                </a:moveTo>
                <a:lnTo>
                  <a:pt x="gd2151" y="gd2152"/>
                </a:lnTo>
                <a:cubicBezTo>
                  <a:pt x="50591" y="1466527"/>
                  <a:pt x="82483" y="1469485"/>
                  <a:pt x="113667" y="1474998"/>
                </a:cubicBezTo>
                <a:cubicBezTo>
                  <a:pt x="119243" y="1474582"/>
                  <a:pt x="124571" y="1475523"/>
                  <a:pt x="129879" y="1476525"/>
                </a:cubicBezTo>
                <a:lnTo>
                  <a:pt x="gd2157" y="gd2158"/>
                </a:lnTo>
                <a:cubicBezTo>
                  <a:pt x="488847" y="1536596"/>
                  <a:pt x="769886" y="1815167"/>
                  <a:pt x="820162" y="2165262"/>
                </a:cubicBezTo>
                <a:cubicBezTo>
                  <a:pt x="820330" y="2165315"/>
                  <a:pt x="820499" y="2165320"/>
                  <a:pt x="820668" y="2165325"/>
                </a:cubicBezTo>
                <a:lnTo>
                  <a:pt x="gd2163" y="gd2164"/>
                </a:lnTo>
                <a:cubicBezTo>
                  <a:pt x="826265" y="2201969"/>
                  <a:pt x="828714" y="2232611"/>
                  <a:pt x="828672" y="2263693"/>
                </a:cubicBezTo>
                <a:cubicBezTo>
                  <a:pt x="829984" y="2269279"/>
                  <a:pt x="830043" y="2274903"/>
                  <a:pt x="830043" y="2280541"/>
                </a:cubicBezTo>
                <a:cubicBezTo>
                  <a:pt x="830043" y="2284333"/>
                  <a:pt x="830016" y="2288119"/>
                  <a:pt x="829450" y="2291891"/>
                </a:cubicBezTo>
                <a:lnTo>
                  <a:pt x="gd2171" y="gd2172"/>
                </a:lnTo>
                <a:lnTo>
                  <a:pt x="gd2173" y="gd2174"/>
                </a:lnTo>
                <a:lnTo>
                  <a:pt x="gd2175" y="gd2176"/>
                </a:lnTo>
                <a:cubicBezTo>
                  <a:pt x="779432" y="2290213"/>
                  <a:pt x="747552" y="2287255"/>
                  <a:pt x="716380" y="2281745"/>
                </a:cubicBezTo>
                <a:cubicBezTo>
                  <a:pt x="710803" y="2282161"/>
                  <a:pt x="705474" y="2281220"/>
                  <a:pt x="700163" y="2280217"/>
                </a:cubicBezTo>
                <a:lnTo>
                  <a:pt x="gd2181" y="gd2182"/>
                </a:lnTo>
                <a:cubicBezTo>
                  <a:pt x="341196" y="2220146"/>
                  <a:pt x="60157" y="1941574"/>
                  <a:pt x="9881" y="1591480"/>
                </a:cubicBezTo>
                <a:cubicBezTo>
                  <a:pt x="9714" y="1591427"/>
                  <a:pt x="9545" y="1591423"/>
                  <a:pt x="9376" y="1591418"/>
                </a:cubicBezTo>
                <a:lnTo>
                  <a:pt x="gd2187" y="gd2188"/>
                </a:lnTo>
                <a:cubicBezTo>
                  <a:pt x="3779" y="1554782"/>
                  <a:pt x="1328" y="1524133"/>
                  <a:pt x="1370" y="1493044"/>
                </a:cubicBezTo>
                <a:cubicBezTo>
                  <a:pt x="58" y="1487460"/>
                  <a:pt x="0" y="1481838"/>
                  <a:pt x="0" y="1476202"/>
                </a:cubicBezTo>
                <a:lnTo>
                  <a:pt x="gd2193" y="gd2194"/>
                </a:lnTo>
                <a:lnTo>
                  <a:pt x="gd2195" y="gd2196"/>
                </a:lnTo>
                <a:lnTo>
                  <a:pt x="gd2197" y="gd2198"/>
                </a:lnTo>
                <a:close/>
                <a:moveTo>
                  <a:pt x="gd2199" y="gd2200"/>
                </a:moveTo>
                <a:cubicBezTo>
                  <a:pt x="7815805" y="1021506"/>
                  <a:pt x="8030648" y="1236303"/>
                  <a:pt x="8305838" y="1295446"/>
                </a:cubicBezTo>
                <a:cubicBezTo>
                  <a:pt x="8252563" y="1024540"/>
                  <a:pt x="8037719" y="809743"/>
                  <a:pt x="7762529" y="750600"/>
                </a:cubicBezTo>
                <a:close/>
                <a:moveTo>
                  <a:pt x="gd2205" y="gd2206"/>
                </a:moveTo>
                <a:cubicBezTo>
                  <a:pt x="7180090" y="809743"/>
                  <a:pt x="6965246" y="1024540"/>
                  <a:pt x="6911971" y="1295446"/>
                </a:cubicBezTo>
                <a:cubicBezTo>
                  <a:pt x="7187161" y="1236303"/>
                  <a:pt x="7402004" y="1021506"/>
                  <a:pt x="7455280" y="750600"/>
                </a:cubicBezTo>
                <a:close/>
                <a:moveTo>
                  <a:pt x="gd2211" y="gd2212"/>
                </a:moveTo>
                <a:cubicBezTo>
                  <a:pt x="6123654" y="1021506"/>
                  <a:pt x="6338497" y="1236303"/>
                  <a:pt x="6613687" y="1295446"/>
                </a:cubicBezTo>
                <a:cubicBezTo>
                  <a:pt x="6560412" y="1024540"/>
                  <a:pt x="6345568" y="809743"/>
                  <a:pt x="6070378" y="750600"/>
                </a:cubicBezTo>
                <a:close/>
                <a:moveTo>
                  <a:pt x="gd2217" y="gd2218"/>
                </a:moveTo>
                <a:cubicBezTo>
                  <a:pt x="5487939" y="809743"/>
                  <a:pt x="5273095" y="1024540"/>
                  <a:pt x="5219820" y="1295446"/>
                </a:cubicBezTo>
                <a:cubicBezTo>
                  <a:pt x="5495010" y="1236303"/>
                  <a:pt x="5709853" y="1021506"/>
                  <a:pt x="5763129" y="750600"/>
                </a:cubicBezTo>
                <a:close/>
                <a:moveTo>
                  <a:pt x="gd2223" y="gd2224"/>
                </a:moveTo>
                <a:cubicBezTo>
                  <a:pt x="4431503" y="1021506"/>
                  <a:pt x="4646346" y="1236303"/>
                  <a:pt x="4921536" y="1295446"/>
                </a:cubicBezTo>
                <a:cubicBezTo>
                  <a:pt x="4868261" y="1024540"/>
                  <a:pt x="4653417" y="809743"/>
                  <a:pt x="4378227" y="750600"/>
                </a:cubicBezTo>
                <a:close/>
                <a:moveTo>
                  <a:pt x="gd2229" y="gd2230"/>
                </a:moveTo>
                <a:cubicBezTo>
                  <a:pt x="3795788" y="809743"/>
                  <a:pt x="3580944" y="1024540"/>
                  <a:pt x="3527669" y="1295446"/>
                </a:cubicBezTo>
                <a:cubicBezTo>
                  <a:pt x="3802859" y="1236303"/>
                  <a:pt x="4017702" y="1021506"/>
                  <a:pt x="4070978" y="750600"/>
                </a:cubicBezTo>
                <a:close/>
                <a:moveTo>
                  <a:pt x="gd2235" y="gd2236"/>
                </a:moveTo>
                <a:cubicBezTo>
                  <a:pt x="2739352" y="1021506"/>
                  <a:pt x="2954195" y="1236303"/>
                  <a:pt x="3229385" y="1295446"/>
                </a:cubicBezTo>
                <a:cubicBezTo>
                  <a:pt x="3176110" y="1024540"/>
                  <a:pt x="2961266" y="809743"/>
                  <a:pt x="2686076" y="750600"/>
                </a:cubicBezTo>
                <a:close/>
                <a:moveTo>
                  <a:pt x="gd2241" y="gd2242"/>
                </a:moveTo>
                <a:cubicBezTo>
                  <a:pt x="2103637" y="809743"/>
                  <a:pt x="1888793" y="1024540"/>
                  <a:pt x="1835518" y="1295446"/>
                </a:cubicBezTo>
                <a:cubicBezTo>
                  <a:pt x="2110708" y="1236303"/>
                  <a:pt x="2325551" y="1021506"/>
                  <a:pt x="2378827" y="750600"/>
                </a:cubicBezTo>
                <a:close/>
                <a:moveTo>
                  <a:pt x="gd2247" y="gd2248"/>
                </a:moveTo>
                <a:cubicBezTo>
                  <a:pt x="1047201" y="1021506"/>
                  <a:pt x="1262044" y="1236303"/>
                  <a:pt x="1537234" y="1295446"/>
                </a:cubicBezTo>
                <a:cubicBezTo>
                  <a:pt x="1483959" y="1024540"/>
                  <a:pt x="1269115" y="809743"/>
                  <a:pt x="993925" y="750600"/>
                </a:cubicBezTo>
                <a:close/>
                <a:moveTo>
                  <a:pt x="gd2253" y="gd2254"/>
                </a:moveTo>
                <a:cubicBezTo>
                  <a:pt x="411486" y="809743"/>
                  <a:pt x="196642" y="1024540"/>
                  <a:pt x="143367" y="1295446"/>
                </a:cubicBezTo>
                <a:cubicBezTo>
                  <a:pt x="418557" y="1236303"/>
                  <a:pt x="633400" y="1021506"/>
                  <a:pt x="686676" y="750600"/>
                </a:cubicBezTo>
                <a:close/>
                <a:moveTo>
                  <a:pt x="gd2259" y="gd2260"/>
                </a:moveTo>
                <a:lnTo>
                  <a:pt x="gd2261" y="gd2262"/>
                </a:lnTo>
                <a:lnTo>
                  <a:pt x="gd2263" y="gd2264"/>
                </a:lnTo>
                <a:cubicBezTo>
                  <a:pt x="8821055" y="864319"/>
                  <a:pt x="8650738" y="1058403"/>
                  <a:pt x="8604122" y="1295446"/>
                </a:cubicBezTo>
                <a:cubicBezTo>
                  <a:pt x="8844913" y="1243696"/>
                  <a:pt x="9039501" y="1072773"/>
                  <a:pt x="9120077" y="849365"/>
                </a:cubicBezTo>
                <a:lnTo>
                  <a:pt x="gd2269" y="gd2270"/>
                </a:lnTo>
                <a:lnTo>
                  <a:pt x="gd2271" y="gd2272"/>
                </a:lnTo>
                <a:lnTo>
                  <a:pt x="gd2273" y="gd2274"/>
                </a:lnTo>
                <a:cubicBezTo>
                  <a:pt x="9008919" y="1266178"/>
                  <a:pt x="8815033" y="1389778"/>
                  <a:pt x="8590751" y="1426902"/>
                </a:cubicBezTo>
                <a:lnTo>
                  <a:pt x="gd2277" y="gd2278"/>
                </a:lnTo>
                <a:cubicBezTo>
                  <a:pt x="8585324" y="1429061"/>
                  <a:pt x="8579995" y="1430009"/>
                  <a:pt x="8574418" y="1429590"/>
                </a:cubicBezTo>
                <a:cubicBezTo>
                  <a:pt x="8543246" y="1435144"/>
                  <a:pt x="8511366" y="1438125"/>
                  <a:pt x="8478991" y="1438652"/>
                </a:cubicBezTo>
                <a:lnTo>
                  <a:pt x="gd2283" y="gd2284"/>
                </a:lnTo>
                <a:lnTo>
                  <a:pt x="gd2285" y="gd2286"/>
                </a:lnTo>
                <a:lnTo>
                  <a:pt x="gd2287" y="gd2288"/>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gd2295" y="gd2296"/>
                </a:lnTo>
                <a:cubicBezTo>
                  <a:pt x="8470299" y="1312243"/>
                  <a:pt x="8470468" y="1312238"/>
                  <a:pt x="8470636" y="1312185"/>
                </a:cubicBezTo>
                <a:cubicBezTo>
                  <a:pt x="8514628" y="1003427"/>
                  <a:pt x="8735297" y="749863"/>
                  <a:pt x="9030178" y="651504"/>
                </a:cubicBezTo>
                <a:lnTo>
                  <a:pt x="gd2301" y="gd2302"/>
                </a:lnTo>
                <a:close/>
                <a:moveTo>
                  <a:pt x="gd2303" y="gd2304"/>
                </a:moveTo>
                <a:lnTo>
                  <a:pt x="gd2305" y="gd2306"/>
                </a:lnTo>
                <a:cubicBezTo>
                  <a:pt x="7669753" y="607919"/>
                  <a:pt x="7701646" y="610900"/>
                  <a:pt x="7732829" y="616457"/>
                </a:cubicBezTo>
                <a:cubicBezTo>
                  <a:pt x="7738405" y="616038"/>
                  <a:pt x="7743733" y="616986"/>
                  <a:pt x="7749042" y="617996"/>
                </a:cubicBezTo>
                <a:lnTo>
                  <a:pt x="gd2311" y="gd2312"/>
                </a:lnTo>
                <a:cubicBezTo>
                  <a:pt x="8108009" y="678542"/>
                  <a:pt x="8389048" y="959319"/>
                  <a:pt x="8439324" y="1312185"/>
                </a:cubicBezTo>
                <a:cubicBezTo>
                  <a:pt x="8439492" y="1312238"/>
                  <a:pt x="8439661" y="1312243"/>
                  <a:pt x="8439830" y="1312248"/>
                </a:cubicBezTo>
                <a:lnTo>
                  <a:pt x="gd2317" y="gd231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gd2325" y="gd2326"/>
                </a:lnTo>
                <a:lnTo>
                  <a:pt x="gd2327" y="gd2328"/>
                </a:lnTo>
                <a:lnTo>
                  <a:pt x="gd2329" y="gd2330"/>
                </a:lnTo>
                <a:cubicBezTo>
                  <a:pt x="8398594" y="1438125"/>
                  <a:pt x="8366714" y="1435144"/>
                  <a:pt x="8335542" y="1429590"/>
                </a:cubicBezTo>
                <a:cubicBezTo>
                  <a:pt x="8329965" y="1430009"/>
                  <a:pt x="8324636" y="1429061"/>
                  <a:pt x="8319325" y="1428050"/>
                </a:cubicBezTo>
                <a:lnTo>
                  <a:pt x="gd2335" y="gd2336"/>
                </a:lnTo>
                <a:cubicBezTo>
                  <a:pt x="7960358" y="1367503"/>
                  <a:pt x="7679319" y="1086726"/>
                  <a:pt x="7629044" y="733861"/>
                </a:cubicBezTo>
                <a:cubicBezTo>
                  <a:pt x="7628876" y="733808"/>
                  <a:pt x="7628708" y="733803"/>
                  <a:pt x="7628538" y="733798"/>
                </a:cubicBezTo>
                <a:lnTo>
                  <a:pt x="gd2341" y="gd2342"/>
                </a:lnTo>
                <a:cubicBezTo>
                  <a:pt x="7622941" y="696872"/>
                  <a:pt x="7620490" y="665981"/>
                  <a:pt x="7620533" y="634646"/>
                </a:cubicBezTo>
                <a:cubicBezTo>
                  <a:pt x="7619221" y="629018"/>
                  <a:pt x="7619162" y="623351"/>
                  <a:pt x="7619162" y="617670"/>
                </a:cubicBezTo>
                <a:lnTo>
                  <a:pt x="gd2347" y="gd2348"/>
                </a:lnTo>
                <a:lnTo>
                  <a:pt x="gd2349" y="gd2350"/>
                </a:lnTo>
                <a:lnTo>
                  <a:pt x="gd2351" y="gd2352"/>
                </a:lnTo>
                <a:close/>
                <a:moveTo>
                  <a:pt x="gd2353" y="gd2354"/>
                </a:moveTo>
                <a:lnTo>
                  <a:pt x="gd2355" y="gd2356"/>
                </a:lnTo>
                <a:lnTo>
                  <a:pt x="gd2357" y="gd2358"/>
                </a:lnTo>
                <a:lnTo>
                  <a:pt x="gd2359" y="gd2360"/>
                </a:lnTo>
                <a:cubicBezTo>
                  <a:pt x="7598647" y="623351"/>
                  <a:pt x="7598588" y="629018"/>
                  <a:pt x="7597276" y="634646"/>
                </a:cubicBezTo>
                <a:cubicBezTo>
                  <a:pt x="7597319" y="665981"/>
                  <a:pt x="7594868" y="696872"/>
                  <a:pt x="7589809" y="727122"/>
                </a:cubicBezTo>
                <a:lnTo>
                  <a:pt x="gd2365" y="gd2366"/>
                </a:lnTo>
                <a:cubicBezTo>
                  <a:pt x="7589101" y="733803"/>
                  <a:pt x="7588933" y="733808"/>
                  <a:pt x="7588765" y="733861"/>
                </a:cubicBezTo>
                <a:cubicBezTo>
                  <a:pt x="7538490" y="1086726"/>
                  <a:pt x="7257451" y="1367503"/>
                  <a:pt x="6898600" y="1426902"/>
                </a:cubicBezTo>
                <a:lnTo>
                  <a:pt x="gd2371" y="gd2372"/>
                </a:lnTo>
                <a:cubicBezTo>
                  <a:pt x="6893173" y="1429061"/>
                  <a:pt x="6887844" y="1430009"/>
                  <a:pt x="6882267" y="1429590"/>
                </a:cubicBezTo>
                <a:cubicBezTo>
                  <a:pt x="6851095" y="1435144"/>
                  <a:pt x="6819215" y="1438125"/>
                  <a:pt x="6786841" y="1438652"/>
                </a:cubicBezTo>
                <a:lnTo>
                  <a:pt x="gd2377" y="gd2378"/>
                </a:lnTo>
                <a:lnTo>
                  <a:pt x="gd2379" y="gd2380"/>
                </a:lnTo>
                <a:lnTo>
                  <a:pt x="gd2381" y="gd2382"/>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gd2389" y="gd2390"/>
                </a:lnTo>
                <a:cubicBezTo>
                  <a:pt x="6778148" y="1312243"/>
                  <a:pt x="6778317" y="1312238"/>
                  <a:pt x="6778485" y="1312185"/>
                </a:cubicBezTo>
                <a:cubicBezTo>
                  <a:pt x="6828761" y="959319"/>
                  <a:pt x="7109800" y="678542"/>
                  <a:pt x="7468650" y="619144"/>
                </a:cubicBezTo>
                <a:lnTo>
                  <a:pt x="gd2395" y="gd2396"/>
                </a:lnTo>
                <a:cubicBezTo>
                  <a:pt x="7474076" y="616986"/>
                  <a:pt x="7479404" y="616038"/>
                  <a:pt x="7484980" y="616457"/>
                </a:cubicBezTo>
                <a:cubicBezTo>
                  <a:pt x="7516163" y="610900"/>
                  <a:pt x="7548056" y="607919"/>
                  <a:pt x="7580442" y="607392"/>
                </a:cubicBezTo>
                <a:lnTo>
                  <a:pt x="gd2401" y="gd2402"/>
                </a:lnTo>
                <a:close/>
                <a:moveTo>
                  <a:pt x="gd2403" y="gd2404"/>
                </a:moveTo>
                <a:lnTo>
                  <a:pt x="gd2405" y="gd2406"/>
                </a:lnTo>
                <a:cubicBezTo>
                  <a:pt x="5977602" y="607919"/>
                  <a:pt x="6009495" y="610900"/>
                  <a:pt x="6040678" y="616457"/>
                </a:cubicBezTo>
                <a:cubicBezTo>
                  <a:pt x="6046254" y="616038"/>
                  <a:pt x="6051582" y="616986"/>
                  <a:pt x="6056891" y="617996"/>
                </a:cubicBezTo>
                <a:lnTo>
                  <a:pt x="gd2411" y="gd2412"/>
                </a:lnTo>
                <a:cubicBezTo>
                  <a:pt x="6415858" y="678542"/>
                  <a:pt x="6696897" y="959319"/>
                  <a:pt x="6747174" y="1312185"/>
                </a:cubicBezTo>
                <a:cubicBezTo>
                  <a:pt x="6747341" y="1312238"/>
                  <a:pt x="6747511" y="1312243"/>
                  <a:pt x="6747679" y="1312248"/>
                </a:cubicBezTo>
                <a:lnTo>
                  <a:pt x="gd2417" y="gd241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gd2425" y="gd2426"/>
                </a:lnTo>
                <a:lnTo>
                  <a:pt x="gd2427" y="gd2428"/>
                </a:lnTo>
                <a:lnTo>
                  <a:pt x="gd2429" y="gd2430"/>
                </a:lnTo>
                <a:cubicBezTo>
                  <a:pt x="6706444" y="1438125"/>
                  <a:pt x="6674563" y="1435144"/>
                  <a:pt x="6643391" y="1429590"/>
                </a:cubicBezTo>
                <a:cubicBezTo>
                  <a:pt x="6637814" y="1430009"/>
                  <a:pt x="6632485" y="1429061"/>
                  <a:pt x="6627175" y="1428050"/>
                </a:cubicBezTo>
                <a:lnTo>
                  <a:pt x="gd2435" y="gd2436"/>
                </a:lnTo>
                <a:cubicBezTo>
                  <a:pt x="6268207" y="1367503"/>
                  <a:pt x="5987168" y="1086726"/>
                  <a:pt x="5936893" y="733861"/>
                </a:cubicBezTo>
                <a:cubicBezTo>
                  <a:pt x="5936725" y="733808"/>
                  <a:pt x="5936557" y="733803"/>
                  <a:pt x="5936387" y="733798"/>
                </a:cubicBezTo>
                <a:lnTo>
                  <a:pt x="gd2441" y="gd2442"/>
                </a:lnTo>
                <a:cubicBezTo>
                  <a:pt x="5930790" y="696872"/>
                  <a:pt x="5928340" y="665981"/>
                  <a:pt x="5928382" y="634646"/>
                </a:cubicBezTo>
                <a:cubicBezTo>
                  <a:pt x="5927070" y="629018"/>
                  <a:pt x="5927011" y="623351"/>
                  <a:pt x="5927011" y="617670"/>
                </a:cubicBezTo>
                <a:lnTo>
                  <a:pt x="gd2447" y="gd2448"/>
                </a:lnTo>
                <a:lnTo>
                  <a:pt x="gd2449" y="gd2450"/>
                </a:lnTo>
                <a:lnTo>
                  <a:pt x="gd2451" y="gd2452"/>
                </a:lnTo>
                <a:close/>
                <a:moveTo>
                  <a:pt x="gd2453" y="gd2454"/>
                </a:moveTo>
                <a:lnTo>
                  <a:pt x="gd2455" y="gd2456"/>
                </a:lnTo>
                <a:lnTo>
                  <a:pt x="gd2457" y="gd2458"/>
                </a:lnTo>
                <a:lnTo>
                  <a:pt x="gd2459" y="gd2460"/>
                </a:lnTo>
                <a:cubicBezTo>
                  <a:pt x="5906496" y="623351"/>
                  <a:pt x="5906438" y="629018"/>
                  <a:pt x="5905126" y="634646"/>
                </a:cubicBezTo>
                <a:cubicBezTo>
                  <a:pt x="5905168" y="665981"/>
                  <a:pt x="5902717" y="696872"/>
                  <a:pt x="5897659" y="727122"/>
                </a:cubicBezTo>
                <a:lnTo>
                  <a:pt x="gd2465" y="gd2466"/>
                </a:lnTo>
                <a:cubicBezTo>
                  <a:pt x="5896951" y="733803"/>
                  <a:pt x="5896782" y="733808"/>
                  <a:pt x="5896615" y="733861"/>
                </a:cubicBezTo>
                <a:cubicBezTo>
                  <a:pt x="5846339" y="1086726"/>
                  <a:pt x="5565300" y="1367503"/>
                  <a:pt x="5206449" y="1426902"/>
                </a:cubicBezTo>
                <a:lnTo>
                  <a:pt x="gd2471" y="gd2472"/>
                </a:lnTo>
                <a:cubicBezTo>
                  <a:pt x="5201022" y="1429061"/>
                  <a:pt x="5195693" y="1430009"/>
                  <a:pt x="5190116" y="1429590"/>
                </a:cubicBezTo>
                <a:cubicBezTo>
                  <a:pt x="5158944" y="1435144"/>
                  <a:pt x="5127065" y="1438125"/>
                  <a:pt x="5094690" y="1438652"/>
                </a:cubicBezTo>
                <a:lnTo>
                  <a:pt x="gd2477" y="gd2478"/>
                </a:lnTo>
                <a:lnTo>
                  <a:pt x="gd2479" y="gd2480"/>
                </a:lnTo>
                <a:lnTo>
                  <a:pt x="gd2481" y="gd2482"/>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gd2489" y="gd2490"/>
                </a:lnTo>
                <a:cubicBezTo>
                  <a:pt x="5085997" y="1312243"/>
                  <a:pt x="5086166" y="1312238"/>
                  <a:pt x="5086334" y="1312185"/>
                </a:cubicBezTo>
                <a:cubicBezTo>
                  <a:pt x="5136610" y="959319"/>
                  <a:pt x="5417649" y="678542"/>
                  <a:pt x="5776501" y="619144"/>
                </a:cubicBezTo>
                <a:lnTo>
                  <a:pt x="gd2495" y="gd2496"/>
                </a:lnTo>
                <a:cubicBezTo>
                  <a:pt x="5781926" y="616986"/>
                  <a:pt x="5787253" y="616038"/>
                  <a:pt x="5792829" y="616457"/>
                </a:cubicBezTo>
                <a:cubicBezTo>
                  <a:pt x="5824013" y="610900"/>
                  <a:pt x="5855905" y="607919"/>
                  <a:pt x="5888291" y="607392"/>
                </a:cubicBezTo>
                <a:lnTo>
                  <a:pt x="gd2501" y="gd2502"/>
                </a:lnTo>
                <a:close/>
                <a:moveTo>
                  <a:pt x="gd2503" y="gd2504"/>
                </a:moveTo>
                <a:lnTo>
                  <a:pt x="gd2505" y="gd2506"/>
                </a:lnTo>
                <a:cubicBezTo>
                  <a:pt x="4285451" y="607919"/>
                  <a:pt x="4317343" y="610900"/>
                  <a:pt x="4348528" y="616457"/>
                </a:cubicBezTo>
                <a:cubicBezTo>
                  <a:pt x="4354104" y="616038"/>
                  <a:pt x="4359431" y="616986"/>
                  <a:pt x="4364739" y="617996"/>
                </a:cubicBezTo>
                <a:lnTo>
                  <a:pt x="gd2511" y="gd2512"/>
                </a:lnTo>
                <a:cubicBezTo>
                  <a:pt x="4723707" y="678542"/>
                  <a:pt x="5004746" y="959319"/>
                  <a:pt x="5055022" y="1312185"/>
                </a:cubicBezTo>
                <a:cubicBezTo>
                  <a:pt x="5055190" y="1312238"/>
                  <a:pt x="5055359" y="1312243"/>
                  <a:pt x="5055528" y="1312248"/>
                </a:cubicBezTo>
                <a:lnTo>
                  <a:pt x="gd2517" y="gd251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gd2525" y="gd2526"/>
                </a:lnTo>
                <a:lnTo>
                  <a:pt x="gd2527" y="gd2528"/>
                </a:lnTo>
                <a:lnTo>
                  <a:pt x="gd2529" y="gd2530"/>
                </a:lnTo>
                <a:cubicBezTo>
                  <a:pt x="5014292" y="1438125"/>
                  <a:pt x="4982412" y="1435144"/>
                  <a:pt x="4951241" y="1429590"/>
                </a:cubicBezTo>
                <a:cubicBezTo>
                  <a:pt x="4945663" y="1430009"/>
                  <a:pt x="4940334" y="1429061"/>
                  <a:pt x="4935023" y="1428050"/>
                </a:cubicBezTo>
                <a:lnTo>
                  <a:pt x="gd2535" y="gd2536"/>
                </a:lnTo>
                <a:cubicBezTo>
                  <a:pt x="4576056" y="1367503"/>
                  <a:pt x="4295017" y="1086726"/>
                  <a:pt x="4244741" y="733861"/>
                </a:cubicBezTo>
                <a:cubicBezTo>
                  <a:pt x="4244574" y="733808"/>
                  <a:pt x="4244405" y="733803"/>
                  <a:pt x="4244236" y="733798"/>
                </a:cubicBezTo>
                <a:lnTo>
                  <a:pt x="gd2541" y="gd2542"/>
                </a:lnTo>
                <a:cubicBezTo>
                  <a:pt x="4238639" y="696872"/>
                  <a:pt x="4236188" y="665981"/>
                  <a:pt x="4236230" y="634646"/>
                </a:cubicBezTo>
                <a:cubicBezTo>
                  <a:pt x="4234918" y="629018"/>
                  <a:pt x="4234860" y="623351"/>
                  <a:pt x="4234860" y="617670"/>
                </a:cubicBezTo>
                <a:lnTo>
                  <a:pt x="gd2547" y="gd2548"/>
                </a:lnTo>
                <a:lnTo>
                  <a:pt x="gd2549" y="gd2550"/>
                </a:lnTo>
                <a:lnTo>
                  <a:pt x="gd2551" y="gd2552"/>
                </a:lnTo>
                <a:close/>
                <a:moveTo>
                  <a:pt x="gd2553" y="gd2554"/>
                </a:moveTo>
                <a:lnTo>
                  <a:pt x="gd2555" y="gd2556"/>
                </a:lnTo>
                <a:lnTo>
                  <a:pt x="gd2557" y="gd2558"/>
                </a:lnTo>
                <a:lnTo>
                  <a:pt x="gd2559" y="gd2560"/>
                </a:lnTo>
                <a:cubicBezTo>
                  <a:pt x="4214345" y="623351"/>
                  <a:pt x="4214286" y="629018"/>
                  <a:pt x="4212974" y="634646"/>
                </a:cubicBezTo>
                <a:cubicBezTo>
                  <a:pt x="4213016" y="665981"/>
                  <a:pt x="4210566" y="696872"/>
                  <a:pt x="4205507" y="727122"/>
                </a:cubicBezTo>
                <a:lnTo>
                  <a:pt x="gd2565" y="gd2566"/>
                </a:lnTo>
                <a:cubicBezTo>
                  <a:pt x="4204799" y="733803"/>
                  <a:pt x="4204631" y="733808"/>
                  <a:pt x="4204463" y="733861"/>
                </a:cubicBezTo>
                <a:cubicBezTo>
                  <a:pt x="4154188" y="1086726"/>
                  <a:pt x="3873149" y="1367503"/>
                  <a:pt x="3514297" y="1426902"/>
                </a:cubicBezTo>
                <a:lnTo>
                  <a:pt x="gd2571" y="gd2572"/>
                </a:lnTo>
                <a:cubicBezTo>
                  <a:pt x="3508871" y="1429061"/>
                  <a:pt x="3503542" y="1430009"/>
                  <a:pt x="3497965" y="1429590"/>
                </a:cubicBezTo>
                <a:cubicBezTo>
                  <a:pt x="3466793" y="1435144"/>
                  <a:pt x="3434912" y="1438125"/>
                  <a:pt x="3402538" y="1438652"/>
                </a:cubicBezTo>
                <a:lnTo>
                  <a:pt x="gd2577" y="gd2578"/>
                </a:lnTo>
                <a:lnTo>
                  <a:pt x="gd2579" y="gd2580"/>
                </a:lnTo>
                <a:lnTo>
                  <a:pt x="gd2581" y="gd2582"/>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gd2589" y="gd2590"/>
                </a:lnTo>
                <a:cubicBezTo>
                  <a:pt x="3393845" y="1312243"/>
                  <a:pt x="3394015" y="1312238"/>
                  <a:pt x="3394182" y="1312185"/>
                </a:cubicBezTo>
                <a:cubicBezTo>
                  <a:pt x="3444459" y="959319"/>
                  <a:pt x="3725498" y="678542"/>
                  <a:pt x="4084348" y="619144"/>
                </a:cubicBezTo>
                <a:lnTo>
                  <a:pt x="gd2595" y="gd2596"/>
                </a:lnTo>
                <a:cubicBezTo>
                  <a:pt x="4089774" y="616986"/>
                  <a:pt x="4095102" y="616038"/>
                  <a:pt x="4100678" y="616457"/>
                </a:cubicBezTo>
                <a:cubicBezTo>
                  <a:pt x="4131861" y="610900"/>
                  <a:pt x="4163754" y="607919"/>
                  <a:pt x="4196139" y="607392"/>
                </a:cubicBezTo>
                <a:lnTo>
                  <a:pt x="gd2601" y="gd2602"/>
                </a:lnTo>
                <a:close/>
                <a:moveTo>
                  <a:pt x="gd2603" y="gd2604"/>
                </a:moveTo>
                <a:lnTo>
                  <a:pt x="gd2605" y="gd2606"/>
                </a:lnTo>
                <a:cubicBezTo>
                  <a:pt x="2593300" y="607919"/>
                  <a:pt x="2625192" y="610900"/>
                  <a:pt x="2656376" y="616457"/>
                </a:cubicBezTo>
                <a:cubicBezTo>
                  <a:pt x="2661952" y="616038"/>
                  <a:pt x="2667280" y="616986"/>
                  <a:pt x="2672588" y="617996"/>
                </a:cubicBezTo>
                <a:lnTo>
                  <a:pt x="gd2611" y="gd2612"/>
                </a:lnTo>
                <a:cubicBezTo>
                  <a:pt x="3031556" y="678542"/>
                  <a:pt x="3312595" y="959319"/>
                  <a:pt x="3362871" y="1312185"/>
                </a:cubicBezTo>
                <a:cubicBezTo>
                  <a:pt x="3363039" y="1312238"/>
                  <a:pt x="3363208" y="1312243"/>
                  <a:pt x="3363377" y="1312248"/>
                </a:cubicBezTo>
                <a:lnTo>
                  <a:pt x="gd2617" y="gd261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gd2625" y="gd2626"/>
                </a:lnTo>
                <a:lnTo>
                  <a:pt x="gd2627" y="gd2628"/>
                </a:lnTo>
                <a:lnTo>
                  <a:pt x="gd2629" y="gd2630"/>
                </a:lnTo>
                <a:cubicBezTo>
                  <a:pt x="3322141" y="1438125"/>
                  <a:pt x="3290261" y="1435144"/>
                  <a:pt x="3259089" y="1429590"/>
                </a:cubicBezTo>
                <a:cubicBezTo>
                  <a:pt x="3253512" y="1430009"/>
                  <a:pt x="3248183" y="1429061"/>
                  <a:pt x="3242872" y="1428050"/>
                </a:cubicBezTo>
                <a:lnTo>
                  <a:pt x="gd2635" y="gd2636"/>
                </a:lnTo>
                <a:cubicBezTo>
                  <a:pt x="2883905" y="1367503"/>
                  <a:pt x="2602866" y="1086726"/>
                  <a:pt x="2552590" y="733861"/>
                </a:cubicBezTo>
                <a:cubicBezTo>
                  <a:pt x="2552423" y="733808"/>
                  <a:pt x="2552254" y="733803"/>
                  <a:pt x="2552085" y="733798"/>
                </a:cubicBezTo>
                <a:lnTo>
                  <a:pt x="gd2641" y="gd2642"/>
                </a:lnTo>
                <a:cubicBezTo>
                  <a:pt x="2546488" y="696872"/>
                  <a:pt x="2544037" y="665981"/>
                  <a:pt x="2544079" y="634646"/>
                </a:cubicBezTo>
                <a:cubicBezTo>
                  <a:pt x="2542767" y="629018"/>
                  <a:pt x="2542709" y="623351"/>
                  <a:pt x="2542709" y="617670"/>
                </a:cubicBezTo>
                <a:lnTo>
                  <a:pt x="gd2647" y="gd2648"/>
                </a:lnTo>
                <a:lnTo>
                  <a:pt x="gd2649" y="gd2650"/>
                </a:lnTo>
                <a:lnTo>
                  <a:pt x="gd2651" y="gd2652"/>
                </a:lnTo>
                <a:close/>
                <a:moveTo>
                  <a:pt x="gd2653" y="gd2654"/>
                </a:moveTo>
                <a:lnTo>
                  <a:pt x="gd2655" y="gd2656"/>
                </a:lnTo>
                <a:lnTo>
                  <a:pt x="gd2657" y="gd2658"/>
                </a:lnTo>
                <a:lnTo>
                  <a:pt x="gd2659" y="gd2660"/>
                </a:lnTo>
                <a:cubicBezTo>
                  <a:pt x="2522194" y="623351"/>
                  <a:pt x="2522135" y="629018"/>
                  <a:pt x="2520823" y="634646"/>
                </a:cubicBezTo>
                <a:cubicBezTo>
                  <a:pt x="2520865" y="665981"/>
                  <a:pt x="2518415" y="696872"/>
                  <a:pt x="2513356" y="727122"/>
                </a:cubicBezTo>
                <a:lnTo>
                  <a:pt x="gd2665" y="gd2666"/>
                </a:lnTo>
                <a:cubicBezTo>
                  <a:pt x="2512648" y="733803"/>
                  <a:pt x="2512480" y="733808"/>
                  <a:pt x="2512312" y="733861"/>
                </a:cubicBezTo>
                <a:cubicBezTo>
                  <a:pt x="2462037" y="1086726"/>
                  <a:pt x="2180998" y="1367503"/>
                  <a:pt x="1822147" y="1426902"/>
                </a:cubicBezTo>
                <a:lnTo>
                  <a:pt x="gd2671" y="gd2672"/>
                </a:lnTo>
                <a:cubicBezTo>
                  <a:pt x="1816720" y="1429061"/>
                  <a:pt x="1811391" y="1430009"/>
                  <a:pt x="1805814" y="1429590"/>
                </a:cubicBezTo>
                <a:cubicBezTo>
                  <a:pt x="1774642" y="1435144"/>
                  <a:pt x="1742762" y="1438125"/>
                  <a:pt x="1710387" y="1438652"/>
                </a:cubicBezTo>
                <a:lnTo>
                  <a:pt x="gd2677" y="gd2678"/>
                </a:lnTo>
                <a:lnTo>
                  <a:pt x="gd2679" y="gd2680"/>
                </a:lnTo>
                <a:lnTo>
                  <a:pt x="gd2681" y="gd2682"/>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gd2689" y="gd2690"/>
                </a:lnTo>
                <a:cubicBezTo>
                  <a:pt x="1701694" y="1312243"/>
                  <a:pt x="1701864" y="1312238"/>
                  <a:pt x="1702031" y="1312185"/>
                </a:cubicBezTo>
                <a:cubicBezTo>
                  <a:pt x="1752308" y="959319"/>
                  <a:pt x="2033347" y="678542"/>
                  <a:pt x="2392197" y="619144"/>
                </a:cubicBezTo>
                <a:lnTo>
                  <a:pt x="gd2695" y="gd2696"/>
                </a:lnTo>
                <a:cubicBezTo>
                  <a:pt x="2397623" y="616986"/>
                  <a:pt x="2402951" y="616038"/>
                  <a:pt x="2408527" y="616457"/>
                </a:cubicBezTo>
                <a:cubicBezTo>
                  <a:pt x="2439710" y="610900"/>
                  <a:pt x="2471603" y="607919"/>
                  <a:pt x="2503988" y="607392"/>
                </a:cubicBezTo>
                <a:lnTo>
                  <a:pt x="gd2701" y="gd2702"/>
                </a:lnTo>
                <a:close/>
                <a:moveTo>
                  <a:pt x="gd2703" y="gd2704"/>
                </a:moveTo>
                <a:lnTo>
                  <a:pt x="gd2705" y="gd2706"/>
                </a:lnTo>
                <a:cubicBezTo>
                  <a:pt x="901149" y="607919"/>
                  <a:pt x="933041" y="610900"/>
                  <a:pt x="964225" y="616457"/>
                </a:cubicBezTo>
                <a:cubicBezTo>
                  <a:pt x="969801" y="616038"/>
                  <a:pt x="975129" y="616986"/>
                  <a:pt x="980437" y="617996"/>
                </a:cubicBezTo>
                <a:lnTo>
                  <a:pt x="gd2711" y="gd2712"/>
                </a:lnTo>
                <a:cubicBezTo>
                  <a:pt x="1339405" y="678542"/>
                  <a:pt x="1620444" y="959319"/>
                  <a:pt x="1670720" y="1312185"/>
                </a:cubicBezTo>
                <a:cubicBezTo>
                  <a:pt x="1670888" y="1312238"/>
                  <a:pt x="1671057" y="1312243"/>
                  <a:pt x="1671226" y="1312248"/>
                </a:cubicBezTo>
                <a:lnTo>
                  <a:pt x="gd2717" y="gd271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gd2725" y="gd2726"/>
                </a:lnTo>
                <a:lnTo>
                  <a:pt x="gd2727" y="gd2728"/>
                </a:lnTo>
                <a:lnTo>
                  <a:pt x="gd2729" y="gd2730"/>
                </a:lnTo>
                <a:cubicBezTo>
                  <a:pt x="1629990" y="1438125"/>
                  <a:pt x="1598110" y="1435144"/>
                  <a:pt x="1566938" y="1429590"/>
                </a:cubicBezTo>
                <a:cubicBezTo>
                  <a:pt x="1561361" y="1430009"/>
                  <a:pt x="1556032" y="1429061"/>
                  <a:pt x="1550721" y="1428050"/>
                </a:cubicBezTo>
                <a:lnTo>
                  <a:pt x="gd2735" y="gd2736"/>
                </a:lnTo>
                <a:cubicBezTo>
                  <a:pt x="1191754" y="1367503"/>
                  <a:pt x="910715" y="1086726"/>
                  <a:pt x="860439" y="733861"/>
                </a:cubicBezTo>
                <a:cubicBezTo>
                  <a:pt x="860272" y="733808"/>
                  <a:pt x="860103" y="733803"/>
                  <a:pt x="859934" y="733798"/>
                </a:cubicBezTo>
                <a:lnTo>
                  <a:pt x="gd2741" y="gd2742"/>
                </a:lnTo>
                <a:cubicBezTo>
                  <a:pt x="854337" y="696872"/>
                  <a:pt x="851886" y="665981"/>
                  <a:pt x="851928" y="634646"/>
                </a:cubicBezTo>
                <a:cubicBezTo>
                  <a:pt x="850616" y="629018"/>
                  <a:pt x="850558" y="623351"/>
                  <a:pt x="850558" y="617670"/>
                </a:cubicBezTo>
                <a:lnTo>
                  <a:pt x="gd2747" y="gd2748"/>
                </a:lnTo>
                <a:lnTo>
                  <a:pt x="gd2749" y="gd2750"/>
                </a:lnTo>
                <a:lnTo>
                  <a:pt x="gd2751" y="gd2752"/>
                </a:lnTo>
                <a:close/>
                <a:moveTo>
                  <a:pt x="gd2753" y="gd2754"/>
                </a:moveTo>
                <a:lnTo>
                  <a:pt x="gd2755" y="gd2756"/>
                </a:lnTo>
                <a:lnTo>
                  <a:pt x="gd2757" y="gd2758"/>
                </a:lnTo>
                <a:lnTo>
                  <a:pt x="gd2759" y="gd2760"/>
                </a:lnTo>
                <a:cubicBezTo>
                  <a:pt x="830043" y="623351"/>
                  <a:pt x="829984" y="629018"/>
                  <a:pt x="828672" y="634646"/>
                </a:cubicBezTo>
                <a:cubicBezTo>
                  <a:pt x="828714" y="665981"/>
                  <a:pt x="826264" y="696872"/>
                  <a:pt x="821205" y="727122"/>
                </a:cubicBezTo>
                <a:lnTo>
                  <a:pt x="gd2765" y="gd2766"/>
                </a:lnTo>
                <a:cubicBezTo>
                  <a:pt x="820497" y="733803"/>
                  <a:pt x="820329" y="733808"/>
                  <a:pt x="820161" y="733861"/>
                </a:cubicBezTo>
                <a:cubicBezTo>
                  <a:pt x="769886" y="1086726"/>
                  <a:pt x="488847" y="1367503"/>
                  <a:pt x="129995" y="1426902"/>
                </a:cubicBezTo>
                <a:lnTo>
                  <a:pt x="gd2771" y="gd2772"/>
                </a:lnTo>
                <a:cubicBezTo>
                  <a:pt x="124569" y="1429061"/>
                  <a:pt x="119240" y="1430009"/>
                  <a:pt x="113663" y="1429590"/>
                </a:cubicBezTo>
                <a:cubicBezTo>
                  <a:pt x="82491" y="1435144"/>
                  <a:pt x="50611" y="1438125"/>
                  <a:pt x="18236" y="1438652"/>
                </a:cubicBezTo>
                <a:lnTo>
                  <a:pt x="gd2777" y="gd2778"/>
                </a:lnTo>
                <a:lnTo>
                  <a:pt x="gd2779" y="gd2780"/>
                </a:lnTo>
                <a:lnTo>
                  <a:pt x="gd2781" y="gd2782"/>
                </a:lnTo>
                <a:cubicBezTo>
                  <a:pt x="27" y="1436014"/>
                  <a:pt x="0" y="1432198"/>
                  <a:pt x="0" y="1428376"/>
                </a:cubicBezTo>
                <a:cubicBezTo>
                  <a:pt x="0" y="1422694"/>
                  <a:pt x="58" y="1417025"/>
                  <a:pt x="1370" y="1411395"/>
                </a:cubicBezTo>
                <a:cubicBezTo>
                  <a:pt x="1328" y="1380067"/>
                  <a:pt x="3778" y="1349182"/>
                  <a:pt x="8835" y="1318938"/>
                </a:cubicBezTo>
                <a:lnTo>
                  <a:pt x="gd2789" y="gd2790"/>
                </a:lnTo>
                <a:cubicBezTo>
                  <a:pt x="9543" y="1312243"/>
                  <a:pt x="9713" y="1312238"/>
                  <a:pt x="9880" y="1312185"/>
                </a:cubicBezTo>
                <a:cubicBezTo>
                  <a:pt x="60157" y="959319"/>
                  <a:pt x="341196" y="678542"/>
                  <a:pt x="700046" y="619144"/>
                </a:cubicBezTo>
                <a:lnTo>
                  <a:pt x="gd2795" y="gd2796"/>
                </a:lnTo>
                <a:cubicBezTo>
                  <a:pt x="705472" y="616986"/>
                  <a:pt x="710800" y="616038"/>
                  <a:pt x="716376" y="616457"/>
                </a:cubicBezTo>
                <a:cubicBezTo>
                  <a:pt x="747559" y="610900"/>
                  <a:pt x="779452" y="607919"/>
                  <a:pt x="811837" y="607392"/>
                </a:cubicBezTo>
                <a:lnTo>
                  <a:pt x="gd2801" y="gd2802"/>
                </a:lnTo>
                <a:close/>
                <a:moveTo>
                  <a:pt x="gd2803" y="gd2804"/>
                </a:moveTo>
                <a:lnTo>
                  <a:pt x="gd2805" y="gd2806"/>
                </a:lnTo>
                <a:cubicBezTo>
                  <a:pt x="9066347" y="30426"/>
                  <a:pt x="9096640" y="63469"/>
                  <a:pt x="9123965" y="98781"/>
                </a:cubicBezTo>
                <a:lnTo>
                  <a:pt x="gd2809" y="gd2810"/>
                </a:lnTo>
                <a:lnTo>
                  <a:pt x="gd2811" y="gd2812"/>
                </a:lnTo>
                <a:lnTo>
                  <a:pt x="gd2813" y="gd2814"/>
                </a:lnTo>
                <a:cubicBezTo>
                  <a:pt x="9046997" y="183490"/>
                  <a:pt x="8948803" y="73504"/>
                  <a:pt x="8824701" y="0"/>
                </a:cubicBezTo>
                <a:close/>
                <a:moveTo>
                  <a:pt x="gd2817" y="gd2818"/>
                </a:moveTo>
                <a:lnTo>
                  <a:pt x="gd2819" y="gd2820"/>
                </a:lnTo>
                <a:cubicBezTo>
                  <a:pt x="8697052" y="198004"/>
                  <a:pt x="8856086" y="355591"/>
                  <a:pt x="9058275" y="426756"/>
                </a:cubicBezTo>
                <a:lnTo>
                  <a:pt x="gd2823" y="gd2824"/>
                </a:lnTo>
                <a:lnTo>
                  <a:pt x="gd2825" y="gd2826"/>
                </a:lnTo>
                <a:lnTo>
                  <a:pt x="gd2827" y="gd2828"/>
                </a:lnTo>
                <a:cubicBezTo>
                  <a:pt x="8776836" y="470904"/>
                  <a:pt x="8569058" y="262348"/>
                  <a:pt x="8494877" y="0"/>
                </a:cubicBezTo>
                <a:close/>
                <a:moveTo>
                  <a:pt x="gd2831" y="gd2832"/>
                </a:moveTo>
                <a:lnTo>
                  <a:pt x="gd2833" y="gd2834"/>
                </a:lnTo>
                <a:cubicBezTo>
                  <a:pt x="7919787" y="98005"/>
                  <a:pt x="7800378" y="260867"/>
                  <a:pt x="7762527" y="451830"/>
                </a:cubicBezTo>
                <a:cubicBezTo>
                  <a:pt x="8006579" y="399791"/>
                  <a:pt x="8203169" y="226290"/>
                  <a:pt x="8281065" y="0"/>
                </a:cubicBezTo>
                <a:lnTo>
                  <a:pt x="gd2839" y="gd2840"/>
                </a:lnTo>
                <a:cubicBezTo>
                  <a:pt x="8330303" y="299826"/>
                  <a:pt x="8071031" y="529393"/>
                  <a:pt x="7749156" y="582253"/>
                </a:cubicBezTo>
                <a:lnTo>
                  <a:pt x="gd2843" y="gd2844"/>
                </a:lnTo>
                <a:cubicBezTo>
                  <a:pt x="7743729" y="584395"/>
                  <a:pt x="7738400" y="585336"/>
                  <a:pt x="7732823" y="584920"/>
                </a:cubicBezTo>
                <a:cubicBezTo>
                  <a:pt x="7701651" y="590430"/>
                  <a:pt x="7669771" y="593388"/>
                  <a:pt x="7637396" y="593911"/>
                </a:cubicBezTo>
                <a:lnTo>
                  <a:pt x="gd2849" y="gd2850"/>
                </a:lnTo>
                <a:lnTo>
                  <a:pt x="gd2851" y="gd2852"/>
                </a:lnTo>
                <a:lnTo>
                  <a:pt x="gd2853" y="gd2854"/>
                </a:lnTo>
                <a:cubicBezTo>
                  <a:pt x="7619187" y="591293"/>
                  <a:pt x="7619160" y="587507"/>
                  <a:pt x="7619160" y="583715"/>
                </a:cubicBezTo>
                <a:cubicBezTo>
                  <a:pt x="7619160" y="578078"/>
                  <a:pt x="7619219" y="572454"/>
                  <a:pt x="7620531" y="566868"/>
                </a:cubicBezTo>
                <a:cubicBezTo>
                  <a:pt x="7620488" y="535786"/>
                  <a:pt x="7622938" y="505143"/>
                  <a:pt x="7627995" y="475137"/>
                </a:cubicBezTo>
                <a:lnTo>
                  <a:pt x="gd2861" y="gd2862"/>
                </a:lnTo>
                <a:cubicBezTo>
                  <a:pt x="7628704" y="468495"/>
                  <a:pt x="7628873" y="468490"/>
                  <a:pt x="7629040" y="468437"/>
                </a:cubicBezTo>
                <a:cubicBezTo>
                  <a:pt x="7655343" y="285283"/>
                  <a:pt x="7744803" y="121704"/>
                  <a:pt x="7876547" y="0"/>
                </a:cubicBezTo>
                <a:close/>
                <a:moveTo>
                  <a:pt x="gd2867" y="gd2868"/>
                </a:moveTo>
                <a:lnTo>
                  <a:pt x="gd2869" y="gd2870"/>
                </a:lnTo>
                <a:cubicBezTo>
                  <a:pt x="7014638" y="226290"/>
                  <a:pt x="7211228" y="399791"/>
                  <a:pt x="7455280" y="451830"/>
                </a:cubicBezTo>
                <a:cubicBezTo>
                  <a:pt x="7417429" y="260867"/>
                  <a:pt x="7298020" y="98005"/>
                  <a:pt x="7132550" y="0"/>
                </a:cubicBezTo>
                <a:lnTo>
                  <a:pt x="gd2875" y="gd2876"/>
                </a:lnTo>
                <a:cubicBezTo>
                  <a:pt x="7473003" y="121704"/>
                  <a:pt x="7562464" y="285283"/>
                  <a:pt x="7588766" y="468437"/>
                </a:cubicBezTo>
                <a:cubicBezTo>
                  <a:pt x="7588934" y="468490"/>
                  <a:pt x="7589103" y="468495"/>
                  <a:pt x="7589272" y="468500"/>
                </a:cubicBezTo>
                <a:lnTo>
                  <a:pt x="gd2881" y="gd2882"/>
                </a:lnTo>
                <a:cubicBezTo>
                  <a:pt x="7594869" y="505143"/>
                  <a:pt x="7597319" y="535786"/>
                  <a:pt x="7597276" y="566868"/>
                </a:cubicBezTo>
                <a:cubicBezTo>
                  <a:pt x="7598588" y="572454"/>
                  <a:pt x="7598647" y="578078"/>
                  <a:pt x="7598647" y="583715"/>
                </a:cubicBezTo>
                <a:cubicBezTo>
                  <a:pt x="7598647" y="587507"/>
                  <a:pt x="7598620" y="591293"/>
                  <a:pt x="7598054" y="595066"/>
                </a:cubicBezTo>
                <a:lnTo>
                  <a:pt x="gd2889" y="gd2890"/>
                </a:lnTo>
                <a:lnTo>
                  <a:pt x="gd2891" y="gd2892"/>
                </a:lnTo>
                <a:lnTo>
                  <a:pt x="gd2893" y="gd2894"/>
                </a:lnTo>
                <a:cubicBezTo>
                  <a:pt x="7548036" y="593388"/>
                  <a:pt x="7516156" y="590430"/>
                  <a:pt x="7484984" y="584920"/>
                </a:cubicBezTo>
                <a:cubicBezTo>
                  <a:pt x="7479407" y="585336"/>
                  <a:pt x="7474078" y="584395"/>
                  <a:pt x="7468767" y="583392"/>
                </a:cubicBezTo>
                <a:lnTo>
                  <a:pt x="gd2899" y="gd2900"/>
                </a:lnTo>
                <a:cubicBezTo>
                  <a:pt x="7146776" y="529393"/>
                  <a:pt x="6887504" y="299826"/>
                  <a:pt x="6802727" y="0"/>
                </a:cubicBezTo>
                <a:close/>
                <a:moveTo>
                  <a:pt x="gd2903" y="gd2904"/>
                </a:moveTo>
                <a:lnTo>
                  <a:pt x="gd2905" y="gd2906"/>
                </a:lnTo>
                <a:cubicBezTo>
                  <a:pt x="6227636" y="98005"/>
                  <a:pt x="6108227" y="260867"/>
                  <a:pt x="6070376" y="451830"/>
                </a:cubicBezTo>
                <a:cubicBezTo>
                  <a:pt x="6314429" y="399791"/>
                  <a:pt x="6511018" y="226290"/>
                  <a:pt x="6588914" y="0"/>
                </a:cubicBezTo>
                <a:lnTo>
                  <a:pt x="gd2911" y="gd2912"/>
                </a:lnTo>
                <a:cubicBezTo>
                  <a:pt x="6638152" y="299826"/>
                  <a:pt x="6378880" y="529393"/>
                  <a:pt x="6057005" y="582253"/>
                </a:cubicBezTo>
                <a:lnTo>
                  <a:pt x="gd2915" y="gd2916"/>
                </a:lnTo>
                <a:cubicBezTo>
                  <a:pt x="6051578" y="584395"/>
                  <a:pt x="6046249" y="585336"/>
                  <a:pt x="6040672" y="584920"/>
                </a:cubicBezTo>
                <a:cubicBezTo>
                  <a:pt x="6009500" y="590430"/>
                  <a:pt x="5977620" y="593388"/>
                  <a:pt x="5945246" y="593911"/>
                </a:cubicBezTo>
                <a:lnTo>
                  <a:pt x="gd2921" y="gd2922"/>
                </a:lnTo>
                <a:lnTo>
                  <a:pt x="gd2923" y="gd2924"/>
                </a:lnTo>
                <a:lnTo>
                  <a:pt x="gd2925" y="gd292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gd2933" y="gd2934"/>
                </a:lnTo>
                <a:cubicBezTo>
                  <a:pt x="5936553" y="468495"/>
                  <a:pt x="5936722" y="468490"/>
                  <a:pt x="5936890" y="468437"/>
                </a:cubicBezTo>
                <a:cubicBezTo>
                  <a:pt x="5963192" y="285283"/>
                  <a:pt x="6052653" y="121703"/>
                  <a:pt x="6184397" y="0"/>
                </a:cubicBezTo>
                <a:close/>
                <a:moveTo>
                  <a:pt x="gd2939" y="gd2940"/>
                </a:moveTo>
                <a:lnTo>
                  <a:pt x="gd2941" y="gd2942"/>
                </a:lnTo>
                <a:cubicBezTo>
                  <a:pt x="5322488" y="226290"/>
                  <a:pt x="5519077" y="399791"/>
                  <a:pt x="5763129" y="451830"/>
                </a:cubicBezTo>
                <a:cubicBezTo>
                  <a:pt x="5725278" y="260867"/>
                  <a:pt x="5605869" y="98005"/>
                  <a:pt x="5440399" y="0"/>
                </a:cubicBezTo>
                <a:lnTo>
                  <a:pt x="gd2947" y="gd2948"/>
                </a:lnTo>
                <a:cubicBezTo>
                  <a:pt x="5780853" y="121704"/>
                  <a:pt x="5870314" y="285283"/>
                  <a:pt x="5896616" y="468437"/>
                </a:cubicBezTo>
                <a:cubicBezTo>
                  <a:pt x="5896783" y="468490"/>
                  <a:pt x="5896953" y="468495"/>
                  <a:pt x="5897121" y="468500"/>
                </a:cubicBezTo>
                <a:lnTo>
                  <a:pt x="gd2953" y="gd2954"/>
                </a:lnTo>
                <a:cubicBezTo>
                  <a:pt x="5902718" y="505143"/>
                  <a:pt x="5905168" y="535786"/>
                  <a:pt x="5905126" y="566868"/>
                </a:cubicBezTo>
                <a:cubicBezTo>
                  <a:pt x="5906438" y="572454"/>
                  <a:pt x="5906496" y="578078"/>
                  <a:pt x="5906496" y="583715"/>
                </a:cubicBezTo>
                <a:cubicBezTo>
                  <a:pt x="5906496" y="587507"/>
                  <a:pt x="5906469" y="591293"/>
                  <a:pt x="5905903" y="595066"/>
                </a:cubicBezTo>
                <a:lnTo>
                  <a:pt x="gd2961" y="gd2962"/>
                </a:lnTo>
                <a:lnTo>
                  <a:pt x="gd2963" y="gd2964"/>
                </a:lnTo>
                <a:lnTo>
                  <a:pt x="gd2965" y="gd2966"/>
                </a:lnTo>
                <a:cubicBezTo>
                  <a:pt x="5855886" y="593388"/>
                  <a:pt x="5824005" y="590430"/>
                  <a:pt x="5792833" y="584920"/>
                </a:cubicBezTo>
                <a:cubicBezTo>
                  <a:pt x="5787256" y="585336"/>
                  <a:pt x="5781927" y="584395"/>
                  <a:pt x="5776617" y="583392"/>
                </a:cubicBezTo>
                <a:lnTo>
                  <a:pt x="gd2971" y="gd2972"/>
                </a:lnTo>
                <a:cubicBezTo>
                  <a:pt x="5454626" y="529393"/>
                  <a:pt x="5195354" y="299826"/>
                  <a:pt x="5110576" y="0"/>
                </a:cubicBezTo>
                <a:close/>
                <a:moveTo>
                  <a:pt x="gd2975" y="gd2976"/>
                </a:moveTo>
                <a:lnTo>
                  <a:pt x="gd2977" y="gd2978"/>
                </a:lnTo>
                <a:cubicBezTo>
                  <a:pt x="4535485" y="98005"/>
                  <a:pt x="4416076" y="260867"/>
                  <a:pt x="4378225" y="451830"/>
                </a:cubicBezTo>
                <a:cubicBezTo>
                  <a:pt x="4622279" y="399791"/>
                  <a:pt x="4818867" y="226290"/>
                  <a:pt x="4896763" y="0"/>
                </a:cubicBezTo>
                <a:lnTo>
                  <a:pt x="gd2983" y="gd2984"/>
                </a:lnTo>
                <a:cubicBezTo>
                  <a:pt x="4946001" y="299826"/>
                  <a:pt x="4686729" y="529393"/>
                  <a:pt x="4364853" y="582253"/>
                </a:cubicBezTo>
                <a:lnTo>
                  <a:pt x="gd2987" y="gd2988"/>
                </a:lnTo>
                <a:cubicBezTo>
                  <a:pt x="4359427" y="584395"/>
                  <a:pt x="4354098" y="585336"/>
                  <a:pt x="4348521" y="584920"/>
                </a:cubicBezTo>
                <a:cubicBezTo>
                  <a:pt x="4317350" y="590430"/>
                  <a:pt x="4285468" y="593388"/>
                  <a:pt x="4253094" y="593911"/>
                </a:cubicBezTo>
                <a:lnTo>
                  <a:pt x="gd2993" y="gd2994"/>
                </a:lnTo>
                <a:lnTo>
                  <a:pt x="gd2995" y="gd2996"/>
                </a:lnTo>
                <a:lnTo>
                  <a:pt x="gd2997" y="gd2998"/>
                </a:lnTo>
                <a:cubicBezTo>
                  <a:pt x="4234885" y="591293"/>
                  <a:pt x="4234858" y="587507"/>
                  <a:pt x="4234858" y="583715"/>
                </a:cubicBezTo>
                <a:cubicBezTo>
                  <a:pt x="4234858" y="578078"/>
                  <a:pt x="4234916" y="572454"/>
                  <a:pt x="4236228" y="566868"/>
                </a:cubicBezTo>
                <a:cubicBezTo>
                  <a:pt x="4236186" y="535786"/>
                  <a:pt x="4238636" y="505143"/>
                  <a:pt x="4243692" y="475137"/>
                </a:cubicBezTo>
                <a:lnTo>
                  <a:pt x="gd3005" y="gd3006"/>
                </a:lnTo>
                <a:cubicBezTo>
                  <a:pt x="4244401" y="468495"/>
                  <a:pt x="4244571" y="468490"/>
                  <a:pt x="4244738" y="468437"/>
                </a:cubicBezTo>
                <a:cubicBezTo>
                  <a:pt x="4271041" y="285283"/>
                  <a:pt x="4360502" y="121704"/>
                  <a:pt x="4492246" y="0"/>
                </a:cubicBezTo>
                <a:close/>
                <a:moveTo>
                  <a:pt x="gd3011" y="gd3012"/>
                </a:moveTo>
                <a:lnTo>
                  <a:pt x="gd3013" y="gd3014"/>
                </a:lnTo>
                <a:cubicBezTo>
                  <a:pt x="3630337" y="226291"/>
                  <a:pt x="3826926" y="399791"/>
                  <a:pt x="4070978" y="451830"/>
                </a:cubicBezTo>
                <a:cubicBezTo>
                  <a:pt x="4033127" y="260867"/>
                  <a:pt x="3913719" y="98005"/>
                  <a:pt x="3748249" y="0"/>
                </a:cubicBezTo>
                <a:lnTo>
                  <a:pt x="gd3019" y="gd3020"/>
                </a:lnTo>
                <a:cubicBezTo>
                  <a:pt x="4088702" y="121703"/>
                  <a:pt x="4178162" y="285283"/>
                  <a:pt x="4204464" y="468437"/>
                </a:cubicBezTo>
                <a:cubicBezTo>
                  <a:pt x="4204632" y="468490"/>
                  <a:pt x="4204801" y="468495"/>
                  <a:pt x="4204970" y="468499"/>
                </a:cubicBezTo>
                <a:lnTo>
                  <a:pt x="gd3025" y="gd3026"/>
                </a:lnTo>
                <a:cubicBezTo>
                  <a:pt x="4210567" y="505143"/>
                  <a:pt x="4213016" y="535786"/>
                  <a:pt x="4212974" y="566868"/>
                </a:cubicBezTo>
                <a:cubicBezTo>
                  <a:pt x="4214286" y="572454"/>
                  <a:pt x="4214345" y="578078"/>
                  <a:pt x="4214345" y="583715"/>
                </a:cubicBezTo>
                <a:cubicBezTo>
                  <a:pt x="4214345" y="587508"/>
                  <a:pt x="4214318" y="591293"/>
                  <a:pt x="4213752" y="595066"/>
                </a:cubicBezTo>
                <a:lnTo>
                  <a:pt x="gd3033" y="gd3034"/>
                </a:lnTo>
                <a:lnTo>
                  <a:pt x="gd3035" y="gd3036"/>
                </a:lnTo>
                <a:lnTo>
                  <a:pt x="gd3037" y="gd3038"/>
                </a:lnTo>
                <a:cubicBezTo>
                  <a:pt x="4163734" y="593388"/>
                  <a:pt x="4131854" y="590430"/>
                  <a:pt x="4100682" y="584920"/>
                </a:cubicBezTo>
                <a:cubicBezTo>
                  <a:pt x="4095105" y="585336"/>
                  <a:pt x="4089776" y="584395"/>
                  <a:pt x="4084465" y="583392"/>
                </a:cubicBezTo>
                <a:lnTo>
                  <a:pt x="gd3043" y="gd3044"/>
                </a:lnTo>
                <a:cubicBezTo>
                  <a:pt x="3762475" y="529393"/>
                  <a:pt x="3503203" y="299826"/>
                  <a:pt x="3418424" y="0"/>
                </a:cubicBezTo>
                <a:close/>
                <a:moveTo>
                  <a:pt x="gd3047" y="gd3048"/>
                </a:moveTo>
                <a:lnTo>
                  <a:pt x="gd3049" y="gd3050"/>
                </a:lnTo>
                <a:cubicBezTo>
                  <a:pt x="2843334" y="98005"/>
                  <a:pt x="2723925" y="260867"/>
                  <a:pt x="2686074" y="451830"/>
                </a:cubicBezTo>
                <a:cubicBezTo>
                  <a:pt x="2930126" y="399791"/>
                  <a:pt x="3126716" y="226291"/>
                  <a:pt x="3204612" y="0"/>
                </a:cubicBezTo>
                <a:lnTo>
                  <a:pt x="gd3055" y="gd3056"/>
                </a:lnTo>
                <a:cubicBezTo>
                  <a:pt x="3253850" y="299826"/>
                  <a:pt x="2994578" y="529393"/>
                  <a:pt x="2672703" y="582253"/>
                </a:cubicBezTo>
                <a:lnTo>
                  <a:pt x="gd3059" y="gd3060"/>
                </a:lnTo>
                <a:cubicBezTo>
                  <a:pt x="2667276" y="584395"/>
                  <a:pt x="2661947" y="585336"/>
                  <a:pt x="2656370" y="584920"/>
                </a:cubicBezTo>
                <a:cubicBezTo>
                  <a:pt x="2625198" y="590430"/>
                  <a:pt x="2593318" y="593388"/>
                  <a:pt x="2560943" y="593911"/>
                </a:cubicBezTo>
                <a:lnTo>
                  <a:pt x="gd3065" y="gd3066"/>
                </a:lnTo>
                <a:lnTo>
                  <a:pt x="gd3067" y="gd3068"/>
                </a:lnTo>
                <a:lnTo>
                  <a:pt x="gd3069" y="gd3070"/>
                </a:lnTo>
                <a:cubicBezTo>
                  <a:pt x="2542734" y="591293"/>
                  <a:pt x="2542707" y="587507"/>
                  <a:pt x="2542707" y="583715"/>
                </a:cubicBezTo>
                <a:cubicBezTo>
                  <a:pt x="2542707" y="578078"/>
                  <a:pt x="2542765" y="572454"/>
                  <a:pt x="2544077" y="566868"/>
                </a:cubicBezTo>
                <a:cubicBezTo>
                  <a:pt x="2544035" y="535786"/>
                  <a:pt x="2546485" y="505143"/>
                  <a:pt x="2551541" y="475137"/>
                </a:cubicBezTo>
                <a:lnTo>
                  <a:pt x="gd3077" y="gd3078"/>
                </a:lnTo>
                <a:cubicBezTo>
                  <a:pt x="2552250" y="468495"/>
                  <a:pt x="2552420" y="468490"/>
                  <a:pt x="2552587" y="468437"/>
                </a:cubicBezTo>
                <a:cubicBezTo>
                  <a:pt x="2578890" y="285283"/>
                  <a:pt x="2668350" y="121703"/>
                  <a:pt x="2800095" y="0"/>
                </a:cubicBezTo>
                <a:close/>
                <a:moveTo>
                  <a:pt x="gd3083" y="gd3084"/>
                </a:moveTo>
                <a:lnTo>
                  <a:pt x="gd3085" y="gd3086"/>
                </a:lnTo>
                <a:cubicBezTo>
                  <a:pt x="1938186" y="226291"/>
                  <a:pt x="2134775" y="399791"/>
                  <a:pt x="2378827" y="451830"/>
                </a:cubicBezTo>
                <a:cubicBezTo>
                  <a:pt x="2340976" y="260867"/>
                  <a:pt x="2221567" y="98005"/>
                  <a:pt x="2056098" y="0"/>
                </a:cubicBezTo>
                <a:lnTo>
                  <a:pt x="gd3091" y="gd3092"/>
                </a:lnTo>
                <a:cubicBezTo>
                  <a:pt x="2396551" y="121703"/>
                  <a:pt x="2486011" y="285283"/>
                  <a:pt x="2512313" y="468437"/>
                </a:cubicBezTo>
                <a:cubicBezTo>
                  <a:pt x="2512481" y="468490"/>
                  <a:pt x="2512650" y="468495"/>
                  <a:pt x="2512819" y="468499"/>
                </a:cubicBezTo>
                <a:lnTo>
                  <a:pt x="gd3097" y="gd3098"/>
                </a:lnTo>
                <a:cubicBezTo>
                  <a:pt x="2518416" y="505143"/>
                  <a:pt x="2520865" y="535786"/>
                  <a:pt x="2520823" y="566868"/>
                </a:cubicBezTo>
                <a:cubicBezTo>
                  <a:pt x="2522135" y="572454"/>
                  <a:pt x="2522194" y="578078"/>
                  <a:pt x="2522194" y="583715"/>
                </a:cubicBezTo>
                <a:cubicBezTo>
                  <a:pt x="2522194" y="587508"/>
                  <a:pt x="2522167" y="591293"/>
                  <a:pt x="2521601" y="595066"/>
                </a:cubicBezTo>
                <a:lnTo>
                  <a:pt x="gd3105" y="gd3106"/>
                </a:lnTo>
                <a:lnTo>
                  <a:pt x="gd3107" y="gd3108"/>
                </a:lnTo>
                <a:lnTo>
                  <a:pt x="gd3109" y="gd3110"/>
                </a:lnTo>
                <a:cubicBezTo>
                  <a:pt x="2471583" y="593388"/>
                  <a:pt x="2439703" y="590430"/>
                  <a:pt x="2408531" y="584920"/>
                </a:cubicBezTo>
                <a:cubicBezTo>
                  <a:pt x="2402954" y="585336"/>
                  <a:pt x="2397625" y="584395"/>
                  <a:pt x="2392314" y="583392"/>
                </a:cubicBezTo>
                <a:lnTo>
                  <a:pt x="gd3115" y="gd3116"/>
                </a:lnTo>
                <a:cubicBezTo>
                  <a:pt x="2070324" y="529393"/>
                  <a:pt x="1811051" y="299826"/>
                  <a:pt x="1726273" y="0"/>
                </a:cubicBezTo>
                <a:close/>
                <a:moveTo>
                  <a:pt x="gd3119" y="gd3120"/>
                </a:moveTo>
                <a:lnTo>
                  <a:pt x="gd3121" y="gd3122"/>
                </a:lnTo>
                <a:cubicBezTo>
                  <a:pt x="1151183" y="98005"/>
                  <a:pt x="1031774" y="260867"/>
                  <a:pt x="993923" y="451830"/>
                </a:cubicBezTo>
                <a:cubicBezTo>
                  <a:pt x="1237975" y="399791"/>
                  <a:pt x="1434564" y="226291"/>
                  <a:pt x="1512461" y="0"/>
                </a:cubicBezTo>
                <a:lnTo>
                  <a:pt x="gd3127" y="gd3128"/>
                </a:lnTo>
                <a:cubicBezTo>
                  <a:pt x="1561699" y="299826"/>
                  <a:pt x="1302427" y="529393"/>
                  <a:pt x="980552" y="582253"/>
                </a:cubicBezTo>
                <a:lnTo>
                  <a:pt x="gd3131" y="gd3132"/>
                </a:lnTo>
                <a:cubicBezTo>
                  <a:pt x="975125" y="584395"/>
                  <a:pt x="969796" y="585336"/>
                  <a:pt x="964219" y="584920"/>
                </a:cubicBezTo>
                <a:cubicBezTo>
                  <a:pt x="933047" y="590430"/>
                  <a:pt x="901167" y="593388"/>
                  <a:pt x="868792" y="593911"/>
                </a:cubicBezTo>
                <a:lnTo>
                  <a:pt x="gd3137" y="gd3138"/>
                </a:lnTo>
                <a:lnTo>
                  <a:pt x="gd3139" y="gd3140"/>
                </a:lnTo>
                <a:lnTo>
                  <a:pt x="gd3141" y="gd3142"/>
                </a:lnTo>
                <a:cubicBezTo>
                  <a:pt x="850583" y="591293"/>
                  <a:pt x="850556" y="587507"/>
                  <a:pt x="850556" y="583715"/>
                </a:cubicBezTo>
                <a:cubicBezTo>
                  <a:pt x="850556" y="578078"/>
                  <a:pt x="850614" y="572454"/>
                  <a:pt x="851926" y="566868"/>
                </a:cubicBezTo>
                <a:cubicBezTo>
                  <a:pt x="851884" y="535786"/>
                  <a:pt x="854334" y="505143"/>
                  <a:pt x="859390" y="475137"/>
                </a:cubicBezTo>
                <a:lnTo>
                  <a:pt x="gd3149" y="gd3150"/>
                </a:lnTo>
                <a:cubicBezTo>
                  <a:pt x="860099" y="468495"/>
                  <a:pt x="860269" y="468490"/>
                  <a:pt x="860436" y="468437"/>
                </a:cubicBezTo>
                <a:cubicBezTo>
                  <a:pt x="886739" y="285283"/>
                  <a:pt x="976199" y="121704"/>
                  <a:pt x="1107944" y="0"/>
                </a:cubicBezTo>
                <a:close/>
                <a:moveTo>
                  <a:pt x="gd3155" y="gd3156"/>
                </a:moveTo>
                <a:lnTo>
                  <a:pt x="gd3157" y="gd3158"/>
                </a:lnTo>
                <a:cubicBezTo>
                  <a:pt x="246034" y="226290"/>
                  <a:pt x="442624" y="399791"/>
                  <a:pt x="686676" y="451830"/>
                </a:cubicBezTo>
                <a:cubicBezTo>
                  <a:pt x="648825" y="260867"/>
                  <a:pt x="529416" y="98005"/>
                  <a:pt x="363946" y="0"/>
                </a:cubicBezTo>
                <a:lnTo>
                  <a:pt x="gd3163" y="gd3164"/>
                </a:lnTo>
                <a:cubicBezTo>
                  <a:pt x="704400" y="121703"/>
                  <a:pt x="793860" y="285283"/>
                  <a:pt x="820162" y="468437"/>
                </a:cubicBezTo>
                <a:cubicBezTo>
                  <a:pt x="820330" y="468490"/>
                  <a:pt x="820499" y="468495"/>
                  <a:pt x="820668" y="468500"/>
                </a:cubicBezTo>
                <a:lnTo>
                  <a:pt x="gd3169" y="gd3170"/>
                </a:lnTo>
                <a:cubicBezTo>
                  <a:pt x="826265" y="505143"/>
                  <a:pt x="828714" y="535786"/>
                  <a:pt x="828672" y="566868"/>
                </a:cubicBezTo>
                <a:cubicBezTo>
                  <a:pt x="829984" y="572454"/>
                  <a:pt x="830043" y="578078"/>
                  <a:pt x="830043" y="583715"/>
                </a:cubicBezTo>
                <a:cubicBezTo>
                  <a:pt x="830043" y="587508"/>
                  <a:pt x="830016" y="591293"/>
                  <a:pt x="829450" y="595066"/>
                </a:cubicBezTo>
                <a:lnTo>
                  <a:pt x="gd3177" y="gd3178"/>
                </a:lnTo>
                <a:lnTo>
                  <a:pt x="gd3179" y="gd3180"/>
                </a:lnTo>
                <a:lnTo>
                  <a:pt x="gd3181" y="gd3182"/>
                </a:lnTo>
                <a:cubicBezTo>
                  <a:pt x="779432" y="593388"/>
                  <a:pt x="747552" y="590430"/>
                  <a:pt x="716380" y="584920"/>
                </a:cubicBezTo>
                <a:cubicBezTo>
                  <a:pt x="710803" y="585336"/>
                  <a:pt x="705474" y="584395"/>
                  <a:pt x="700163" y="583392"/>
                </a:cubicBezTo>
                <a:lnTo>
                  <a:pt x="gd3187" y="gd3188"/>
                </a:lnTo>
                <a:cubicBezTo>
                  <a:pt x="378172" y="529393"/>
                  <a:pt x="118900" y="299826"/>
                  <a:pt x="34122" y="0"/>
                </a:cubicBezTo>
                <a:close/>
              </a:path>
            </a:pathLst>
          </a:custGeom>
          <a:solidFill>
            <a:schemeClr val="lt1"/>
          </a:solidFill>
        </p:spPr>
        <p:txBody>
          <a:bodyPr lIns="91440" tIns="45720" rIns="91440" bIns="45720" anchor="t"/>
          <a:lstStyle/>
          <a:p>
            <a:pPr>
              <a:defRPr/>
            </a:pPr>
            <a:endParaRPr sz="1400"/>
          </a:p>
        </p:txBody>
      </p:sp>
      <p:sp>
        <p:nvSpPr>
          <p:cNvPr id="1825913759" name="Straight Connector 9"/>
          <p:cNvSpPr>
            <a:spLocks noChangeShapeType="1" noGrp="1"/>
          </p:cNvSpPr>
          <p:nvPr/>
        </p:nvSpPr>
        <p:spPr bwMode="auto">
          <a:xfrm flipV="1">
            <a:off x="6289675" y="5264150"/>
            <a:ext cx="0" cy="914400"/>
          </a:xfrm>
          <a:prstGeom prst="line">
            <a:avLst/>
          </a:prstGeom>
          <a:noFill/>
          <a:ln w="19050">
            <a:solidFill>
              <a:srgbClr val="1482AC"/>
            </a:solidFill>
            <a:round/>
            <a:headEnd/>
            <a:tailEnd/>
          </a:ln>
        </p:spPr>
        <p:txBody>
          <a:bodyPr lIns="91440" tIns="45720" rIns="91440" bIns="45720"/>
          <a:lstStyle/>
          <a:p>
            <a:pPr>
              <a:defRPr/>
            </a:pPr>
            <a:endParaRPr sz="1400"/>
          </a:p>
        </p:txBody>
      </p:sp>
      <p:sp>
        <p:nvSpPr>
          <p:cNvPr id="60383213" name="Title Placeholder 1"/>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653019198" name="Text Placeholder 2"/>
          <p:cNvSpPr>
            <a:spLocks noChangeShapeType="1" noGrp="1"/>
          </p:cNvSpPr>
          <p:nvPr>
            <p:ph type="body" idx="1"/>
          </p:nvPr>
        </p:nvSpPr>
        <p:spPr bwMode="auto">
          <a:xfrm>
            <a:off x="768350" y="2286000"/>
            <a:ext cx="7289800" cy="4022725"/>
          </a:xfrm>
          <a:prstGeom prst="rect">
            <a:avLst/>
          </a:prstGeom>
          <a:noFill/>
        </p:spPr>
        <p:txBody>
          <a:bodyPr lIns="45720" tIns="45720" rIns="45720" bIns="45720"/>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933035375" name="Date Placeholder 3"/>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292634497" name="Footer Placeholder 4"/>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marL="0" lvl="0" indent="0" algn="r">
              <a:spcBef>
                <a:spcPts val="0"/>
              </a:spcBef>
              <a:buNone/>
              <a:defRPr/>
            </a:pPr>
            <a:r>
              <a:rPr lang="en-US" sz="1000">
                <a:solidFill>
                  <a:srgbClr val="0D0D0D"/>
                </a:solidFill>
                <a:latin typeface="Tw Cen MT Condensed"/>
              </a:rPr>
              <a:t>SLIDES PREPARED BY CYNDI CHIE AND SARAH FRYE</a:t>
            </a:r>
            <a:endParaRPr/>
          </a:p>
        </p:txBody>
      </p:sp>
      <p:sp>
        <p:nvSpPr>
          <p:cNvPr id="1483782649" name="Slide Number Placeholder 5"/>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p>
            <a:pPr marL="0" lvl="0" indent="0">
              <a:spcBef>
                <a:spcPts val="0"/>
              </a:spcBef>
              <a:buNone/>
              <a:defRPr/>
            </a:pPr>
            <a:fld id="{D038279B-FC19-497E-A7D1-5ADD9CAF016F}" type="slidenum">
              <a:rPr lang="en-US" sz="1000">
                <a:solidFill>
                  <a:srgbClr val="0D0D0D"/>
                </a:solidFill>
                <a:latin typeface="Tw Cen MT Condensed"/>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2_Integral">
    <p:bg>
      <p:bgPr shadeToTitle="0">
        <a:solidFill>
          <a:schemeClr val="lt1"/>
        </a:solidFill>
      </p:bgPr>
    </p:bg>
    <p:spTree>
      <p:nvGrpSpPr>
        <p:cNvPr id="1" name=""/>
        <p:cNvGrpSpPr/>
        <p:nvPr/>
      </p:nvGrpSpPr>
      <p:grpSpPr bwMode="auto">
        <a:xfrm>
          <a:off x="0" y="0"/>
          <a:ext cx="0" cy="0"/>
          <a:chOff x="0" y="0"/>
          <a:chExt cx="0" cy="0"/>
        </a:xfrm>
      </p:grpSpPr>
      <p:sp>
        <p:nvSpPr>
          <p:cNvPr id="857223193" name="Rectangle 7"/>
          <p:cNvSpPr>
            <a:spLocks noChangeShapeType="1" noGrp="1"/>
          </p:cNvSpPr>
          <p:nvPr/>
        </p:nvSpPr>
        <p:spPr bwMode="auto">
          <a:xfrm>
            <a:off x="0" y="0"/>
            <a:ext cx="9144000" cy="4572000"/>
          </a:xfrm>
          <a:prstGeom prst="rect">
            <a:avLst/>
          </a:prstGeom>
          <a:solidFill>
            <a:srgbClr val="1D9BA1"/>
          </a:solidFill>
        </p:spPr>
        <p:txBody>
          <a:bodyPr lIns="91440" tIns="45720" rIns="91440" bIns="45720"/>
          <a:lstStyle/>
          <a:p>
            <a:pPr>
              <a:defRPr/>
            </a:pPr>
            <a:endParaRPr sz="1400"/>
          </a:p>
        </p:txBody>
      </p:sp>
      <p:sp>
        <p:nvSpPr>
          <p:cNvPr id="59128551" name="Freeform 8"/>
          <p:cNvSpPr>
            <a:spLocks noChangeShapeType="1" noGrp="1"/>
          </p:cNvSpPr>
          <p:nvPr/>
        </p:nvSpPr>
        <p:spPr bwMode="auto">
          <a:xfrm>
            <a:off x="4762" y="0"/>
            <a:ext cx="9139237" cy="4572000"/>
          </a:xfrm>
          <a:custGeom>
            <a:avLst/>
            <a:gdLst>
              <a:gd name="gd0" fmla="val 65536"/>
              <a:gd name="gd1" fmla="val 9139239"/>
              <a:gd name="gd2" fmla="val 4171458"/>
              <a:gd name="gd3" fmla="val 9139239"/>
              <a:gd name="gd4" fmla="val 4479120"/>
              <a:gd name="gd5" fmla="val 9061857"/>
              <a:gd name="gd6" fmla="val 4572001"/>
              <a:gd name="gd7" fmla="val 8867616"/>
              <a:gd name="gd8" fmla="val 4572001"/>
              <a:gd name="gd9" fmla="val 9109281"/>
              <a:gd name="gd10" fmla="val 4270954"/>
              <a:gd name="gd11" fmla="val 9139239"/>
              <a:gd name="gd12" fmla="val 4171458"/>
              <a:gd name="gd13" fmla="val 9139239"/>
              <a:gd name="gd14" fmla="val 4017903"/>
              <a:gd name="gd15" fmla="val 9139239"/>
              <a:gd name="gd16" fmla="val 4146549"/>
              <a:gd name="gd17" fmla="val 9061849"/>
              <a:gd name="gd18" fmla="val 4168266"/>
              <a:gd name="gd19" fmla="val 8639677"/>
              <a:gd name="gd20" fmla="val 4572001"/>
              <a:gd name="gd21" fmla="val 8502130"/>
              <a:gd name="gd22" fmla="val 4572001"/>
              <a:gd name="gd23" fmla="val 9046727"/>
              <a:gd name="gd24" fmla="val 4039822"/>
              <a:gd name="gd25" fmla="val 9139239"/>
              <a:gd name="gd26" fmla="val 4017903"/>
              <a:gd name="gd27" fmla="val 7620280"/>
              <a:gd name="gd28" fmla="val 3999419"/>
              <a:gd name="gd29" fmla="val 7637367"/>
              <a:gd name="gd30" fmla="val 4001042"/>
              <a:gd name="gd31" fmla="val 7732829"/>
              <a:gd name="gd32" fmla="val 4010107"/>
              <a:gd name="gd33" fmla="val 7749042"/>
              <a:gd name="gd34" fmla="val 4011646"/>
              <a:gd name="gd35" fmla="val 7749159"/>
              <a:gd name="gd36" fmla="val 4012794"/>
              <a:gd name="gd37" fmla="val 8407830"/>
              <a:gd name="gd38" fmla="val 4572001"/>
              <a:gd name="gd39" fmla="val 8270283"/>
              <a:gd name="gd40" fmla="val 4572001"/>
              <a:gd name="gd41" fmla="val 7762529"/>
              <a:gd name="gd42" fmla="val 4144250"/>
              <a:gd name="gd43" fmla="val 8042344"/>
              <a:gd name="gd44" fmla="val 4572001"/>
              <a:gd name="gd45" fmla="val 7848103"/>
              <a:gd name="gd46" fmla="val 4572001"/>
              <a:gd name="gd47" fmla="val 7629044"/>
              <a:gd name="gd48" fmla="val 4127511"/>
              <a:gd name="gd49" fmla="val 7628538"/>
              <a:gd name="gd50" fmla="val 4127448"/>
              <a:gd name="gd51" fmla="val 7628000"/>
              <a:gd name="gd52" fmla="val 4120772"/>
              <a:gd name="gd53" fmla="val 7620533"/>
              <a:gd name="gd54" fmla="val 4028296"/>
              <a:gd name="gd55" fmla="val 7619162"/>
              <a:gd name="gd56" fmla="val 4011320"/>
              <a:gd name="gd57" fmla="val 7619756"/>
              <a:gd name="gd58" fmla="val 3999880"/>
              <a:gd name="gd59" fmla="val 7620254"/>
              <a:gd name="gd60" fmla="val 3999913"/>
              <a:gd name="gd61" fmla="val 7620280"/>
              <a:gd name="gd62" fmla="val 3999419"/>
              <a:gd name="gd63" fmla="val 7597529"/>
              <a:gd name="gd64" fmla="val 3999419"/>
              <a:gd name="gd65" fmla="val 7597555"/>
              <a:gd name="gd66" fmla="val 3999913"/>
              <a:gd name="gd67" fmla="val 7598053"/>
              <a:gd name="gd68" fmla="val 3999880"/>
              <a:gd name="gd69" fmla="val 7598647"/>
              <a:gd name="gd70" fmla="val 4011320"/>
              <a:gd name="gd71" fmla="val 7597276"/>
              <a:gd name="gd72" fmla="val 4028296"/>
              <a:gd name="gd73" fmla="val 7589809"/>
              <a:gd name="gd74" fmla="val 4120772"/>
              <a:gd name="gd75" fmla="val 7589271"/>
              <a:gd name="gd76" fmla="val 4127448"/>
              <a:gd name="gd77" fmla="val 7588765"/>
              <a:gd name="gd78" fmla="val 4127511"/>
              <a:gd name="gd79" fmla="val 7369706"/>
              <a:gd name="gd80" fmla="val 4572001"/>
              <a:gd name="gd81" fmla="val 7175465"/>
              <a:gd name="gd82" fmla="val 4572001"/>
              <a:gd name="gd83" fmla="val 7455280"/>
              <a:gd name="gd84" fmla="val 4144250"/>
              <a:gd name="gd85" fmla="val 6947526"/>
              <a:gd name="gd86" fmla="val 4572001"/>
              <a:gd name="gd87" fmla="val 6809978"/>
              <a:gd name="gd88" fmla="val 4572001"/>
              <a:gd name="gd89" fmla="val 7468650"/>
              <a:gd name="gd90" fmla="val 4012794"/>
              <a:gd name="gd91" fmla="val 7468767"/>
              <a:gd name="gd92" fmla="val 4011646"/>
              <a:gd name="gd93" fmla="val 7484980"/>
              <a:gd name="gd94" fmla="val 4010107"/>
              <a:gd name="gd95" fmla="val 7580442"/>
              <a:gd name="gd96" fmla="val 4001042"/>
              <a:gd name="gd97" fmla="val 7597529"/>
              <a:gd name="gd98" fmla="val 3999419"/>
              <a:gd name="gd99" fmla="val 5928129"/>
              <a:gd name="gd100" fmla="val 3999419"/>
              <a:gd name="gd101" fmla="val 5945217"/>
              <a:gd name="gd102" fmla="val 4001042"/>
              <a:gd name="gd103" fmla="val 6040678"/>
              <a:gd name="gd104" fmla="val 4010107"/>
              <a:gd name="gd105" fmla="val 6056891"/>
              <a:gd name="gd106" fmla="val 4011646"/>
              <a:gd name="gd107" fmla="val 6057008"/>
              <a:gd name="gd108" fmla="val 4012794"/>
              <a:gd name="gd109" fmla="val 6715680"/>
              <a:gd name="gd110" fmla="val 4572001"/>
              <a:gd name="gd111" fmla="val 6578131"/>
              <a:gd name="gd112" fmla="val 4572001"/>
              <a:gd name="gd113" fmla="val 6070378"/>
              <a:gd name="gd114" fmla="val 4144250"/>
              <a:gd name="gd115" fmla="val 6350192"/>
              <a:gd name="gd116" fmla="val 4572001"/>
              <a:gd name="gd117" fmla="val 6155952"/>
              <a:gd name="gd118" fmla="val 4572001"/>
              <a:gd name="gd119" fmla="val 5936893"/>
              <a:gd name="gd120" fmla="val 4127511"/>
              <a:gd name="gd121" fmla="val 5936387"/>
              <a:gd name="gd122" fmla="val 4127448"/>
              <a:gd name="gd123" fmla="val 5935849"/>
              <a:gd name="gd124" fmla="val 4120772"/>
              <a:gd name="gd125" fmla="val 5928382"/>
              <a:gd name="gd126" fmla="val 4028296"/>
              <a:gd name="gd127" fmla="val 5927011"/>
              <a:gd name="gd128" fmla="val 4011320"/>
              <a:gd name="gd129" fmla="val 5927605"/>
              <a:gd name="gd130" fmla="val 3999880"/>
              <a:gd name="gd131" fmla="val 5928103"/>
              <a:gd name="gd132" fmla="val 3999913"/>
              <a:gd name="gd133" fmla="val 5928129"/>
              <a:gd name="gd134" fmla="val 3999419"/>
              <a:gd name="gd135" fmla="val 5905378"/>
              <a:gd name="gd136" fmla="val 3999419"/>
              <a:gd name="gd137" fmla="val 5905404"/>
              <a:gd name="gd138" fmla="val 3999913"/>
              <a:gd name="gd139" fmla="val 5905902"/>
              <a:gd name="gd140" fmla="val 3999880"/>
              <a:gd name="gd141" fmla="val 5906496"/>
              <a:gd name="gd142" fmla="val 4011320"/>
              <a:gd name="gd143" fmla="val 5905125"/>
              <a:gd name="gd144" fmla="val 4028296"/>
              <a:gd name="gd145" fmla="val 5897658"/>
              <a:gd name="gd146" fmla="val 4120772"/>
              <a:gd name="gd147" fmla="val 5897120"/>
              <a:gd name="gd148" fmla="val 4127448"/>
              <a:gd name="gd149" fmla="val 5896614"/>
              <a:gd name="gd150" fmla="val 4127511"/>
              <a:gd name="gd151" fmla="val 5677555"/>
              <a:gd name="gd152" fmla="val 4572001"/>
              <a:gd name="gd153" fmla="val 5483314"/>
              <a:gd name="gd154" fmla="val 4572001"/>
              <a:gd name="gd155" fmla="val 5763129"/>
              <a:gd name="gd156" fmla="val 4144250"/>
              <a:gd name="gd157" fmla="val 5255375"/>
              <a:gd name="gd158" fmla="val 4572001"/>
              <a:gd name="gd159" fmla="val 5117827"/>
              <a:gd name="gd160" fmla="val 4572001"/>
              <a:gd name="gd161" fmla="val 5776499"/>
              <a:gd name="gd162" fmla="val 4012794"/>
              <a:gd name="gd163" fmla="val 5776616"/>
              <a:gd name="gd164" fmla="val 4011646"/>
              <a:gd name="gd165" fmla="val 5792829"/>
              <a:gd name="gd166" fmla="val 4010107"/>
              <a:gd name="gd167" fmla="val 5888290"/>
              <a:gd name="gd168" fmla="val 4001042"/>
              <a:gd name="gd169" fmla="val 5905378"/>
              <a:gd name="gd170" fmla="val 3999419"/>
              <a:gd name="gd171" fmla="val 4235979"/>
              <a:gd name="gd172" fmla="val 3999419"/>
              <a:gd name="gd173" fmla="val 4253065"/>
              <a:gd name="gd174" fmla="val 4001042"/>
              <a:gd name="gd175" fmla="val 4348528"/>
              <a:gd name="gd176" fmla="val 4010107"/>
              <a:gd name="gd177" fmla="val 4364739"/>
              <a:gd name="gd178" fmla="val 4011646"/>
              <a:gd name="gd179" fmla="val 4364856"/>
              <a:gd name="gd180" fmla="val 4012794"/>
              <a:gd name="gd181" fmla="val 5023528"/>
              <a:gd name="gd182" fmla="val 4572001"/>
              <a:gd name="gd183" fmla="val 4885980"/>
              <a:gd name="gd184" fmla="val 4572001"/>
              <a:gd name="gd185" fmla="val 4378227"/>
              <a:gd name="gd186" fmla="val 4144250"/>
              <a:gd name="gd187" fmla="val 4658041"/>
              <a:gd name="gd188" fmla="val 4572001"/>
              <a:gd name="gd189" fmla="val 4463800"/>
              <a:gd name="gd190" fmla="val 4572001"/>
              <a:gd name="gd191" fmla="val 4244741"/>
              <a:gd name="gd192" fmla="val 4127511"/>
              <a:gd name="gd193" fmla="val 4244236"/>
              <a:gd name="gd194" fmla="val 4127448"/>
              <a:gd name="gd195" fmla="val 4243697"/>
              <a:gd name="gd196" fmla="val 4120772"/>
              <a:gd name="gd197" fmla="val 4236230"/>
              <a:gd name="gd198" fmla="val 4028296"/>
              <a:gd name="gd199" fmla="val 4234860"/>
              <a:gd name="gd200" fmla="val 4011320"/>
              <a:gd name="gd201" fmla="val 4235454"/>
              <a:gd name="gd202" fmla="val 3999880"/>
              <a:gd name="gd203" fmla="val 4235952"/>
              <a:gd name="gd204" fmla="val 3999913"/>
              <a:gd name="gd205" fmla="val 4235979"/>
              <a:gd name="gd206" fmla="val 3999419"/>
              <a:gd name="gd207" fmla="val 4213227"/>
              <a:gd name="gd208" fmla="val 3999419"/>
              <a:gd name="gd209" fmla="val 4213253"/>
              <a:gd name="gd210" fmla="val 3999913"/>
              <a:gd name="gd211" fmla="val 4213751"/>
              <a:gd name="gd212" fmla="val 3999880"/>
              <a:gd name="gd213" fmla="val 4214345"/>
              <a:gd name="gd214" fmla="val 4011320"/>
              <a:gd name="gd215" fmla="val 4212974"/>
              <a:gd name="gd216" fmla="val 4028296"/>
              <a:gd name="gd217" fmla="val 4205507"/>
              <a:gd name="gd218" fmla="val 4120772"/>
              <a:gd name="gd219" fmla="val 4204969"/>
              <a:gd name="gd220" fmla="val 4127448"/>
              <a:gd name="gd221" fmla="val 4204463"/>
              <a:gd name="gd222" fmla="val 4127511"/>
              <a:gd name="gd223" fmla="val 3985404"/>
              <a:gd name="gd224" fmla="val 4572001"/>
              <a:gd name="gd225" fmla="val 3791163"/>
              <a:gd name="gd226" fmla="val 4572001"/>
              <a:gd name="gd227" fmla="val 4070978"/>
              <a:gd name="gd228" fmla="val 4144250"/>
              <a:gd name="gd229" fmla="val 3563224"/>
              <a:gd name="gd230" fmla="val 4572001"/>
              <a:gd name="gd231" fmla="val 3425676"/>
              <a:gd name="gd232" fmla="val 4572001"/>
              <a:gd name="gd233" fmla="val 4084348"/>
              <a:gd name="gd234" fmla="val 4012794"/>
              <a:gd name="gd235" fmla="val 4084465"/>
              <a:gd name="gd236" fmla="val 4011646"/>
              <a:gd name="gd237" fmla="val 4100678"/>
              <a:gd name="gd238" fmla="val 4010107"/>
              <a:gd name="gd239" fmla="val 4196139"/>
              <a:gd name="gd240" fmla="val 4001042"/>
              <a:gd name="gd241" fmla="val 4213227"/>
              <a:gd name="gd242" fmla="val 3999419"/>
              <a:gd name="gd243" fmla="val 2543827"/>
              <a:gd name="gd244" fmla="val 3999419"/>
              <a:gd name="gd245" fmla="val 2560914"/>
              <a:gd name="gd246" fmla="val 4001042"/>
              <a:gd name="gd247" fmla="val 2656376"/>
              <a:gd name="gd248" fmla="val 4010107"/>
              <a:gd name="gd249" fmla="val 2672588"/>
              <a:gd name="gd250" fmla="val 4011646"/>
              <a:gd name="gd251" fmla="val 2672706"/>
              <a:gd name="gd252" fmla="val 4012794"/>
              <a:gd name="gd253" fmla="val 3331377"/>
              <a:gd name="gd254" fmla="val 4572001"/>
              <a:gd name="gd255" fmla="val 3193830"/>
              <a:gd name="gd256" fmla="val 4572001"/>
              <a:gd name="gd257" fmla="val 2686076"/>
              <a:gd name="gd258" fmla="val 4144250"/>
              <a:gd name="gd259" fmla="val 2965890"/>
              <a:gd name="gd260" fmla="val 4572001"/>
              <a:gd name="gd261" fmla="val 2771649"/>
              <a:gd name="gd262" fmla="val 4572001"/>
              <a:gd name="gd263" fmla="val 2552590"/>
              <a:gd name="gd264" fmla="val 4127511"/>
              <a:gd name="gd265" fmla="val 2552085"/>
              <a:gd name="gd266" fmla="val 4127448"/>
              <a:gd name="gd267" fmla="val 2551547"/>
              <a:gd name="gd268" fmla="val 4120772"/>
              <a:gd name="gd269" fmla="val 2544079"/>
              <a:gd name="gd270" fmla="val 4028296"/>
              <a:gd name="gd271" fmla="val 2542709"/>
              <a:gd name="gd272" fmla="val 4011320"/>
              <a:gd name="gd273" fmla="val 2543303"/>
              <a:gd name="gd274" fmla="val 3999880"/>
              <a:gd name="gd275" fmla="val 2543801"/>
              <a:gd name="gd276" fmla="val 3999913"/>
              <a:gd name="gd277" fmla="val 2543827"/>
              <a:gd name="gd278" fmla="val 3999419"/>
              <a:gd name="gd279" fmla="val 2521076"/>
              <a:gd name="gd280" fmla="val 3999419"/>
              <a:gd name="gd281" fmla="val 2521102"/>
              <a:gd name="gd282" fmla="val 3999913"/>
              <a:gd name="gd283" fmla="val 2521600"/>
              <a:gd name="gd284" fmla="val 3999880"/>
              <a:gd name="gd285" fmla="val 2522194"/>
              <a:gd name="gd286" fmla="val 4011320"/>
              <a:gd name="gd287" fmla="val 2520823"/>
              <a:gd name="gd288" fmla="val 4028296"/>
              <a:gd name="gd289" fmla="val 2513356"/>
              <a:gd name="gd290" fmla="val 4120772"/>
              <a:gd name="gd291" fmla="val 2512818"/>
              <a:gd name="gd292" fmla="val 4127448"/>
              <a:gd name="gd293" fmla="val 2512312"/>
              <a:gd name="gd294" fmla="val 4127511"/>
              <a:gd name="gd295" fmla="val 2293253"/>
              <a:gd name="gd296" fmla="val 4572001"/>
              <a:gd name="gd297" fmla="val 2099012"/>
              <a:gd name="gd298" fmla="val 4572001"/>
              <a:gd name="gd299" fmla="val 2378827"/>
              <a:gd name="gd300" fmla="val 4144250"/>
              <a:gd name="gd301" fmla="val 1871073"/>
              <a:gd name="gd302" fmla="val 4572001"/>
              <a:gd name="gd303" fmla="val 1733525"/>
              <a:gd name="gd304" fmla="val 4572001"/>
              <a:gd name="gd305" fmla="val 2392197"/>
              <a:gd name="gd306" fmla="val 4012794"/>
              <a:gd name="gd307" fmla="val 2392314"/>
              <a:gd name="gd308" fmla="val 4011646"/>
              <a:gd name="gd309" fmla="val 2408527"/>
              <a:gd name="gd310" fmla="val 4010107"/>
              <a:gd name="gd311" fmla="val 2503988"/>
              <a:gd name="gd312" fmla="val 4001042"/>
              <a:gd name="gd313" fmla="val 2521076"/>
              <a:gd name="gd314" fmla="val 3999419"/>
              <a:gd name="gd315" fmla="val 851676"/>
              <a:gd name="gd316" fmla="val 3999419"/>
              <a:gd name="gd317" fmla="val 868763"/>
              <a:gd name="gd318" fmla="val 4001042"/>
              <a:gd name="gd319" fmla="val 964225"/>
              <a:gd name="gd320" fmla="val 4010107"/>
              <a:gd name="gd321" fmla="val 980437"/>
              <a:gd name="gd322" fmla="val 4011646"/>
              <a:gd name="gd323" fmla="val 980555"/>
              <a:gd name="gd324" fmla="val 4012794"/>
              <a:gd name="gd325" fmla="val 1639226"/>
              <a:gd name="gd326" fmla="val 4572001"/>
              <a:gd name="gd327" fmla="val 1501679"/>
              <a:gd name="gd328" fmla="val 4572001"/>
              <a:gd name="gd329" fmla="val 993925"/>
              <a:gd name="gd330" fmla="val 4144250"/>
              <a:gd name="gd331" fmla="val 1273740"/>
              <a:gd name="gd332" fmla="val 4572001"/>
              <a:gd name="gd333" fmla="val 1079499"/>
              <a:gd name="gd334" fmla="val 4572001"/>
              <a:gd name="gd335" fmla="val 860439"/>
              <a:gd name="gd336" fmla="val 4127511"/>
              <a:gd name="gd337" fmla="val 859934"/>
              <a:gd name="gd338" fmla="val 4127448"/>
              <a:gd name="gd339" fmla="val 859396"/>
              <a:gd name="gd340" fmla="val 4120772"/>
              <a:gd name="gd341" fmla="val 851928"/>
              <a:gd name="gd342" fmla="val 4028296"/>
              <a:gd name="gd343" fmla="val 850558"/>
              <a:gd name="gd344" fmla="val 4011320"/>
              <a:gd name="gd345" fmla="val 851152"/>
              <a:gd name="gd346" fmla="val 3999880"/>
              <a:gd name="gd347" fmla="val 851650"/>
              <a:gd name="gd348" fmla="val 3999913"/>
              <a:gd name="gd349" fmla="val 851676"/>
              <a:gd name="gd350" fmla="val 3999419"/>
              <a:gd name="gd351" fmla="val 828925"/>
              <a:gd name="gd352" fmla="val 3999419"/>
              <a:gd name="gd353" fmla="val 828951"/>
              <a:gd name="gd354" fmla="val 3999913"/>
              <a:gd name="gd355" fmla="val 829449"/>
              <a:gd name="gd356" fmla="val 3999880"/>
              <a:gd name="gd357" fmla="val 830043"/>
              <a:gd name="gd358" fmla="val 4011320"/>
              <a:gd name="gd359" fmla="val 828672"/>
              <a:gd name="gd360" fmla="val 4028296"/>
              <a:gd name="gd361" fmla="val 821205"/>
              <a:gd name="gd362" fmla="val 4120772"/>
              <a:gd name="gd363" fmla="val 820667"/>
              <a:gd name="gd364" fmla="val 4127448"/>
              <a:gd name="gd365" fmla="val 820161"/>
              <a:gd name="gd366" fmla="val 4127511"/>
              <a:gd name="gd367" fmla="val 601102"/>
              <a:gd name="gd368" fmla="val 4572001"/>
              <a:gd name="gd369" fmla="val 406861"/>
              <a:gd name="gd370" fmla="val 4572001"/>
              <a:gd name="gd371" fmla="val 686676"/>
              <a:gd name="gd372" fmla="val 4144250"/>
              <a:gd name="gd373" fmla="val 178922"/>
              <a:gd name="gd374" fmla="val 4572001"/>
              <a:gd name="gd375" fmla="val 41374"/>
              <a:gd name="gd376" fmla="val 4572001"/>
              <a:gd name="gd377" fmla="val 700046"/>
              <a:gd name="gd378" fmla="val 4012794"/>
              <a:gd name="gd379" fmla="val 700163"/>
              <a:gd name="gd380" fmla="val 4011646"/>
              <a:gd name="gd381" fmla="val 716376"/>
              <a:gd name="gd382" fmla="val 4010107"/>
              <a:gd name="gd383" fmla="val 811837"/>
              <a:gd name="gd384" fmla="val 4001042"/>
              <a:gd name="gd385" fmla="val 828925"/>
              <a:gd name="gd386" fmla="val 3999419"/>
              <a:gd name="gd387" fmla="val 8305836"/>
              <a:gd name="gd388" fmla="val 3304913"/>
              <a:gd name="gd389" fmla="val 7762527"/>
              <a:gd name="gd390" fmla="val 3845480"/>
              <a:gd name="gd391" fmla="val 8305836"/>
              <a:gd name="gd392" fmla="val 3304913"/>
              <a:gd name="gd393" fmla="val 6911971"/>
              <a:gd name="gd394" fmla="val 3304913"/>
              <a:gd name="gd395" fmla="val 7455280"/>
              <a:gd name="gd396" fmla="val 3845480"/>
              <a:gd name="gd397" fmla="val 6911971"/>
              <a:gd name="gd398" fmla="val 3304913"/>
              <a:gd name="gd399" fmla="val 6613685"/>
              <a:gd name="gd400" fmla="val 3304913"/>
              <a:gd name="gd401" fmla="val 6070376"/>
              <a:gd name="gd402" fmla="val 3845480"/>
              <a:gd name="gd403" fmla="val 6613685"/>
              <a:gd name="gd404" fmla="val 3304913"/>
              <a:gd name="gd405" fmla="val 5219820"/>
              <a:gd name="gd406" fmla="val 3304913"/>
              <a:gd name="gd407" fmla="val 5763129"/>
              <a:gd name="gd408" fmla="val 3845480"/>
              <a:gd name="gd409" fmla="val 5219820"/>
              <a:gd name="gd410" fmla="val 3304913"/>
              <a:gd name="gd411" fmla="val 4921534"/>
              <a:gd name="gd412" fmla="val 3304913"/>
              <a:gd name="gd413" fmla="val 4378225"/>
              <a:gd name="gd414" fmla="val 3845480"/>
              <a:gd name="gd415" fmla="val 4921534"/>
              <a:gd name="gd416" fmla="val 3304913"/>
              <a:gd name="gd417" fmla="val 3527669"/>
              <a:gd name="gd418" fmla="val 3304913"/>
              <a:gd name="gd419" fmla="val 4070978"/>
              <a:gd name="gd420" fmla="val 3845480"/>
              <a:gd name="gd421" fmla="val 3527669"/>
              <a:gd name="gd422" fmla="val 3304913"/>
              <a:gd name="gd423" fmla="val 3229383"/>
              <a:gd name="gd424" fmla="val 3304913"/>
              <a:gd name="gd425" fmla="val 2686074"/>
              <a:gd name="gd426" fmla="val 3845480"/>
              <a:gd name="gd427" fmla="val 3229383"/>
              <a:gd name="gd428" fmla="val 3304913"/>
              <a:gd name="gd429" fmla="val 1835518"/>
              <a:gd name="gd430" fmla="val 3304913"/>
              <a:gd name="gd431" fmla="val 2378827"/>
              <a:gd name="gd432" fmla="val 3845480"/>
              <a:gd name="gd433" fmla="val 1835518"/>
              <a:gd name="gd434" fmla="val 3304913"/>
              <a:gd name="gd435" fmla="val 1537232"/>
              <a:gd name="gd436" fmla="val 3304913"/>
              <a:gd name="gd437" fmla="val 993923"/>
              <a:gd name="gd438" fmla="val 3845480"/>
              <a:gd name="gd439" fmla="val 1537232"/>
              <a:gd name="gd440" fmla="val 3304913"/>
              <a:gd name="gd441" fmla="val 143367"/>
              <a:gd name="gd442" fmla="val 3304913"/>
              <a:gd name="gd443" fmla="val 686676"/>
              <a:gd name="gd444" fmla="val 3845480"/>
              <a:gd name="gd445" fmla="val 143367"/>
              <a:gd name="gd446" fmla="val 3304913"/>
              <a:gd name="gd447" fmla="val 8461873"/>
              <a:gd name="gd448" fmla="val 3161219"/>
              <a:gd name="gd449" fmla="val 8478960"/>
              <a:gd name="gd450" fmla="val 3162829"/>
              <a:gd name="gd451" fmla="val 8574422"/>
              <a:gd name="gd452" fmla="val 3171823"/>
              <a:gd name="gd453" fmla="val 8590635"/>
              <a:gd name="gd454" fmla="val 3173350"/>
              <a:gd name="gd455" fmla="val 8590752"/>
              <a:gd name="gd456" fmla="val 3174489"/>
              <a:gd name="gd457" fmla="val 9135069"/>
              <a:gd name="gd458" fmla="val 3506215"/>
              <a:gd name="gd459" fmla="val 9139239"/>
              <a:gd name="gd460" fmla="val 3512974"/>
              <a:gd name="gd461" fmla="val 9139239"/>
              <a:gd name="gd462" fmla="val 3816134"/>
              <a:gd name="gd463" fmla="val 9120077"/>
              <a:gd name="gd464" fmla="val 3747490"/>
              <a:gd name="gd465" fmla="val 8604122"/>
              <a:gd name="gd466" fmla="val 3304913"/>
              <a:gd name="gd467" fmla="val 9047261"/>
              <a:gd name="gd468" fmla="val 3816429"/>
              <a:gd name="gd469" fmla="val 9139239"/>
              <a:gd name="gd470" fmla="val 3843104"/>
              <a:gd name="gd471" fmla="val 9139239"/>
              <a:gd name="gd472" fmla="val 3970603"/>
              <a:gd name="gd473" fmla="val 9030179"/>
              <a:gd name="gd474" fmla="val 3943797"/>
              <a:gd name="gd475" fmla="val 8470637"/>
              <a:gd name="gd476" fmla="val 3288305"/>
              <a:gd name="gd477" fmla="val 8470131"/>
              <a:gd name="gd478" fmla="val 3288243"/>
              <a:gd name="gd479" fmla="val 8469593"/>
              <a:gd name="gd480" fmla="val 3281619"/>
              <a:gd name="gd481" fmla="val 8462126"/>
              <a:gd name="gd482" fmla="val 3189869"/>
              <a:gd name="gd483" fmla="val 8460755"/>
              <a:gd name="gd484" fmla="val 3173027"/>
              <a:gd name="gd485" fmla="val 8461349"/>
              <a:gd name="gd486" fmla="val 3161677"/>
              <a:gd name="gd487" fmla="val 8461847"/>
              <a:gd name="gd488" fmla="val 3161709"/>
              <a:gd name="gd489" fmla="val 8461873"/>
              <a:gd name="gd490" fmla="val 3161219"/>
              <a:gd name="gd491" fmla="val 8448085"/>
              <a:gd name="gd492" fmla="val 3161219"/>
              <a:gd name="gd493" fmla="val 8448111"/>
              <a:gd name="gd494" fmla="val 3161709"/>
              <a:gd name="gd495" fmla="val 8448609"/>
              <a:gd name="gd496" fmla="val 3161677"/>
              <a:gd name="gd497" fmla="val 8449203"/>
              <a:gd name="gd498" fmla="val 3173027"/>
              <a:gd name="gd499" fmla="val 8447832"/>
              <a:gd name="gd500" fmla="val 3189869"/>
              <a:gd name="gd501" fmla="val 8440365"/>
              <a:gd name="gd502" fmla="val 3281619"/>
              <a:gd name="gd503" fmla="val 8439827"/>
              <a:gd name="gd504" fmla="val 3288243"/>
              <a:gd name="gd505" fmla="val 8439321"/>
              <a:gd name="gd506" fmla="val 3288305"/>
              <a:gd name="gd507" fmla="val 7749156"/>
              <a:gd name="gd508" fmla="val 3975903"/>
              <a:gd name="gd509" fmla="val 7749040"/>
              <a:gd name="gd510" fmla="val 3977042"/>
              <a:gd name="gd511" fmla="val 7732823"/>
              <a:gd name="gd512" fmla="val 3978570"/>
              <a:gd name="gd513" fmla="val 7637396"/>
              <a:gd name="gd514" fmla="val 3987561"/>
              <a:gd name="gd515" fmla="val 7620278"/>
              <a:gd name="gd516" fmla="val 3989174"/>
              <a:gd name="gd517" fmla="val 7620252"/>
              <a:gd name="gd518" fmla="val 3988683"/>
              <a:gd name="gd519" fmla="val 7619753"/>
              <a:gd name="gd520" fmla="val 3988716"/>
              <a:gd name="gd521" fmla="val 7619160"/>
              <a:gd name="gd522" fmla="val 3977366"/>
              <a:gd name="gd523" fmla="val 7620531"/>
              <a:gd name="gd524" fmla="val 3960518"/>
              <a:gd name="gd525" fmla="val 7627995"/>
              <a:gd name="gd526" fmla="val 3868787"/>
              <a:gd name="gd527" fmla="val 7628535"/>
              <a:gd name="gd528" fmla="val 3862150"/>
              <a:gd name="gd529" fmla="val 7629040"/>
              <a:gd name="gd530" fmla="val 3862087"/>
              <a:gd name="gd531" fmla="val 8319206"/>
              <a:gd name="gd532" fmla="val 3174489"/>
              <a:gd name="gd533" fmla="val 8319323"/>
              <a:gd name="gd534" fmla="val 3173350"/>
              <a:gd name="gd535" fmla="val 8335536"/>
              <a:gd name="gd536" fmla="val 3171823"/>
              <a:gd name="gd537" fmla="val 8430998"/>
              <a:gd name="gd538" fmla="val 3162829"/>
              <a:gd name="gd539" fmla="val 8448085"/>
              <a:gd name="gd540" fmla="val 3161219"/>
              <a:gd name="gd541" fmla="val 6769722"/>
              <a:gd name="gd542" fmla="val 3161219"/>
              <a:gd name="gd543" fmla="val 6786810"/>
              <a:gd name="gd544" fmla="val 3162829"/>
              <a:gd name="gd545" fmla="val 6882271"/>
              <a:gd name="gd546" fmla="val 3171823"/>
              <a:gd name="gd547" fmla="val 6898484"/>
              <a:gd name="gd548" fmla="val 3173350"/>
              <a:gd name="gd549" fmla="val 6898601"/>
              <a:gd name="gd550" fmla="val 3174489"/>
              <a:gd name="gd551" fmla="val 7588766"/>
              <a:gd name="gd552" fmla="val 3862087"/>
              <a:gd name="gd553" fmla="val 7589272"/>
              <a:gd name="gd554" fmla="val 3862150"/>
              <a:gd name="gd555" fmla="val 7589812"/>
              <a:gd name="gd556" fmla="val 3868787"/>
              <a:gd name="gd557" fmla="val 7597276"/>
              <a:gd name="gd558" fmla="val 3960518"/>
              <a:gd name="gd559" fmla="val 7598647"/>
              <a:gd name="gd560" fmla="val 3977366"/>
              <a:gd name="gd561" fmla="val 7598054"/>
              <a:gd name="gd562" fmla="val 3988716"/>
              <a:gd name="gd563" fmla="val 7597555"/>
              <a:gd name="gd564" fmla="val 3988683"/>
              <a:gd name="gd565" fmla="val 7597529"/>
              <a:gd name="gd566" fmla="val 3989174"/>
              <a:gd name="gd567" fmla="val 7580411"/>
              <a:gd name="gd568" fmla="val 3987561"/>
              <a:gd name="gd569" fmla="val 7484984"/>
              <a:gd name="gd570" fmla="val 3978570"/>
              <a:gd name="gd571" fmla="val 7468767"/>
              <a:gd name="gd572" fmla="val 3977042"/>
              <a:gd name="gd573" fmla="val 7468651"/>
              <a:gd name="gd574" fmla="val 3975903"/>
              <a:gd name="gd575" fmla="val 6778486"/>
              <a:gd name="gd576" fmla="val 3288305"/>
              <a:gd name="gd577" fmla="val 6777980"/>
              <a:gd name="gd578" fmla="val 3288243"/>
              <a:gd name="gd579" fmla="val 6777442"/>
              <a:gd name="gd580" fmla="val 3281619"/>
              <a:gd name="gd581" fmla="val 6769975"/>
              <a:gd name="gd582" fmla="val 3189869"/>
              <a:gd name="gd583" fmla="val 6768604"/>
              <a:gd name="gd584" fmla="val 3173027"/>
              <a:gd name="gd585" fmla="val 6769198"/>
              <a:gd name="gd586" fmla="val 3161677"/>
              <a:gd name="gd587" fmla="val 6769696"/>
              <a:gd name="gd588" fmla="val 3161709"/>
              <a:gd name="gd589" fmla="val 6769722"/>
              <a:gd name="gd590" fmla="val 3161219"/>
              <a:gd name="gd591" fmla="val 6755934"/>
              <a:gd name="gd592" fmla="val 3161219"/>
              <a:gd name="gd593" fmla="val 6755960"/>
              <a:gd name="gd594" fmla="val 3161709"/>
              <a:gd name="gd595" fmla="val 6756458"/>
              <a:gd name="gd596" fmla="val 3161677"/>
              <a:gd name="gd597" fmla="val 6757052"/>
              <a:gd name="gd598" fmla="val 3173027"/>
              <a:gd name="gd599" fmla="val 6755682"/>
              <a:gd name="gd600" fmla="val 3189869"/>
              <a:gd name="gd601" fmla="val 6748215"/>
              <a:gd name="gd602" fmla="val 3281619"/>
              <a:gd name="gd603" fmla="val 6747676"/>
              <a:gd name="gd604" fmla="val 3288243"/>
              <a:gd name="gd605" fmla="val 6747171"/>
              <a:gd name="gd606" fmla="val 3288305"/>
              <a:gd name="gd607" fmla="val 6057005"/>
              <a:gd name="gd608" fmla="val 3975903"/>
              <a:gd name="gd609" fmla="val 6056889"/>
              <a:gd name="gd610" fmla="val 3977042"/>
              <a:gd name="gd611" fmla="val 6040672"/>
              <a:gd name="gd612" fmla="val 3978570"/>
              <a:gd name="gd613" fmla="val 5945246"/>
              <a:gd name="gd614" fmla="val 3987561"/>
              <a:gd name="gd615" fmla="val 5928127"/>
              <a:gd name="gd616" fmla="val 3989174"/>
              <a:gd name="gd617" fmla="val 5928101"/>
              <a:gd name="gd618" fmla="val 3988683"/>
              <a:gd name="gd619" fmla="val 5927602"/>
              <a:gd name="gd620" fmla="val 3988716"/>
              <a:gd name="gd621" fmla="val 5927009"/>
              <a:gd name="gd622" fmla="val 3977366"/>
              <a:gd name="gd623" fmla="val 5928380"/>
              <a:gd name="gd624" fmla="val 3960518"/>
              <a:gd name="gd625" fmla="val 5935844"/>
              <a:gd name="gd626" fmla="val 3868787"/>
              <a:gd name="gd627" fmla="val 5936384"/>
              <a:gd name="gd628" fmla="val 3862150"/>
              <a:gd name="gd629" fmla="val 5936890"/>
              <a:gd name="gd630" fmla="val 3862087"/>
              <a:gd name="gd631" fmla="val 6627056"/>
              <a:gd name="gd632" fmla="val 3174489"/>
              <a:gd name="gd633" fmla="val 6627173"/>
              <a:gd name="gd634" fmla="val 3173350"/>
              <a:gd name="gd635" fmla="val 6643385"/>
              <a:gd name="gd636" fmla="val 3171823"/>
              <a:gd name="gd637" fmla="val 6738847"/>
              <a:gd name="gd638" fmla="val 3162829"/>
              <a:gd name="gd639" fmla="val 6755934"/>
              <a:gd name="gd640" fmla="val 3161219"/>
              <a:gd name="gd641" fmla="val 5077571"/>
              <a:gd name="gd642" fmla="val 3161219"/>
              <a:gd name="gd643" fmla="val 5094659"/>
              <a:gd name="gd644" fmla="val 3162829"/>
              <a:gd name="gd645" fmla="val 5190120"/>
              <a:gd name="gd646" fmla="val 3171823"/>
              <a:gd name="gd647" fmla="val 5206334"/>
              <a:gd name="gd648" fmla="val 3173350"/>
              <a:gd name="gd649" fmla="val 5206450"/>
              <a:gd name="gd650" fmla="val 3174489"/>
              <a:gd name="gd651" fmla="val 5896616"/>
              <a:gd name="gd652" fmla="val 3862087"/>
              <a:gd name="gd653" fmla="val 5897121"/>
              <a:gd name="gd654" fmla="val 3862150"/>
              <a:gd name="gd655" fmla="val 5897662"/>
              <a:gd name="gd656" fmla="val 3868787"/>
              <a:gd name="gd657" fmla="val 5905126"/>
              <a:gd name="gd658" fmla="val 3960518"/>
              <a:gd name="gd659" fmla="val 5906496"/>
              <a:gd name="gd660" fmla="val 3977366"/>
              <a:gd name="gd661" fmla="val 5905903"/>
              <a:gd name="gd662" fmla="val 3988716"/>
              <a:gd name="gd663" fmla="val 5905404"/>
              <a:gd name="gd664" fmla="val 3988683"/>
              <a:gd name="gd665" fmla="val 5905378"/>
              <a:gd name="gd666" fmla="val 3989174"/>
              <a:gd name="gd667" fmla="val 5888260"/>
              <a:gd name="gd668" fmla="val 3987561"/>
              <a:gd name="gd669" fmla="val 5792833"/>
              <a:gd name="gd670" fmla="val 3978570"/>
              <a:gd name="gd671" fmla="val 5776617"/>
              <a:gd name="gd672" fmla="val 3977042"/>
              <a:gd name="gd673" fmla="val 5776501"/>
              <a:gd name="gd674" fmla="val 3975903"/>
              <a:gd name="gd675" fmla="val 5086335"/>
              <a:gd name="gd676" fmla="val 3288305"/>
              <a:gd name="gd677" fmla="val 5085830"/>
              <a:gd name="gd678" fmla="val 3288243"/>
              <a:gd name="gd679" fmla="val 5085291"/>
              <a:gd name="gd680" fmla="val 3281619"/>
              <a:gd name="gd681" fmla="val 5077824"/>
              <a:gd name="gd682" fmla="val 3189869"/>
              <a:gd name="gd683" fmla="val 5076453"/>
              <a:gd name="gd684" fmla="val 3173027"/>
              <a:gd name="gd685" fmla="val 5077047"/>
              <a:gd name="gd686" fmla="val 3161677"/>
              <a:gd name="gd687" fmla="val 5077545"/>
              <a:gd name="gd688" fmla="val 3161709"/>
              <a:gd name="gd689" fmla="val 5077571"/>
              <a:gd name="gd690" fmla="val 3161219"/>
              <a:gd name="gd691" fmla="val 5063783"/>
              <a:gd name="gd692" fmla="val 3161219"/>
              <a:gd name="gd693" fmla="val 5063809"/>
              <a:gd name="gd694" fmla="val 3161709"/>
              <a:gd name="gd695" fmla="val 5064307"/>
              <a:gd name="gd696" fmla="val 3161677"/>
              <a:gd name="gd697" fmla="val 5064902"/>
              <a:gd name="gd698" fmla="val 3173027"/>
              <a:gd name="gd699" fmla="val 5063530"/>
              <a:gd name="gd700" fmla="val 3189869"/>
              <a:gd name="gd701" fmla="val 5056063"/>
              <a:gd name="gd702" fmla="val 3281619"/>
              <a:gd name="gd703" fmla="val 5055525"/>
              <a:gd name="gd704" fmla="val 3288243"/>
              <a:gd name="gd705" fmla="val 5055019"/>
              <a:gd name="gd706" fmla="val 3288305"/>
              <a:gd name="gd707" fmla="val 4364853"/>
              <a:gd name="gd708" fmla="val 3975903"/>
              <a:gd name="gd709" fmla="val 4364737"/>
              <a:gd name="gd710" fmla="val 3977042"/>
              <a:gd name="gd711" fmla="val 4348521"/>
              <a:gd name="gd712" fmla="val 3978570"/>
              <a:gd name="gd713" fmla="val 4253094"/>
              <a:gd name="gd714" fmla="val 3987561"/>
              <a:gd name="gd715" fmla="val 4235976"/>
              <a:gd name="gd716" fmla="val 3989174"/>
              <a:gd name="gd717" fmla="val 4235950"/>
              <a:gd name="gd718" fmla="val 3988683"/>
              <a:gd name="gd719" fmla="val 4235451"/>
              <a:gd name="gd720" fmla="val 3988716"/>
              <a:gd name="gd721" fmla="val 4234858"/>
              <a:gd name="gd722" fmla="val 3977366"/>
              <a:gd name="gd723" fmla="val 4236228"/>
              <a:gd name="gd724" fmla="val 3960518"/>
              <a:gd name="gd725" fmla="val 4243692"/>
              <a:gd name="gd726" fmla="val 3868787"/>
              <a:gd name="gd727" fmla="val 4244233"/>
              <a:gd name="gd728" fmla="val 3862150"/>
              <a:gd name="gd729" fmla="val 4244738"/>
              <a:gd name="gd730" fmla="val 3862087"/>
              <a:gd name="gd731" fmla="val 4934904"/>
              <a:gd name="gd732" fmla="val 3174489"/>
              <a:gd name="gd733" fmla="val 4935021"/>
              <a:gd name="gd734" fmla="val 3173350"/>
              <a:gd name="gd735" fmla="val 4951234"/>
              <a:gd name="gd736" fmla="val 3171823"/>
              <a:gd name="gd737" fmla="val 5046695"/>
              <a:gd name="gd738" fmla="val 3162829"/>
              <a:gd name="gd739" fmla="val 5063783"/>
              <a:gd name="gd740" fmla="val 3161219"/>
              <a:gd name="gd741" fmla="val 3385420"/>
              <a:gd name="gd742" fmla="val 3161219"/>
              <a:gd name="gd743" fmla="val 3402507"/>
              <a:gd name="gd744" fmla="val 3162829"/>
              <a:gd name="gd745" fmla="val 3497969"/>
              <a:gd name="gd746" fmla="val 3171823"/>
              <a:gd name="gd747" fmla="val 3514181"/>
              <a:gd name="gd748" fmla="val 3173350"/>
              <a:gd name="gd749" fmla="val 3514298"/>
              <a:gd name="gd750" fmla="val 3174489"/>
              <a:gd name="gd751" fmla="val 4204464"/>
              <a:gd name="gd752" fmla="val 3862087"/>
              <a:gd name="gd753" fmla="val 4204970"/>
              <a:gd name="gd754" fmla="val 3862150"/>
              <a:gd name="gd755" fmla="val 4205510"/>
              <a:gd name="gd756" fmla="val 3868787"/>
              <a:gd name="gd757" fmla="val 4212974"/>
              <a:gd name="gd758" fmla="val 3960518"/>
              <a:gd name="gd759" fmla="val 4214345"/>
              <a:gd name="gd760" fmla="val 3977366"/>
              <a:gd name="gd761" fmla="val 4213752"/>
              <a:gd name="gd762" fmla="val 3988716"/>
              <a:gd name="gd763" fmla="val 4213253"/>
              <a:gd name="gd764" fmla="val 3988683"/>
              <a:gd name="gd765" fmla="val 4213227"/>
              <a:gd name="gd766" fmla="val 3989174"/>
              <a:gd name="gd767" fmla="val 4196108"/>
              <a:gd name="gd768" fmla="val 3987561"/>
              <a:gd name="gd769" fmla="val 4100682"/>
              <a:gd name="gd770" fmla="val 3978570"/>
              <a:gd name="gd771" fmla="val 4084465"/>
              <a:gd name="gd772" fmla="val 3977042"/>
              <a:gd name="gd773" fmla="val 4084349"/>
              <a:gd name="gd774" fmla="val 3975903"/>
              <a:gd name="gd775" fmla="val 3394183"/>
              <a:gd name="gd776" fmla="val 3288305"/>
              <a:gd name="gd777" fmla="val 3393678"/>
              <a:gd name="gd778" fmla="val 3288243"/>
              <a:gd name="gd779" fmla="val 3393139"/>
              <a:gd name="gd780" fmla="val 3281619"/>
              <a:gd name="gd781" fmla="val 3385672"/>
              <a:gd name="gd782" fmla="val 3189869"/>
              <a:gd name="gd783" fmla="val 3384302"/>
              <a:gd name="gd784" fmla="val 3173027"/>
              <a:gd name="gd785" fmla="val 3384896"/>
              <a:gd name="gd786" fmla="val 3161677"/>
              <a:gd name="gd787" fmla="val 3385394"/>
              <a:gd name="gd788" fmla="val 3161709"/>
              <a:gd name="gd789" fmla="val 3385420"/>
              <a:gd name="gd790" fmla="val 3161219"/>
              <a:gd name="gd791" fmla="val 3371632"/>
              <a:gd name="gd792" fmla="val 3161219"/>
              <a:gd name="gd793" fmla="val 3371658"/>
              <a:gd name="gd794" fmla="val 3161709"/>
              <a:gd name="gd795" fmla="val 3372156"/>
              <a:gd name="gd796" fmla="val 3161677"/>
              <a:gd name="gd797" fmla="val 3372750"/>
              <a:gd name="gd798" fmla="val 3173027"/>
              <a:gd name="gd799" fmla="val 3371379"/>
              <a:gd name="gd800" fmla="val 3189869"/>
              <a:gd name="gd801" fmla="val 3363912"/>
              <a:gd name="gd802" fmla="val 3281619"/>
              <a:gd name="gd803" fmla="val 3363374"/>
              <a:gd name="gd804" fmla="val 3288243"/>
              <a:gd name="gd805" fmla="val 3362868"/>
              <a:gd name="gd806" fmla="val 3288305"/>
              <a:gd name="gd807" fmla="val 2672703"/>
              <a:gd name="gd808" fmla="val 3975903"/>
              <a:gd name="gd809" fmla="val 2672586"/>
              <a:gd name="gd810" fmla="val 3977042"/>
              <a:gd name="gd811" fmla="val 2656370"/>
              <a:gd name="gd812" fmla="val 3978570"/>
              <a:gd name="gd813" fmla="val 2560943"/>
              <a:gd name="gd814" fmla="val 3987561"/>
              <a:gd name="gd815" fmla="val 2543825"/>
              <a:gd name="gd816" fmla="val 3989174"/>
              <a:gd name="gd817" fmla="val 2543799"/>
              <a:gd name="gd818" fmla="val 3988683"/>
              <a:gd name="gd819" fmla="val 2543300"/>
              <a:gd name="gd820" fmla="val 3988716"/>
              <a:gd name="gd821" fmla="val 2542707"/>
              <a:gd name="gd822" fmla="val 3977366"/>
              <a:gd name="gd823" fmla="val 2544077"/>
              <a:gd name="gd824" fmla="val 3960518"/>
              <a:gd name="gd825" fmla="val 2551541"/>
              <a:gd name="gd826" fmla="val 3868787"/>
              <a:gd name="gd827" fmla="val 2552082"/>
              <a:gd name="gd828" fmla="val 3862150"/>
              <a:gd name="gd829" fmla="val 2552587"/>
              <a:gd name="gd830" fmla="val 3862087"/>
              <a:gd name="gd831" fmla="val 3242753"/>
              <a:gd name="gd832" fmla="val 3174489"/>
              <a:gd name="gd833" fmla="val 3242870"/>
              <a:gd name="gd834" fmla="val 3173350"/>
              <a:gd name="gd835" fmla="val 3259083"/>
              <a:gd name="gd836" fmla="val 3171823"/>
              <a:gd name="gd837" fmla="val 3354544"/>
              <a:gd name="gd838" fmla="val 3162829"/>
              <a:gd name="gd839" fmla="val 3371632"/>
              <a:gd name="gd840" fmla="val 3161219"/>
              <a:gd name="gd841" fmla="val 1693269"/>
              <a:gd name="gd842" fmla="val 3161219"/>
              <a:gd name="gd843" fmla="val 1710356"/>
              <a:gd name="gd844" fmla="val 3162829"/>
              <a:gd name="gd845" fmla="val 1805818"/>
              <a:gd name="gd846" fmla="val 3171823"/>
              <a:gd name="gd847" fmla="val 1822030"/>
              <a:gd name="gd848" fmla="val 3173350"/>
              <a:gd name="gd849" fmla="val 1822148"/>
              <a:gd name="gd850" fmla="val 3174489"/>
              <a:gd name="gd851" fmla="val 2512313"/>
              <a:gd name="gd852" fmla="val 3862087"/>
              <a:gd name="gd853" fmla="val 2512819"/>
              <a:gd name="gd854" fmla="val 3862150"/>
              <a:gd name="gd855" fmla="val 2513359"/>
              <a:gd name="gd856" fmla="val 3868787"/>
              <a:gd name="gd857" fmla="val 2520823"/>
              <a:gd name="gd858" fmla="val 3960518"/>
              <a:gd name="gd859" fmla="val 2522194"/>
              <a:gd name="gd860" fmla="val 3977366"/>
              <a:gd name="gd861" fmla="val 2521601"/>
              <a:gd name="gd862" fmla="val 3988716"/>
              <a:gd name="gd863" fmla="val 2521102"/>
              <a:gd name="gd864" fmla="val 3988683"/>
              <a:gd name="gd865" fmla="val 2521076"/>
              <a:gd name="gd866" fmla="val 3989174"/>
              <a:gd name="gd867" fmla="val 2503957"/>
              <a:gd name="gd868" fmla="val 3987561"/>
              <a:gd name="gd869" fmla="val 2408531"/>
              <a:gd name="gd870" fmla="val 3978570"/>
              <a:gd name="gd871" fmla="val 2392314"/>
              <a:gd name="gd872" fmla="val 3977042"/>
              <a:gd name="gd873" fmla="val 2392198"/>
              <a:gd name="gd874" fmla="val 3975903"/>
              <a:gd name="gd875" fmla="val 1702032"/>
              <a:gd name="gd876" fmla="val 3288305"/>
              <a:gd name="gd877" fmla="val 1701527"/>
              <a:gd name="gd878" fmla="val 3288243"/>
              <a:gd name="gd879" fmla="val 1700989"/>
              <a:gd name="gd880" fmla="val 3281619"/>
              <a:gd name="gd881" fmla="val 1693521"/>
              <a:gd name="gd882" fmla="val 3189869"/>
              <a:gd name="gd883" fmla="val 1692151"/>
              <a:gd name="gd884" fmla="val 3173027"/>
              <a:gd name="gd885" fmla="val 1692745"/>
              <a:gd name="gd886" fmla="val 3161677"/>
              <a:gd name="gd887" fmla="val 1693243"/>
              <a:gd name="gd888" fmla="val 3161709"/>
              <a:gd name="gd889" fmla="val 1693269"/>
              <a:gd name="gd890" fmla="val 3161219"/>
              <a:gd name="gd891" fmla="val 1679481"/>
              <a:gd name="gd892" fmla="val 3161219"/>
              <a:gd name="gd893" fmla="val 1679507"/>
              <a:gd name="gd894" fmla="val 3161709"/>
              <a:gd name="gd895" fmla="val 1680005"/>
              <a:gd name="gd896" fmla="val 3161677"/>
              <a:gd name="gd897" fmla="val 1680599"/>
              <a:gd name="gd898" fmla="val 3173027"/>
              <a:gd name="gd899" fmla="val 1679228"/>
              <a:gd name="gd900" fmla="val 3189869"/>
              <a:gd name="gd901" fmla="val 1671761"/>
              <a:gd name="gd902" fmla="val 3281619"/>
              <a:gd name="gd903" fmla="val 1671223"/>
              <a:gd name="gd904" fmla="val 3288243"/>
              <a:gd name="gd905" fmla="val 1670717"/>
              <a:gd name="gd906" fmla="val 3288305"/>
              <a:gd name="gd907" fmla="val 980552"/>
              <a:gd name="gd908" fmla="val 3975903"/>
              <a:gd name="gd909" fmla="val 980435"/>
              <a:gd name="gd910" fmla="val 3977042"/>
              <a:gd name="gd911" fmla="val 964219"/>
              <a:gd name="gd912" fmla="val 3978570"/>
              <a:gd name="gd913" fmla="val 868792"/>
              <a:gd name="gd914" fmla="val 3987561"/>
              <a:gd name="gd915" fmla="val 851674"/>
              <a:gd name="gd916" fmla="val 3989174"/>
              <a:gd name="gd917" fmla="val 851648"/>
              <a:gd name="gd918" fmla="val 3988683"/>
              <a:gd name="gd919" fmla="val 851149"/>
              <a:gd name="gd920" fmla="val 3988716"/>
              <a:gd name="gd921" fmla="val 850556"/>
              <a:gd name="gd922" fmla="val 3977366"/>
              <a:gd name="gd923" fmla="val 851926"/>
              <a:gd name="gd924" fmla="val 3960518"/>
              <a:gd name="gd925" fmla="val 859390"/>
              <a:gd name="gd926" fmla="val 3868787"/>
              <a:gd name="gd927" fmla="val 859931"/>
              <a:gd name="gd928" fmla="val 3862150"/>
              <a:gd name="gd929" fmla="val 860436"/>
              <a:gd name="gd930" fmla="val 3862087"/>
              <a:gd name="gd931" fmla="val 1550602"/>
              <a:gd name="gd932" fmla="val 3174489"/>
              <a:gd name="gd933" fmla="val 1550719"/>
              <a:gd name="gd934" fmla="val 3173350"/>
              <a:gd name="gd935" fmla="val 1566932"/>
              <a:gd name="gd936" fmla="val 3171823"/>
              <a:gd name="gd937" fmla="val 1662393"/>
              <a:gd name="gd938" fmla="val 3162829"/>
              <a:gd name="gd939" fmla="val 1679481"/>
              <a:gd name="gd940" fmla="val 3161219"/>
              <a:gd name="gd941" fmla="val 1118"/>
              <a:gd name="gd942" fmla="val 3161219"/>
              <a:gd name="gd943" fmla="val 18205"/>
              <a:gd name="gd944" fmla="val 3162829"/>
              <a:gd name="gd945" fmla="val 113667"/>
              <a:gd name="gd946" fmla="val 3171823"/>
              <a:gd name="gd947" fmla="val 129879"/>
              <a:gd name="gd948" fmla="val 3173350"/>
              <a:gd name="gd949" fmla="val 129997"/>
              <a:gd name="gd950" fmla="val 3174489"/>
              <a:gd name="gd951" fmla="val 820162"/>
              <a:gd name="gd952" fmla="val 3862087"/>
              <a:gd name="gd953" fmla="val 820668"/>
              <a:gd name="gd954" fmla="val 3862150"/>
              <a:gd name="gd955" fmla="val 821208"/>
              <a:gd name="gd956" fmla="val 3868787"/>
              <a:gd name="gd957" fmla="val 828672"/>
              <a:gd name="gd958" fmla="val 3960518"/>
              <a:gd name="gd959" fmla="val 830043"/>
              <a:gd name="gd960" fmla="val 3977366"/>
              <a:gd name="gd961" fmla="val 829450"/>
              <a:gd name="gd962" fmla="val 3988716"/>
              <a:gd name="gd963" fmla="val 828951"/>
              <a:gd name="gd964" fmla="val 3988683"/>
              <a:gd name="gd965" fmla="val 828925"/>
              <a:gd name="gd966" fmla="val 3989174"/>
              <a:gd name="gd967" fmla="val 811806"/>
              <a:gd name="gd968" fmla="val 3987561"/>
              <a:gd name="gd969" fmla="val 716380"/>
              <a:gd name="gd970" fmla="val 3978570"/>
              <a:gd name="gd971" fmla="val 700163"/>
              <a:gd name="gd972" fmla="val 3977042"/>
              <a:gd name="gd973" fmla="val 700047"/>
              <a:gd name="gd974" fmla="val 3975903"/>
              <a:gd name="gd975" fmla="val 9881"/>
              <a:gd name="gd976" fmla="val 3288305"/>
              <a:gd name="gd977" fmla="val 9376"/>
              <a:gd name="gd978" fmla="val 3288243"/>
              <a:gd name="gd979" fmla="val 8837"/>
              <a:gd name="gd980" fmla="val 3281619"/>
              <a:gd name="gd981" fmla="val 1370"/>
              <a:gd name="gd982" fmla="val 3189869"/>
              <a:gd name="gd983" fmla="val 0"/>
              <a:gd name="gd984" fmla="val 3173027"/>
              <a:gd name="gd985" fmla="val 594"/>
              <a:gd name="gd986" fmla="val 3161677"/>
              <a:gd name="gd987" fmla="val 1092"/>
              <a:gd name="gd988" fmla="val 3161709"/>
              <a:gd name="gd989" fmla="val 1118"/>
              <a:gd name="gd990" fmla="val 3161219"/>
              <a:gd name="gd991" fmla="val 7762529"/>
              <a:gd name="gd992" fmla="val 2447425"/>
              <a:gd name="gd993" fmla="val 8305838"/>
              <a:gd name="gd994" fmla="val 2992271"/>
              <a:gd name="gd995" fmla="val 7762529"/>
              <a:gd name="gd996" fmla="val 2447425"/>
              <a:gd name="gd997" fmla="val 7455280"/>
              <a:gd name="gd998" fmla="val 2447425"/>
              <a:gd name="gd999" fmla="val 6911971"/>
              <a:gd name="gd1000" fmla="val 2992271"/>
              <a:gd name="gd1001" fmla="val 7455280"/>
              <a:gd name="gd1002" fmla="val 2447425"/>
              <a:gd name="gd1003" fmla="val 6070378"/>
              <a:gd name="gd1004" fmla="val 2447425"/>
              <a:gd name="gd1005" fmla="val 6613687"/>
              <a:gd name="gd1006" fmla="val 2992271"/>
              <a:gd name="gd1007" fmla="val 6070378"/>
              <a:gd name="gd1008" fmla="val 2447425"/>
              <a:gd name="gd1009" fmla="val 5763129"/>
              <a:gd name="gd1010" fmla="val 2447425"/>
              <a:gd name="gd1011" fmla="val 5219820"/>
              <a:gd name="gd1012" fmla="val 2992271"/>
              <a:gd name="gd1013" fmla="val 5763129"/>
              <a:gd name="gd1014" fmla="val 2447425"/>
              <a:gd name="gd1015" fmla="val 4378227"/>
              <a:gd name="gd1016" fmla="val 2447425"/>
              <a:gd name="gd1017" fmla="val 4921536"/>
              <a:gd name="gd1018" fmla="val 2992271"/>
              <a:gd name="gd1019" fmla="val 4378227"/>
              <a:gd name="gd1020" fmla="val 2447425"/>
              <a:gd name="gd1021" fmla="val 4070978"/>
              <a:gd name="gd1022" fmla="val 2447425"/>
              <a:gd name="gd1023" fmla="val 3527669"/>
              <a:gd name="gd1024" fmla="val 2992271"/>
              <a:gd name="gd1025" fmla="val 4070978"/>
              <a:gd name="gd1026" fmla="val 2447425"/>
              <a:gd name="gd1027" fmla="val 2686076"/>
              <a:gd name="gd1028" fmla="val 2447425"/>
              <a:gd name="gd1029" fmla="val 3229385"/>
              <a:gd name="gd1030" fmla="val 2992271"/>
              <a:gd name="gd1031" fmla="val 2686076"/>
              <a:gd name="gd1032" fmla="val 2447425"/>
              <a:gd name="gd1033" fmla="val 2378827"/>
              <a:gd name="gd1034" fmla="val 2447425"/>
              <a:gd name="gd1035" fmla="val 1835518"/>
              <a:gd name="gd1036" fmla="val 2992271"/>
              <a:gd name="gd1037" fmla="val 2378827"/>
              <a:gd name="gd1038" fmla="val 2447425"/>
              <a:gd name="gd1039" fmla="val 993925"/>
              <a:gd name="gd1040" fmla="val 2447425"/>
              <a:gd name="gd1041" fmla="val 1537234"/>
              <a:gd name="gd1042" fmla="val 2992271"/>
              <a:gd name="gd1043" fmla="val 993925"/>
              <a:gd name="gd1044" fmla="val 2447425"/>
              <a:gd name="gd1045" fmla="val 686676"/>
              <a:gd name="gd1046" fmla="val 2447425"/>
              <a:gd name="gd1047" fmla="val 143367"/>
              <a:gd name="gd1048" fmla="val 2992271"/>
              <a:gd name="gd1049" fmla="val 686676"/>
              <a:gd name="gd1050" fmla="val 2447425"/>
              <a:gd name="gd1051" fmla="val 9139239"/>
              <a:gd name="gd1052" fmla="val 2321311"/>
              <a:gd name="gd1053" fmla="val 9139239"/>
              <a:gd name="gd1054" fmla="val 2449820"/>
              <a:gd name="gd1055" fmla="val 9047261"/>
              <a:gd name="gd1056" fmla="val 2476706"/>
              <a:gd name="gd1057" fmla="val 8604122"/>
              <a:gd name="gd1058" fmla="val 2992271"/>
              <a:gd name="gd1059" fmla="val 9120077"/>
              <a:gd name="gd1060" fmla="val 2546190"/>
              <a:gd name="gd1061" fmla="val 9139239"/>
              <a:gd name="gd1062" fmla="val 2477003"/>
              <a:gd name="gd1063" fmla="val 9139239"/>
              <a:gd name="gd1064" fmla="val 2782562"/>
              <a:gd name="gd1065" fmla="val 9135069"/>
              <a:gd name="gd1066" fmla="val 2789374"/>
              <a:gd name="gd1067" fmla="val 8590751"/>
              <a:gd name="gd1068" fmla="val 3123727"/>
              <a:gd name="gd1069" fmla="val 8590635"/>
              <a:gd name="gd1070" fmla="val 3124875"/>
              <a:gd name="gd1071" fmla="val 8574418"/>
              <a:gd name="gd1072" fmla="val 3126415"/>
              <a:gd name="gd1073" fmla="val 8478991"/>
              <a:gd name="gd1074" fmla="val 3135477"/>
              <a:gd name="gd1075" fmla="val 8461873"/>
              <a:gd name="gd1076" fmla="val 3137103"/>
              <a:gd name="gd1077" fmla="val 8461847"/>
              <a:gd name="gd1078" fmla="val 3136608"/>
              <a:gd name="gd1079" fmla="val 8461348"/>
              <a:gd name="gd1080" fmla="val 3136641"/>
              <a:gd name="gd1081" fmla="val 8460755"/>
              <a:gd name="gd1082" fmla="val 3125201"/>
              <a:gd name="gd1083" fmla="val 8462126"/>
              <a:gd name="gd1084" fmla="val 3108220"/>
              <a:gd name="gd1085" fmla="val 8469590"/>
              <a:gd name="gd1086" fmla="val 3015763"/>
              <a:gd name="gd1087" fmla="val 8470130"/>
              <a:gd name="gd1088" fmla="val 3009073"/>
              <a:gd name="gd1089" fmla="val 8470636"/>
              <a:gd name="gd1090" fmla="val 3009010"/>
              <a:gd name="gd1091" fmla="val 9030178"/>
              <a:gd name="gd1092" fmla="val 2348329"/>
              <a:gd name="gd1093" fmla="val 9139239"/>
              <a:gd name="gd1094" fmla="val 2321311"/>
              <a:gd name="gd1095" fmla="val 7620280"/>
              <a:gd name="gd1096" fmla="val 2302594"/>
              <a:gd name="gd1097" fmla="val 7637367"/>
              <a:gd name="gd1098" fmla="val 2304217"/>
              <a:gd name="gd1099" fmla="val 7732829"/>
              <a:gd name="gd1100" fmla="val 2313282"/>
              <a:gd name="gd1101" fmla="val 7749042"/>
              <a:gd name="gd1102" fmla="val 2314821"/>
              <a:gd name="gd1103" fmla="val 7749159"/>
              <a:gd name="gd1104" fmla="val 2315969"/>
              <a:gd name="gd1105" fmla="val 8439324"/>
              <a:gd name="gd1106" fmla="val 3009010"/>
              <a:gd name="gd1107" fmla="val 8439830"/>
              <a:gd name="gd1108" fmla="val 3009073"/>
              <a:gd name="gd1109" fmla="val 8440370"/>
              <a:gd name="gd1110" fmla="val 3015763"/>
              <a:gd name="gd1111" fmla="val 8447834"/>
              <a:gd name="gd1112" fmla="val 3108220"/>
              <a:gd name="gd1113" fmla="val 8449205"/>
              <a:gd name="gd1114" fmla="val 3125201"/>
              <a:gd name="gd1115" fmla="val 8448612"/>
              <a:gd name="gd1116" fmla="val 3136641"/>
              <a:gd name="gd1117" fmla="val 8448113"/>
              <a:gd name="gd1118" fmla="val 3136608"/>
              <a:gd name="gd1119" fmla="val 8448087"/>
              <a:gd name="gd1120" fmla="val 3137103"/>
              <a:gd name="gd1121" fmla="val 8430969"/>
              <a:gd name="gd1122" fmla="val 3135477"/>
              <a:gd name="gd1123" fmla="val 8335542"/>
              <a:gd name="gd1124" fmla="val 3126415"/>
              <a:gd name="gd1125" fmla="val 8319325"/>
              <a:gd name="gd1126" fmla="val 3124875"/>
              <a:gd name="gd1127" fmla="val 8319209"/>
              <a:gd name="gd1128" fmla="val 3123727"/>
              <a:gd name="gd1129" fmla="val 7629044"/>
              <a:gd name="gd1130" fmla="val 2430686"/>
              <a:gd name="gd1131" fmla="val 7628538"/>
              <a:gd name="gd1132" fmla="val 2430623"/>
              <a:gd name="gd1133" fmla="val 7628000"/>
              <a:gd name="gd1134" fmla="val 2423947"/>
              <a:gd name="gd1135" fmla="val 7620533"/>
              <a:gd name="gd1136" fmla="val 2331471"/>
              <a:gd name="gd1137" fmla="val 7619162"/>
              <a:gd name="gd1138" fmla="val 2314495"/>
              <a:gd name="gd1139" fmla="val 7619756"/>
              <a:gd name="gd1140" fmla="val 2303055"/>
              <a:gd name="gd1141" fmla="val 7620254"/>
              <a:gd name="gd1142" fmla="val 2303088"/>
              <a:gd name="gd1143" fmla="val 7620280"/>
              <a:gd name="gd1144" fmla="val 2302594"/>
              <a:gd name="gd1145" fmla="val 7597529"/>
              <a:gd name="gd1146" fmla="val 2302594"/>
              <a:gd name="gd1147" fmla="val 7597555"/>
              <a:gd name="gd1148" fmla="val 2303088"/>
              <a:gd name="gd1149" fmla="val 7598053"/>
              <a:gd name="gd1150" fmla="val 2303055"/>
              <a:gd name="gd1151" fmla="val 7598647"/>
              <a:gd name="gd1152" fmla="val 2314495"/>
              <a:gd name="gd1153" fmla="val 7597276"/>
              <a:gd name="gd1154" fmla="val 2331471"/>
              <a:gd name="gd1155" fmla="val 7589809"/>
              <a:gd name="gd1156" fmla="val 2423947"/>
              <a:gd name="gd1157" fmla="val 7589271"/>
              <a:gd name="gd1158" fmla="val 2430623"/>
              <a:gd name="gd1159" fmla="val 7588765"/>
              <a:gd name="gd1160" fmla="val 2430686"/>
              <a:gd name="gd1161" fmla="val 6898600"/>
              <a:gd name="gd1162" fmla="val 3123727"/>
              <a:gd name="gd1163" fmla="val 6898484"/>
              <a:gd name="gd1164" fmla="val 3124875"/>
              <a:gd name="gd1165" fmla="val 6882267"/>
              <a:gd name="gd1166" fmla="val 3126415"/>
              <a:gd name="gd1167" fmla="val 6786841"/>
              <a:gd name="gd1168" fmla="val 3135477"/>
              <a:gd name="gd1169" fmla="val 6769722"/>
              <a:gd name="gd1170" fmla="val 3137103"/>
              <a:gd name="gd1171" fmla="val 6769696"/>
              <a:gd name="gd1172" fmla="val 3136608"/>
              <a:gd name="gd1173" fmla="val 6769197"/>
              <a:gd name="gd1174" fmla="val 3136641"/>
              <a:gd name="gd1175" fmla="val 6768604"/>
              <a:gd name="gd1176" fmla="val 3125201"/>
              <a:gd name="gd1177" fmla="val 6769975"/>
              <a:gd name="gd1178" fmla="val 3108220"/>
              <a:gd name="gd1179" fmla="val 6777439"/>
              <a:gd name="gd1180" fmla="val 3015763"/>
              <a:gd name="gd1181" fmla="val 6777979"/>
              <a:gd name="gd1182" fmla="val 3009073"/>
              <a:gd name="gd1183" fmla="val 6778485"/>
              <a:gd name="gd1184" fmla="val 3009010"/>
              <a:gd name="gd1185" fmla="val 7468650"/>
              <a:gd name="gd1186" fmla="val 2315969"/>
              <a:gd name="gd1187" fmla="val 7468767"/>
              <a:gd name="gd1188" fmla="val 2314821"/>
              <a:gd name="gd1189" fmla="val 7484980"/>
              <a:gd name="gd1190" fmla="val 2313282"/>
              <a:gd name="gd1191" fmla="val 7580442"/>
              <a:gd name="gd1192" fmla="val 2304217"/>
              <a:gd name="gd1193" fmla="val 7597529"/>
              <a:gd name="gd1194" fmla="val 2302594"/>
              <a:gd name="gd1195" fmla="val 5928129"/>
              <a:gd name="gd1196" fmla="val 2302594"/>
              <a:gd name="gd1197" fmla="val 5945217"/>
              <a:gd name="gd1198" fmla="val 2304217"/>
              <a:gd name="gd1199" fmla="val 6040678"/>
              <a:gd name="gd1200" fmla="val 2313282"/>
              <a:gd name="gd1201" fmla="val 6056891"/>
              <a:gd name="gd1202" fmla="val 2314821"/>
              <a:gd name="gd1203" fmla="val 6057008"/>
              <a:gd name="gd1204" fmla="val 2315969"/>
              <a:gd name="gd1205" fmla="val 6747174"/>
              <a:gd name="gd1206" fmla="val 3009010"/>
              <a:gd name="gd1207" fmla="val 6747679"/>
              <a:gd name="gd1208" fmla="val 3009073"/>
              <a:gd name="gd1209" fmla="val 6748220"/>
              <a:gd name="gd1210" fmla="val 3015763"/>
              <a:gd name="gd1211" fmla="val 6755684"/>
              <a:gd name="gd1212" fmla="val 3108220"/>
              <a:gd name="gd1213" fmla="val 6757054"/>
              <a:gd name="gd1214" fmla="val 3125201"/>
              <a:gd name="gd1215" fmla="val 6756461"/>
              <a:gd name="gd1216" fmla="val 3136641"/>
              <a:gd name="gd1217" fmla="val 6755962"/>
              <a:gd name="gd1218" fmla="val 3136608"/>
              <a:gd name="gd1219" fmla="val 6755936"/>
              <a:gd name="gd1220" fmla="val 3137103"/>
              <a:gd name="gd1221" fmla="val 6738818"/>
              <a:gd name="gd1222" fmla="val 3135477"/>
              <a:gd name="gd1223" fmla="val 6643391"/>
              <a:gd name="gd1224" fmla="val 3126415"/>
              <a:gd name="gd1225" fmla="val 6627175"/>
              <a:gd name="gd1226" fmla="val 3124875"/>
              <a:gd name="gd1227" fmla="val 6627059"/>
              <a:gd name="gd1228" fmla="val 3123727"/>
              <a:gd name="gd1229" fmla="val 5936893"/>
              <a:gd name="gd1230" fmla="val 2430686"/>
              <a:gd name="gd1231" fmla="val 5936387"/>
              <a:gd name="gd1232" fmla="val 2430623"/>
              <a:gd name="gd1233" fmla="val 5935849"/>
              <a:gd name="gd1234" fmla="val 2423947"/>
              <a:gd name="gd1235" fmla="val 5928382"/>
              <a:gd name="gd1236" fmla="val 2331471"/>
              <a:gd name="gd1237" fmla="val 5927011"/>
              <a:gd name="gd1238" fmla="val 2314495"/>
              <a:gd name="gd1239" fmla="val 5927605"/>
              <a:gd name="gd1240" fmla="val 2303055"/>
              <a:gd name="gd1241" fmla="val 5928103"/>
              <a:gd name="gd1242" fmla="val 2303088"/>
              <a:gd name="gd1243" fmla="val 5928129"/>
              <a:gd name="gd1244" fmla="val 2302594"/>
              <a:gd name="gd1245" fmla="val 5905378"/>
              <a:gd name="gd1246" fmla="val 2302594"/>
              <a:gd name="gd1247" fmla="val 5905404"/>
              <a:gd name="gd1248" fmla="val 2303088"/>
              <a:gd name="gd1249" fmla="val 5905902"/>
              <a:gd name="gd1250" fmla="val 2303055"/>
              <a:gd name="gd1251" fmla="val 5906496"/>
              <a:gd name="gd1252" fmla="val 2314495"/>
              <a:gd name="gd1253" fmla="val 5905126"/>
              <a:gd name="gd1254" fmla="val 2331471"/>
              <a:gd name="gd1255" fmla="val 5897659"/>
              <a:gd name="gd1256" fmla="val 2423947"/>
              <a:gd name="gd1257" fmla="val 5897120"/>
              <a:gd name="gd1258" fmla="val 2430623"/>
              <a:gd name="gd1259" fmla="val 5896615"/>
              <a:gd name="gd1260" fmla="val 2430686"/>
              <a:gd name="gd1261" fmla="val 5206449"/>
              <a:gd name="gd1262" fmla="val 3123727"/>
              <a:gd name="gd1263" fmla="val 5206334"/>
              <a:gd name="gd1264" fmla="val 3124875"/>
              <a:gd name="gd1265" fmla="val 5190116"/>
              <a:gd name="gd1266" fmla="val 3126415"/>
              <a:gd name="gd1267" fmla="val 5094690"/>
              <a:gd name="gd1268" fmla="val 3135477"/>
              <a:gd name="gd1269" fmla="val 5077571"/>
              <a:gd name="gd1270" fmla="val 3137103"/>
              <a:gd name="gd1271" fmla="val 5077545"/>
              <a:gd name="gd1272" fmla="val 3136608"/>
              <a:gd name="gd1273" fmla="val 5077046"/>
              <a:gd name="gd1274" fmla="val 3136641"/>
              <a:gd name="gd1275" fmla="val 5076453"/>
              <a:gd name="gd1276" fmla="val 3125201"/>
              <a:gd name="gd1277" fmla="val 5077824"/>
              <a:gd name="gd1278" fmla="val 3108220"/>
              <a:gd name="gd1279" fmla="val 5085288"/>
              <a:gd name="gd1280" fmla="val 3015763"/>
              <a:gd name="gd1281" fmla="val 5085828"/>
              <a:gd name="gd1282" fmla="val 3009073"/>
              <a:gd name="gd1283" fmla="val 5086334"/>
              <a:gd name="gd1284" fmla="val 3009010"/>
              <a:gd name="gd1285" fmla="val 5776501"/>
              <a:gd name="gd1286" fmla="val 2315969"/>
              <a:gd name="gd1287" fmla="val 5776617"/>
              <a:gd name="gd1288" fmla="val 2314821"/>
              <a:gd name="gd1289" fmla="val 5792829"/>
              <a:gd name="gd1290" fmla="val 2313282"/>
              <a:gd name="gd1291" fmla="val 5888291"/>
              <a:gd name="gd1292" fmla="val 2304217"/>
              <a:gd name="gd1293" fmla="val 5905378"/>
              <a:gd name="gd1294" fmla="val 2302594"/>
              <a:gd name="gd1295" fmla="val 4235979"/>
              <a:gd name="gd1296" fmla="val 2302594"/>
              <a:gd name="gd1297" fmla="val 4253065"/>
              <a:gd name="gd1298" fmla="val 2304217"/>
              <a:gd name="gd1299" fmla="val 4348528"/>
              <a:gd name="gd1300" fmla="val 2313282"/>
              <a:gd name="gd1301" fmla="val 4364739"/>
              <a:gd name="gd1302" fmla="val 2314821"/>
              <a:gd name="gd1303" fmla="val 4364856"/>
              <a:gd name="gd1304" fmla="val 2315969"/>
              <a:gd name="gd1305" fmla="val 5055022"/>
              <a:gd name="gd1306" fmla="val 3009010"/>
              <a:gd name="gd1307" fmla="val 5055528"/>
              <a:gd name="gd1308" fmla="val 3009073"/>
              <a:gd name="gd1309" fmla="val 5056068"/>
              <a:gd name="gd1310" fmla="val 3015763"/>
              <a:gd name="gd1311" fmla="val 5063532"/>
              <a:gd name="gd1312" fmla="val 3108220"/>
              <a:gd name="gd1313" fmla="val 5064903"/>
              <a:gd name="gd1314" fmla="val 3125201"/>
              <a:gd name="gd1315" fmla="val 5064310"/>
              <a:gd name="gd1316" fmla="val 3136641"/>
              <a:gd name="gd1317" fmla="val 5063811"/>
              <a:gd name="gd1318" fmla="val 3136608"/>
              <a:gd name="gd1319" fmla="val 5063785"/>
              <a:gd name="gd1320" fmla="val 3137103"/>
              <a:gd name="gd1321" fmla="val 5046666"/>
              <a:gd name="gd1322" fmla="val 3135477"/>
              <a:gd name="gd1323" fmla="val 4951241"/>
              <a:gd name="gd1324" fmla="val 3126415"/>
              <a:gd name="gd1325" fmla="val 4935023"/>
              <a:gd name="gd1326" fmla="val 3124875"/>
              <a:gd name="gd1327" fmla="val 4934907"/>
              <a:gd name="gd1328" fmla="val 3123727"/>
              <a:gd name="gd1329" fmla="val 4244741"/>
              <a:gd name="gd1330" fmla="val 2430686"/>
              <a:gd name="gd1331" fmla="val 4244236"/>
              <a:gd name="gd1332" fmla="val 2430623"/>
              <a:gd name="gd1333" fmla="val 4243697"/>
              <a:gd name="gd1334" fmla="val 2423947"/>
              <a:gd name="gd1335" fmla="val 4236230"/>
              <a:gd name="gd1336" fmla="val 2331471"/>
              <a:gd name="gd1337" fmla="val 4234860"/>
              <a:gd name="gd1338" fmla="val 2314495"/>
              <a:gd name="gd1339" fmla="val 4235454"/>
              <a:gd name="gd1340" fmla="val 2303055"/>
              <a:gd name="gd1341" fmla="val 4235952"/>
              <a:gd name="gd1342" fmla="val 2303088"/>
              <a:gd name="gd1343" fmla="val 4235979"/>
              <a:gd name="gd1344" fmla="val 2302594"/>
              <a:gd name="gd1345" fmla="val 4213227"/>
              <a:gd name="gd1346" fmla="val 2302594"/>
              <a:gd name="gd1347" fmla="val 4213253"/>
              <a:gd name="gd1348" fmla="val 2303088"/>
              <a:gd name="gd1349" fmla="val 4213751"/>
              <a:gd name="gd1350" fmla="val 2303055"/>
              <a:gd name="gd1351" fmla="val 4214345"/>
              <a:gd name="gd1352" fmla="val 2314495"/>
              <a:gd name="gd1353" fmla="val 4212974"/>
              <a:gd name="gd1354" fmla="val 2331471"/>
              <a:gd name="gd1355" fmla="val 4205507"/>
              <a:gd name="gd1356" fmla="val 2423947"/>
              <a:gd name="gd1357" fmla="val 4204969"/>
              <a:gd name="gd1358" fmla="val 2430623"/>
              <a:gd name="gd1359" fmla="val 4204463"/>
              <a:gd name="gd1360" fmla="val 2430686"/>
              <a:gd name="gd1361" fmla="val 3514297"/>
              <a:gd name="gd1362" fmla="val 3123727"/>
              <a:gd name="gd1363" fmla="val 3514181"/>
              <a:gd name="gd1364" fmla="val 3124875"/>
              <a:gd name="gd1365" fmla="val 3497965"/>
              <a:gd name="gd1366" fmla="val 3126415"/>
              <a:gd name="gd1367" fmla="val 3402538"/>
              <a:gd name="gd1368" fmla="val 3135477"/>
              <a:gd name="gd1369" fmla="val 3385420"/>
              <a:gd name="gd1370" fmla="val 3137103"/>
              <a:gd name="gd1371" fmla="val 3385394"/>
              <a:gd name="gd1372" fmla="val 3136608"/>
              <a:gd name="gd1373" fmla="val 3384895"/>
              <a:gd name="gd1374" fmla="val 3136641"/>
              <a:gd name="gd1375" fmla="val 3384302"/>
              <a:gd name="gd1376" fmla="val 3125201"/>
              <a:gd name="gd1377" fmla="val 3385672"/>
              <a:gd name="gd1378" fmla="val 3108220"/>
              <a:gd name="gd1379" fmla="val 3393136"/>
              <a:gd name="gd1380" fmla="val 3015763"/>
              <a:gd name="gd1381" fmla="val 3393677"/>
              <a:gd name="gd1382" fmla="val 3009073"/>
              <a:gd name="gd1383" fmla="val 3394182"/>
              <a:gd name="gd1384" fmla="val 3009010"/>
              <a:gd name="gd1385" fmla="val 4084348"/>
              <a:gd name="gd1386" fmla="val 2315969"/>
              <a:gd name="gd1387" fmla="val 4084465"/>
              <a:gd name="gd1388" fmla="val 2314821"/>
              <a:gd name="gd1389" fmla="val 4100678"/>
              <a:gd name="gd1390" fmla="val 2313282"/>
              <a:gd name="gd1391" fmla="val 4196139"/>
              <a:gd name="gd1392" fmla="val 2304217"/>
              <a:gd name="gd1393" fmla="val 4213227"/>
              <a:gd name="gd1394" fmla="val 2302594"/>
              <a:gd name="gd1395" fmla="val 2543827"/>
              <a:gd name="gd1396" fmla="val 2302594"/>
              <a:gd name="gd1397" fmla="val 2560914"/>
              <a:gd name="gd1398" fmla="val 2304217"/>
              <a:gd name="gd1399" fmla="val 2656376"/>
              <a:gd name="gd1400" fmla="val 2313282"/>
              <a:gd name="gd1401" fmla="val 2672588"/>
              <a:gd name="gd1402" fmla="val 2314821"/>
              <a:gd name="gd1403" fmla="val 2672706"/>
              <a:gd name="gd1404" fmla="val 2315969"/>
              <a:gd name="gd1405" fmla="val 3362871"/>
              <a:gd name="gd1406" fmla="val 3009010"/>
              <a:gd name="gd1407" fmla="val 3363377"/>
              <a:gd name="gd1408" fmla="val 3009073"/>
              <a:gd name="gd1409" fmla="val 3363917"/>
              <a:gd name="gd1410" fmla="val 3015763"/>
              <a:gd name="gd1411" fmla="val 3371381"/>
              <a:gd name="gd1412" fmla="val 3108220"/>
              <a:gd name="gd1413" fmla="val 3372752"/>
              <a:gd name="gd1414" fmla="val 3125201"/>
              <a:gd name="gd1415" fmla="val 3372159"/>
              <a:gd name="gd1416" fmla="val 3136641"/>
              <a:gd name="gd1417" fmla="val 3371660"/>
              <a:gd name="gd1418" fmla="val 3136608"/>
              <a:gd name="gd1419" fmla="val 3371634"/>
              <a:gd name="gd1420" fmla="val 3137103"/>
              <a:gd name="gd1421" fmla="val 3354515"/>
              <a:gd name="gd1422" fmla="val 3135477"/>
              <a:gd name="gd1423" fmla="val 3259089"/>
              <a:gd name="gd1424" fmla="val 3126415"/>
              <a:gd name="gd1425" fmla="val 3242872"/>
              <a:gd name="gd1426" fmla="val 3124875"/>
              <a:gd name="gd1427" fmla="val 3242756"/>
              <a:gd name="gd1428" fmla="val 3123727"/>
              <a:gd name="gd1429" fmla="val 2552590"/>
              <a:gd name="gd1430" fmla="val 2430686"/>
              <a:gd name="gd1431" fmla="val 2552085"/>
              <a:gd name="gd1432" fmla="val 2430623"/>
              <a:gd name="gd1433" fmla="val 2551547"/>
              <a:gd name="gd1434" fmla="val 2423947"/>
              <a:gd name="gd1435" fmla="val 2544079"/>
              <a:gd name="gd1436" fmla="val 2331471"/>
              <a:gd name="gd1437" fmla="val 2542709"/>
              <a:gd name="gd1438" fmla="val 2314495"/>
              <a:gd name="gd1439" fmla="val 2543303"/>
              <a:gd name="gd1440" fmla="val 2303055"/>
              <a:gd name="gd1441" fmla="val 2543801"/>
              <a:gd name="gd1442" fmla="val 2303088"/>
              <a:gd name="gd1443" fmla="val 2543827"/>
              <a:gd name="gd1444" fmla="val 2302594"/>
              <a:gd name="gd1445" fmla="val 2521076"/>
              <a:gd name="gd1446" fmla="val 2302594"/>
              <a:gd name="gd1447" fmla="val 2521102"/>
              <a:gd name="gd1448" fmla="val 2303088"/>
              <a:gd name="gd1449" fmla="val 2521600"/>
              <a:gd name="gd1450" fmla="val 2303055"/>
              <a:gd name="gd1451" fmla="val 2522194"/>
              <a:gd name="gd1452" fmla="val 2314495"/>
              <a:gd name="gd1453" fmla="val 2520823"/>
              <a:gd name="gd1454" fmla="val 2331471"/>
              <a:gd name="gd1455" fmla="val 2513356"/>
              <a:gd name="gd1456" fmla="val 2423947"/>
              <a:gd name="gd1457" fmla="val 2512818"/>
              <a:gd name="gd1458" fmla="val 2430623"/>
              <a:gd name="gd1459" fmla="val 2512312"/>
              <a:gd name="gd1460" fmla="val 2430686"/>
              <a:gd name="gd1461" fmla="val 1822147"/>
              <a:gd name="gd1462" fmla="val 3123727"/>
              <a:gd name="gd1463" fmla="val 1822030"/>
              <a:gd name="gd1464" fmla="val 3124875"/>
              <a:gd name="gd1465" fmla="val 1805814"/>
              <a:gd name="gd1466" fmla="val 3126415"/>
              <a:gd name="gd1467" fmla="val 1710387"/>
              <a:gd name="gd1468" fmla="val 3135477"/>
              <a:gd name="gd1469" fmla="val 1693269"/>
              <a:gd name="gd1470" fmla="val 3137103"/>
              <a:gd name="gd1471" fmla="val 1693243"/>
              <a:gd name="gd1472" fmla="val 3136608"/>
              <a:gd name="gd1473" fmla="val 1692744"/>
              <a:gd name="gd1474" fmla="val 3136641"/>
              <a:gd name="gd1475" fmla="val 1692151"/>
              <a:gd name="gd1476" fmla="val 3125201"/>
              <a:gd name="gd1477" fmla="val 1693521"/>
              <a:gd name="gd1478" fmla="val 3108220"/>
              <a:gd name="gd1479" fmla="val 1700985"/>
              <a:gd name="gd1480" fmla="val 3015763"/>
              <a:gd name="gd1481" fmla="val 1701526"/>
              <a:gd name="gd1482" fmla="val 3009073"/>
              <a:gd name="gd1483" fmla="val 1702031"/>
              <a:gd name="gd1484" fmla="val 3009010"/>
              <a:gd name="gd1485" fmla="val 2392197"/>
              <a:gd name="gd1486" fmla="val 2315969"/>
              <a:gd name="gd1487" fmla="val 2392314"/>
              <a:gd name="gd1488" fmla="val 2314821"/>
              <a:gd name="gd1489" fmla="val 2408527"/>
              <a:gd name="gd1490" fmla="val 2313282"/>
              <a:gd name="gd1491" fmla="val 2503988"/>
              <a:gd name="gd1492" fmla="val 2304217"/>
              <a:gd name="gd1493" fmla="val 2521076"/>
              <a:gd name="gd1494" fmla="val 2302594"/>
              <a:gd name="gd1495" fmla="val 851676"/>
              <a:gd name="gd1496" fmla="val 2302594"/>
              <a:gd name="gd1497" fmla="val 868763"/>
              <a:gd name="gd1498" fmla="val 2304217"/>
              <a:gd name="gd1499" fmla="val 964225"/>
              <a:gd name="gd1500" fmla="val 2313282"/>
              <a:gd name="gd1501" fmla="val 980437"/>
              <a:gd name="gd1502" fmla="val 2314821"/>
              <a:gd name="gd1503" fmla="val 980555"/>
              <a:gd name="gd1504" fmla="val 2315969"/>
              <a:gd name="gd1505" fmla="val 1670720"/>
              <a:gd name="gd1506" fmla="val 3009010"/>
              <a:gd name="gd1507" fmla="val 1671226"/>
              <a:gd name="gd1508" fmla="val 3009073"/>
              <a:gd name="gd1509" fmla="val 1671766"/>
              <a:gd name="gd1510" fmla="val 3015763"/>
              <a:gd name="gd1511" fmla="val 1679230"/>
              <a:gd name="gd1512" fmla="val 3108220"/>
              <a:gd name="gd1513" fmla="val 1680601"/>
              <a:gd name="gd1514" fmla="val 3125201"/>
              <a:gd name="gd1515" fmla="val 1680008"/>
              <a:gd name="gd1516" fmla="val 3136641"/>
              <a:gd name="gd1517" fmla="val 1679509"/>
              <a:gd name="gd1518" fmla="val 3136608"/>
              <a:gd name="gd1519" fmla="val 1679483"/>
              <a:gd name="gd1520" fmla="val 3137103"/>
              <a:gd name="gd1521" fmla="val 1662364"/>
              <a:gd name="gd1522" fmla="val 3135477"/>
              <a:gd name="gd1523" fmla="val 1566938"/>
              <a:gd name="gd1524" fmla="val 3126415"/>
              <a:gd name="gd1525" fmla="val 1550721"/>
              <a:gd name="gd1526" fmla="val 3124875"/>
              <a:gd name="gd1527" fmla="val 1550605"/>
              <a:gd name="gd1528" fmla="val 3123727"/>
              <a:gd name="gd1529" fmla="val 860439"/>
              <a:gd name="gd1530" fmla="val 2430686"/>
              <a:gd name="gd1531" fmla="val 859934"/>
              <a:gd name="gd1532" fmla="val 2430623"/>
              <a:gd name="gd1533" fmla="val 859396"/>
              <a:gd name="gd1534" fmla="val 2423947"/>
              <a:gd name="gd1535" fmla="val 851928"/>
              <a:gd name="gd1536" fmla="val 2331471"/>
              <a:gd name="gd1537" fmla="val 850558"/>
              <a:gd name="gd1538" fmla="val 2314495"/>
              <a:gd name="gd1539" fmla="val 851152"/>
              <a:gd name="gd1540" fmla="val 2303055"/>
              <a:gd name="gd1541" fmla="val 851650"/>
              <a:gd name="gd1542" fmla="val 2303088"/>
              <a:gd name="gd1543" fmla="val 851676"/>
              <a:gd name="gd1544" fmla="val 2302594"/>
              <a:gd name="gd1545" fmla="val 828925"/>
              <a:gd name="gd1546" fmla="val 2302594"/>
              <a:gd name="gd1547" fmla="val 828951"/>
              <a:gd name="gd1548" fmla="val 2303088"/>
              <a:gd name="gd1549" fmla="val 829449"/>
              <a:gd name="gd1550" fmla="val 2303055"/>
              <a:gd name="gd1551" fmla="val 830043"/>
              <a:gd name="gd1552" fmla="val 2314495"/>
              <a:gd name="gd1553" fmla="val 828672"/>
              <a:gd name="gd1554" fmla="val 2331471"/>
              <a:gd name="gd1555" fmla="val 821205"/>
              <a:gd name="gd1556" fmla="val 2423947"/>
              <a:gd name="gd1557" fmla="val 820667"/>
              <a:gd name="gd1558" fmla="val 2430623"/>
              <a:gd name="gd1559" fmla="val 820161"/>
              <a:gd name="gd1560" fmla="val 2430686"/>
              <a:gd name="gd1561" fmla="val 129995"/>
              <a:gd name="gd1562" fmla="val 3123727"/>
              <a:gd name="gd1563" fmla="val 129879"/>
              <a:gd name="gd1564" fmla="val 3124875"/>
              <a:gd name="gd1565" fmla="val 113663"/>
              <a:gd name="gd1566" fmla="val 3126415"/>
              <a:gd name="gd1567" fmla="val 18236"/>
              <a:gd name="gd1568" fmla="val 3135477"/>
              <a:gd name="gd1569" fmla="val 1118"/>
              <a:gd name="gd1570" fmla="val 3137103"/>
              <a:gd name="gd1571" fmla="val 1092"/>
              <a:gd name="gd1572" fmla="val 3136608"/>
              <a:gd name="gd1573" fmla="val 593"/>
              <a:gd name="gd1574" fmla="val 3136641"/>
              <a:gd name="gd1575" fmla="val 0"/>
              <a:gd name="gd1576" fmla="val 3125201"/>
              <a:gd name="gd1577" fmla="val 1370"/>
              <a:gd name="gd1578" fmla="val 3108220"/>
              <a:gd name="gd1579" fmla="val 8835"/>
              <a:gd name="gd1580" fmla="val 3015763"/>
              <a:gd name="gd1581" fmla="val 9375"/>
              <a:gd name="gd1582" fmla="val 3009073"/>
              <a:gd name="gd1583" fmla="val 9880"/>
              <a:gd name="gd1584" fmla="val 3009010"/>
              <a:gd name="gd1585" fmla="val 700046"/>
              <a:gd name="gd1586" fmla="val 2315969"/>
              <a:gd name="gd1587" fmla="val 700163"/>
              <a:gd name="gd1588" fmla="val 2314821"/>
              <a:gd name="gd1589" fmla="val 716376"/>
              <a:gd name="gd1590" fmla="val 2313282"/>
              <a:gd name="gd1591" fmla="val 811837"/>
              <a:gd name="gd1592" fmla="val 2304217"/>
              <a:gd name="gd1593" fmla="val 828925"/>
              <a:gd name="gd1594" fmla="val 2302594"/>
              <a:gd name="gd1595" fmla="val 8305836"/>
              <a:gd name="gd1596" fmla="val 1608087"/>
              <a:gd name="gd1597" fmla="val 7762527"/>
              <a:gd name="gd1598" fmla="val 2148655"/>
              <a:gd name="gd1599" fmla="val 8305836"/>
              <a:gd name="gd1600" fmla="val 1608087"/>
              <a:gd name="gd1601" fmla="val 6911971"/>
              <a:gd name="gd1602" fmla="val 1608087"/>
              <a:gd name="gd1603" fmla="val 7455280"/>
              <a:gd name="gd1604" fmla="val 2148655"/>
              <a:gd name="gd1605" fmla="val 6911971"/>
              <a:gd name="gd1606" fmla="val 1608087"/>
              <a:gd name="gd1607" fmla="val 6613685"/>
              <a:gd name="gd1608" fmla="val 1608087"/>
              <a:gd name="gd1609" fmla="val 6070376"/>
              <a:gd name="gd1610" fmla="val 2148655"/>
              <a:gd name="gd1611" fmla="val 6613685"/>
              <a:gd name="gd1612" fmla="val 1608087"/>
              <a:gd name="gd1613" fmla="val 5219820"/>
              <a:gd name="gd1614" fmla="val 1608087"/>
              <a:gd name="gd1615" fmla="val 5763129"/>
              <a:gd name="gd1616" fmla="val 2148655"/>
              <a:gd name="gd1617" fmla="val 5219820"/>
              <a:gd name="gd1618" fmla="val 1608087"/>
              <a:gd name="gd1619" fmla="val 4921534"/>
              <a:gd name="gd1620" fmla="val 1608087"/>
              <a:gd name="gd1621" fmla="val 4378225"/>
              <a:gd name="gd1622" fmla="val 2148655"/>
              <a:gd name="gd1623" fmla="val 4921534"/>
              <a:gd name="gd1624" fmla="val 1608087"/>
              <a:gd name="gd1625" fmla="val 3527669"/>
              <a:gd name="gd1626" fmla="val 1608087"/>
              <a:gd name="gd1627" fmla="val 4070978"/>
              <a:gd name="gd1628" fmla="val 2148655"/>
              <a:gd name="gd1629" fmla="val 3527669"/>
              <a:gd name="gd1630" fmla="val 1608087"/>
              <a:gd name="gd1631" fmla="val 3229383"/>
              <a:gd name="gd1632" fmla="val 1608087"/>
              <a:gd name="gd1633" fmla="val 2686074"/>
              <a:gd name="gd1634" fmla="val 2148655"/>
              <a:gd name="gd1635" fmla="val 3229383"/>
              <a:gd name="gd1636" fmla="val 1608087"/>
              <a:gd name="gd1637" fmla="val 1835518"/>
              <a:gd name="gd1638" fmla="val 1608087"/>
              <a:gd name="gd1639" fmla="val 2378827"/>
              <a:gd name="gd1640" fmla="val 2148655"/>
              <a:gd name="gd1641" fmla="val 1835518"/>
              <a:gd name="gd1642" fmla="val 1608087"/>
              <a:gd name="gd1643" fmla="val 1537232"/>
              <a:gd name="gd1644" fmla="val 1608087"/>
              <a:gd name="gd1645" fmla="val 993923"/>
              <a:gd name="gd1646" fmla="val 2148655"/>
              <a:gd name="gd1647" fmla="val 1537232"/>
              <a:gd name="gd1648" fmla="val 1608087"/>
              <a:gd name="gd1649" fmla="val 143367"/>
              <a:gd name="gd1650" fmla="val 1608087"/>
              <a:gd name="gd1651" fmla="val 686676"/>
              <a:gd name="gd1652" fmla="val 2148655"/>
              <a:gd name="gd1653" fmla="val 143367"/>
              <a:gd name="gd1654" fmla="val 1608087"/>
              <a:gd name="gd1655" fmla="val 8461873"/>
              <a:gd name="gd1656" fmla="val 1464394"/>
              <a:gd name="gd1657" fmla="val 8478960"/>
              <a:gd name="gd1658" fmla="val 1466004"/>
              <a:gd name="gd1659" fmla="val 8574422"/>
              <a:gd name="gd1660" fmla="val 1474998"/>
              <a:gd name="gd1661" fmla="val 8590635"/>
              <a:gd name="gd1662" fmla="val 1476525"/>
              <a:gd name="gd1663" fmla="val 8590752"/>
              <a:gd name="gd1664" fmla="val 1477664"/>
              <a:gd name="gd1665" fmla="val 9135069"/>
              <a:gd name="gd1666" fmla="val 1809390"/>
              <a:gd name="gd1667" fmla="val 9139239"/>
              <a:gd name="gd1668" fmla="val 1816149"/>
              <a:gd name="gd1669" fmla="val 9139239"/>
              <a:gd name="gd1670" fmla="val 2119309"/>
              <a:gd name="gd1671" fmla="val 9120077"/>
              <a:gd name="gd1672" fmla="val 2050665"/>
              <a:gd name="gd1673" fmla="val 8604122"/>
              <a:gd name="gd1674" fmla="val 1608087"/>
              <a:gd name="gd1675" fmla="val 9047261"/>
              <a:gd name="gd1676" fmla="val 2119605"/>
              <a:gd name="gd1677" fmla="val 9139239"/>
              <a:gd name="gd1678" fmla="val 2146279"/>
              <a:gd name="gd1679" fmla="val 9139239"/>
              <a:gd name="gd1680" fmla="val 2273778"/>
              <a:gd name="gd1681" fmla="val 9030179"/>
              <a:gd name="gd1682" fmla="val 2246972"/>
              <a:gd name="gd1683" fmla="val 8470637"/>
              <a:gd name="gd1684" fmla="val 1591480"/>
              <a:gd name="gd1685" fmla="val 8470131"/>
              <a:gd name="gd1686" fmla="val 1591418"/>
              <a:gd name="gd1687" fmla="val 8469593"/>
              <a:gd name="gd1688" fmla="val 1584794"/>
              <a:gd name="gd1689" fmla="val 8462126"/>
              <a:gd name="gd1690" fmla="val 1493044"/>
              <a:gd name="gd1691" fmla="val 8460755"/>
              <a:gd name="gd1692" fmla="val 1476202"/>
              <a:gd name="gd1693" fmla="val 8461349"/>
              <a:gd name="gd1694" fmla="val 1464852"/>
              <a:gd name="gd1695" fmla="val 8461847"/>
              <a:gd name="gd1696" fmla="val 1464884"/>
              <a:gd name="gd1697" fmla="val 8461873"/>
              <a:gd name="gd1698" fmla="val 1464394"/>
              <a:gd name="gd1699" fmla="val 8448085"/>
              <a:gd name="gd1700" fmla="val 1464394"/>
              <a:gd name="gd1701" fmla="val 8448111"/>
              <a:gd name="gd1702" fmla="val 1464884"/>
              <a:gd name="gd1703" fmla="val 8448609"/>
              <a:gd name="gd1704" fmla="val 1464852"/>
              <a:gd name="gd1705" fmla="val 8449203"/>
              <a:gd name="gd1706" fmla="val 1476202"/>
              <a:gd name="gd1707" fmla="val 8447832"/>
              <a:gd name="gd1708" fmla="val 1493044"/>
              <a:gd name="gd1709" fmla="val 8440365"/>
              <a:gd name="gd1710" fmla="val 1584794"/>
              <a:gd name="gd1711" fmla="val 8439827"/>
              <a:gd name="gd1712" fmla="val 1591418"/>
              <a:gd name="gd1713" fmla="val 8439321"/>
              <a:gd name="gd1714" fmla="val 1591480"/>
              <a:gd name="gd1715" fmla="val 7749156"/>
              <a:gd name="gd1716" fmla="val 2279078"/>
              <a:gd name="gd1717" fmla="val 7749040"/>
              <a:gd name="gd1718" fmla="val 2280217"/>
              <a:gd name="gd1719" fmla="val 7732823"/>
              <a:gd name="gd1720" fmla="val 2281745"/>
              <a:gd name="gd1721" fmla="val 7637396"/>
              <a:gd name="gd1722" fmla="val 2290736"/>
              <a:gd name="gd1723" fmla="val 7620278"/>
              <a:gd name="gd1724" fmla="val 2292349"/>
              <a:gd name="gd1725" fmla="val 7620252"/>
              <a:gd name="gd1726" fmla="val 2291858"/>
              <a:gd name="gd1727" fmla="val 7619753"/>
              <a:gd name="gd1728" fmla="val 2291891"/>
              <a:gd name="gd1729" fmla="val 7619160"/>
              <a:gd name="gd1730" fmla="val 2280541"/>
              <a:gd name="gd1731" fmla="val 7620531"/>
              <a:gd name="gd1732" fmla="val 2263693"/>
              <a:gd name="gd1733" fmla="val 7627995"/>
              <a:gd name="gd1734" fmla="val 2171962"/>
              <a:gd name="gd1735" fmla="val 7628535"/>
              <a:gd name="gd1736" fmla="val 2165325"/>
              <a:gd name="gd1737" fmla="val 7629040"/>
              <a:gd name="gd1738" fmla="val 2165262"/>
              <a:gd name="gd1739" fmla="val 8319206"/>
              <a:gd name="gd1740" fmla="val 1477664"/>
              <a:gd name="gd1741" fmla="val 8319323"/>
              <a:gd name="gd1742" fmla="val 1476525"/>
              <a:gd name="gd1743" fmla="val 8335536"/>
              <a:gd name="gd1744" fmla="val 1474998"/>
              <a:gd name="gd1745" fmla="val 8430998"/>
              <a:gd name="gd1746" fmla="val 1466004"/>
              <a:gd name="gd1747" fmla="val 8448085"/>
              <a:gd name="gd1748" fmla="val 1464394"/>
              <a:gd name="gd1749" fmla="val 6769722"/>
              <a:gd name="gd1750" fmla="val 1464394"/>
              <a:gd name="gd1751" fmla="val 6786810"/>
              <a:gd name="gd1752" fmla="val 1466004"/>
              <a:gd name="gd1753" fmla="val 6882271"/>
              <a:gd name="gd1754" fmla="val 1474998"/>
              <a:gd name="gd1755" fmla="val 6898484"/>
              <a:gd name="gd1756" fmla="val 1476525"/>
              <a:gd name="gd1757" fmla="val 6898601"/>
              <a:gd name="gd1758" fmla="val 1477664"/>
              <a:gd name="gd1759" fmla="val 7588766"/>
              <a:gd name="gd1760" fmla="val 2165262"/>
              <a:gd name="gd1761" fmla="val 7589272"/>
              <a:gd name="gd1762" fmla="val 2165325"/>
              <a:gd name="gd1763" fmla="val 7589812"/>
              <a:gd name="gd1764" fmla="val 2171962"/>
              <a:gd name="gd1765" fmla="val 7597276"/>
              <a:gd name="gd1766" fmla="val 2263693"/>
              <a:gd name="gd1767" fmla="val 7598647"/>
              <a:gd name="gd1768" fmla="val 2280541"/>
              <a:gd name="gd1769" fmla="val 7598054"/>
              <a:gd name="gd1770" fmla="val 2291891"/>
              <a:gd name="gd1771" fmla="val 7597555"/>
              <a:gd name="gd1772" fmla="val 2291858"/>
              <a:gd name="gd1773" fmla="val 7597529"/>
              <a:gd name="gd1774" fmla="val 2292349"/>
              <a:gd name="gd1775" fmla="val 7580411"/>
              <a:gd name="gd1776" fmla="val 2290736"/>
              <a:gd name="gd1777" fmla="val 7484984"/>
              <a:gd name="gd1778" fmla="val 2281745"/>
              <a:gd name="gd1779" fmla="val 7468767"/>
              <a:gd name="gd1780" fmla="val 2280217"/>
              <a:gd name="gd1781" fmla="val 7468651"/>
              <a:gd name="gd1782" fmla="val 2279078"/>
              <a:gd name="gd1783" fmla="val 6778486"/>
              <a:gd name="gd1784" fmla="val 1591480"/>
              <a:gd name="gd1785" fmla="val 6777980"/>
              <a:gd name="gd1786" fmla="val 1591418"/>
              <a:gd name="gd1787" fmla="val 6777442"/>
              <a:gd name="gd1788" fmla="val 1584794"/>
              <a:gd name="gd1789" fmla="val 6769975"/>
              <a:gd name="gd1790" fmla="val 1493044"/>
              <a:gd name="gd1791" fmla="val 6768604"/>
              <a:gd name="gd1792" fmla="val 1476202"/>
              <a:gd name="gd1793" fmla="val 6769198"/>
              <a:gd name="gd1794" fmla="val 1464852"/>
              <a:gd name="gd1795" fmla="val 6769696"/>
              <a:gd name="gd1796" fmla="val 1464884"/>
              <a:gd name="gd1797" fmla="val 6769722"/>
              <a:gd name="gd1798" fmla="val 1464394"/>
              <a:gd name="gd1799" fmla="val 6755934"/>
              <a:gd name="gd1800" fmla="val 1464394"/>
              <a:gd name="gd1801" fmla="val 6755960"/>
              <a:gd name="gd1802" fmla="val 1464884"/>
              <a:gd name="gd1803" fmla="val 6756458"/>
              <a:gd name="gd1804" fmla="val 1464852"/>
              <a:gd name="gd1805" fmla="val 6757052"/>
              <a:gd name="gd1806" fmla="val 1476202"/>
              <a:gd name="gd1807" fmla="val 6755682"/>
              <a:gd name="gd1808" fmla="val 1493044"/>
              <a:gd name="gd1809" fmla="val 6748215"/>
              <a:gd name="gd1810" fmla="val 1584794"/>
              <a:gd name="gd1811" fmla="val 6747676"/>
              <a:gd name="gd1812" fmla="val 1591418"/>
              <a:gd name="gd1813" fmla="val 6747171"/>
              <a:gd name="gd1814" fmla="val 1591480"/>
              <a:gd name="gd1815" fmla="val 6057005"/>
              <a:gd name="gd1816" fmla="val 2279078"/>
              <a:gd name="gd1817" fmla="val 6056889"/>
              <a:gd name="gd1818" fmla="val 2280217"/>
              <a:gd name="gd1819" fmla="val 6040672"/>
              <a:gd name="gd1820" fmla="val 2281745"/>
              <a:gd name="gd1821" fmla="val 5945246"/>
              <a:gd name="gd1822" fmla="val 2290736"/>
              <a:gd name="gd1823" fmla="val 5928127"/>
              <a:gd name="gd1824" fmla="val 2292349"/>
              <a:gd name="gd1825" fmla="val 5928101"/>
              <a:gd name="gd1826" fmla="val 2291858"/>
              <a:gd name="gd1827" fmla="val 5927602"/>
              <a:gd name="gd1828" fmla="val 2291891"/>
              <a:gd name="gd1829" fmla="val 5927009"/>
              <a:gd name="gd1830" fmla="val 2280541"/>
              <a:gd name="gd1831" fmla="val 5928380"/>
              <a:gd name="gd1832" fmla="val 2263693"/>
              <a:gd name="gd1833" fmla="val 5935844"/>
              <a:gd name="gd1834" fmla="val 2171962"/>
              <a:gd name="gd1835" fmla="val 5936384"/>
              <a:gd name="gd1836" fmla="val 2165325"/>
              <a:gd name="gd1837" fmla="val 5936890"/>
              <a:gd name="gd1838" fmla="val 2165262"/>
              <a:gd name="gd1839" fmla="val 6627056"/>
              <a:gd name="gd1840" fmla="val 1477664"/>
              <a:gd name="gd1841" fmla="val 6627173"/>
              <a:gd name="gd1842" fmla="val 1476525"/>
              <a:gd name="gd1843" fmla="val 6643385"/>
              <a:gd name="gd1844" fmla="val 1474998"/>
              <a:gd name="gd1845" fmla="val 6738847"/>
              <a:gd name="gd1846" fmla="val 1466004"/>
              <a:gd name="gd1847" fmla="val 6755934"/>
              <a:gd name="gd1848" fmla="val 1464394"/>
              <a:gd name="gd1849" fmla="val 5077571"/>
              <a:gd name="gd1850" fmla="val 1464394"/>
              <a:gd name="gd1851" fmla="val 5094659"/>
              <a:gd name="gd1852" fmla="val 1466004"/>
              <a:gd name="gd1853" fmla="val 5190120"/>
              <a:gd name="gd1854" fmla="val 1474998"/>
              <a:gd name="gd1855" fmla="val 5206334"/>
              <a:gd name="gd1856" fmla="val 1476525"/>
              <a:gd name="gd1857" fmla="val 5206450"/>
              <a:gd name="gd1858" fmla="val 1477664"/>
              <a:gd name="gd1859" fmla="val 5896616"/>
              <a:gd name="gd1860" fmla="val 2165262"/>
              <a:gd name="gd1861" fmla="val 5897121"/>
              <a:gd name="gd1862" fmla="val 2165325"/>
              <a:gd name="gd1863" fmla="val 5897662"/>
              <a:gd name="gd1864" fmla="val 2171962"/>
              <a:gd name="gd1865" fmla="val 5905126"/>
              <a:gd name="gd1866" fmla="val 2263693"/>
              <a:gd name="gd1867" fmla="val 5906496"/>
              <a:gd name="gd1868" fmla="val 2280541"/>
              <a:gd name="gd1869" fmla="val 5905903"/>
              <a:gd name="gd1870" fmla="val 2291891"/>
              <a:gd name="gd1871" fmla="val 5905404"/>
              <a:gd name="gd1872" fmla="val 2291858"/>
              <a:gd name="gd1873" fmla="val 5905378"/>
              <a:gd name="gd1874" fmla="val 2292349"/>
              <a:gd name="gd1875" fmla="val 5888260"/>
              <a:gd name="gd1876" fmla="val 2290736"/>
              <a:gd name="gd1877" fmla="val 5792833"/>
              <a:gd name="gd1878" fmla="val 2281745"/>
              <a:gd name="gd1879" fmla="val 5776617"/>
              <a:gd name="gd1880" fmla="val 2280217"/>
              <a:gd name="gd1881" fmla="val 5776501"/>
              <a:gd name="gd1882" fmla="val 2279078"/>
              <a:gd name="gd1883" fmla="val 5086335"/>
              <a:gd name="gd1884" fmla="val 1591480"/>
              <a:gd name="gd1885" fmla="val 5085830"/>
              <a:gd name="gd1886" fmla="val 1591418"/>
              <a:gd name="gd1887" fmla="val 5085291"/>
              <a:gd name="gd1888" fmla="val 1584794"/>
              <a:gd name="gd1889" fmla="val 5077824"/>
              <a:gd name="gd1890" fmla="val 1493044"/>
              <a:gd name="gd1891" fmla="val 5076453"/>
              <a:gd name="gd1892" fmla="val 1476202"/>
              <a:gd name="gd1893" fmla="val 5077047"/>
              <a:gd name="gd1894" fmla="val 1464852"/>
              <a:gd name="gd1895" fmla="val 5077545"/>
              <a:gd name="gd1896" fmla="val 1464884"/>
              <a:gd name="gd1897" fmla="val 5077571"/>
              <a:gd name="gd1898" fmla="val 1464394"/>
              <a:gd name="gd1899" fmla="val 5063783"/>
              <a:gd name="gd1900" fmla="val 1464394"/>
              <a:gd name="gd1901" fmla="val 5063809"/>
              <a:gd name="gd1902" fmla="val 1464884"/>
              <a:gd name="gd1903" fmla="val 5064307"/>
              <a:gd name="gd1904" fmla="val 1464852"/>
              <a:gd name="gd1905" fmla="val 5064902"/>
              <a:gd name="gd1906" fmla="val 1476202"/>
              <a:gd name="gd1907" fmla="val 5063530"/>
              <a:gd name="gd1908" fmla="val 1493044"/>
              <a:gd name="gd1909" fmla="val 5056063"/>
              <a:gd name="gd1910" fmla="val 1584794"/>
              <a:gd name="gd1911" fmla="val 5055525"/>
              <a:gd name="gd1912" fmla="val 1591418"/>
              <a:gd name="gd1913" fmla="val 5055019"/>
              <a:gd name="gd1914" fmla="val 1591480"/>
              <a:gd name="gd1915" fmla="val 4364853"/>
              <a:gd name="gd1916" fmla="val 2279078"/>
              <a:gd name="gd1917" fmla="val 4364737"/>
              <a:gd name="gd1918" fmla="val 2280217"/>
              <a:gd name="gd1919" fmla="val 4348521"/>
              <a:gd name="gd1920" fmla="val 2281745"/>
              <a:gd name="gd1921" fmla="val 4253094"/>
              <a:gd name="gd1922" fmla="val 2290736"/>
              <a:gd name="gd1923" fmla="val 4235976"/>
              <a:gd name="gd1924" fmla="val 2292349"/>
              <a:gd name="gd1925" fmla="val 4235950"/>
              <a:gd name="gd1926" fmla="val 2291858"/>
              <a:gd name="gd1927" fmla="val 4235451"/>
              <a:gd name="gd1928" fmla="val 2291891"/>
              <a:gd name="gd1929" fmla="val 4234858"/>
              <a:gd name="gd1930" fmla="val 2280541"/>
              <a:gd name="gd1931" fmla="val 4236228"/>
              <a:gd name="gd1932" fmla="val 2263693"/>
              <a:gd name="gd1933" fmla="val 4243692"/>
              <a:gd name="gd1934" fmla="val 2171962"/>
              <a:gd name="gd1935" fmla="val 4244233"/>
              <a:gd name="gd1936" fmla="val 2165325"/>
              <a:gd name="gd1937" fmla="val 4244738"/>
              <a:gd name="gd1938" fmla="val 2165262"/>
              <a:gd name="gd1939" fmla="val 4934904"/>
              <a:gd name="gd1940" fmla="val 1477664"/>
              <a:gd name="gd1941" fmla="val 4935021"/>
              <a:gd name="gd1942" fmla="val 1476525"/>
              <a:gd name="gd1943" fmla="val 4951234"/>
              <a:gd name="gd1944" fmla="val 1474998"/>
              <a:gd name="gd1945" fmla="val 5046695"/>
              <a:gd name="gd1946" fmla="val 1466004"/>
              <a:gd name="gd1947" fmla="val 5063783"/>
              <a:gd name="gd1948" fmla="val 1464394"/>
              <a:gd name="gd1949" fmla="val 3385420"/>
              <a:gd name="gd1950" fmla="val 1464394"/>
              <a:gd name="gd1951" fmla="val 3402507"/>
              <a:gd name="gd1952" fmla="val 1466004"/>
              <a:gd name="gd1953" fmla="val 3497969"/>
              <a:gd name="gd1954" fmla="val 1474998"/>
              <a:gd name="gd1955" fmla="val 3514181"/>
              <a:gd name="gd1956" fmla="val 1476525"/>
              <a:gd name="gd1957" fmla="val 3514298"/>
              <a:gd name="gd1958" fmla="val 1477664"/>
              <a:gd name="gd1959" fmla="val 4204464"/>
              <a:gd name="gd1960" fmla="val 2165262"/>
              <a:gd name="gd1961" fmla="val 4204970"/>
              <a:gd name="gd1962" fmla="val 2165325"/>
              <a:gd name="gd1963" fmla="val 4205510"/>
              <a:gd name="gd1964" fmla="val 2171962"/>
              <a:gd name="gd1965" fmla="val 4212974"/>
              <a:gd name="gd1966" fmla="val 2263693"/>
              <a:gd name="gd1967" fmla="val 4214345"/>
              <a:gd name="gd1968" fmla="val 2280541"/>
              <a:gd name="gd1969" fmla="val 4213752"/>
              <a:gd name="gd1970" fmla="val 2291891"/>
              <a:gd name="gd1971" fmla="val 4213253"/>
              <a:gd name="gd1972" fmla="val 2291858"/>
              <a:gd name="gd1973" fmla="val 4213227"/>
              <a:gd name="gd1974" fmla="val 2292349"/>
              <a:gd name="gd1975" fmla="val 4196108"/>
              <a:gd name="gd1976" fmla="val 2290736"/>
              <a:gd name="gd1977" fmla="val 4100682"/>
              <a:gd name="gd1978" fmla="val 2281745"/>
              <a:gd name="gd1979" fmla="val 4084465"/>
              <a:gd name="gd1980" fmla="val 2280217"/>
              <a:gd name="gd1981" fmla="val 4084349"/>
              <a:gd name="gd1982" fmla="val 2279078"/>
              <a:gd name="gd1983" fmla="val 3394183"/>
              <a:gd name="gd1984" fmla="val 1591480"/>
              <a:gd name="gd1985" fmla="val 3393678"/>
              <a:gd name="gd1986" fmla="val 1591418"/>
              <a:gd name="gd1987" fmla="val 3393139"/>
              <a:gd name="gd1988" fmla="val 1584794"/>
              <a:gd name="gd1989" fmla="val 3385672"/>
              <a:gd name="gd1990" fmla="val 1493044"/>
              <a:gd name="gd1991" fmla="val 3384302"/>
              <a:gd name="gd1992" fmla="val 1476202"/>
              <a:gd name="gd1993" fmla="val 3384896"/>
              <a:gd name="gd1994" fmla="val 1464852"/>
              <a:gd name="gd1995" fmla="val 3385394"/>
              <a:gd name="gd1996" fmla="val 1464884"/>
              <a:gd name="gd1997" fmla="val 3385420"/>
              <a:gd name="gd1998" fmla="val 1464394"/>
              <a:gd name="gd1999" fmla="val 3371632"/>
              <a:gd name="gd2000" fmla="val 1464394"/>
              <a:gd name="gd2001" fmla="val 3371658"/>
              <a:gd name="gd2002" fmla="val 1464884"/>
              <a:gd name="gd2003" fmla="val 3372156"/>
              <a:gd name="gd2004" fmla="val 1464852"/>
              <a:gd name="gd2005" fmla="val 3372750"/>
              <a:gd name="gd2006" fmla="val 1476202"/>
              <a:gd name="gd2007" fmla="val 3371379"/>
              <a:gd name="gd2008" fmla="val 1493044"/>
              <a:gd name="gd2009" fmla="val 3363912"/>
              <a:gd name="gd2010" fmla="val 1584794"/>
              <a:gd name="gd2011" fmla="val 3363374"/>
              <a:gd name="gd2012" fmla="val 1591418"/>
              <a:gd name="gd2013" fmla="val 3362868"/>
              <a:gd name="gd2014" fmla="val 1591480"/>
              <a:gd name="gd2015" fmla="val 2672703"/>
              <a:gd name="gd2016" fmla="val 2279078"/>
              <a:gd name="gd2017" fmla="val 2672586"/>
              <a:gd name="gd2018" fmla="val 2280217"/>
              <a:gd name="gd2019" fmla="val 2656370"/>
              <a:gd name="gd2020" fmla="val 2281745"/>
              <a:gd name="gd2021" fmla="val 2560943"/>
              <a:gd name="gd2022" fmla="val 2290736"/>
              <a:gd name="gd2023" fmla="val 2543825"/>
              <a:gd name="gd2024" fmla="val 2292349"/>
              <a:gd name="gd2025" fmla="val 2543799"/>
              <a:gd name="gd2026" fmla="val 2291858"/>
              <a:gd name="gd2027" fmla="val 2543300"/>
              <a:gd name="gd2028" fmla="val 2291891"/>
              <a:gd name="gd2029" fmla="val 2542707"/>
              <a:gd name="gd2030" fmla="val 2280541"/>
              <a:gd name="gd2031" fmla="val 2544077"/>
              <a:gd name="gd2032" fmla="val 2263693"/>
              <a:gd name="gd2033" fmla="val 2551541"/>
              <a:gd name="gd2034" fmla="val 2171962"/>
              <a:gd name="gd2035" fmla="val 2552082"/>
              <a:gd name="gd2036" fmla="val 2165325"/>
              <a:gd name="gd2037" fmla="val 2552587"/>
              <a:gd name="gd2038" fmla="val 2165262"/>
              <a:gd name="gd2039" fmla="val 3242753"/>
              <a:gd name="gd2040" fmla="val 1477664"/>
              <a:gd name="gd2041" fmla="val 3242870"/>
              <a:gd name="gd2042" fmla="val 1476525"/>
              <a:gd name="gd2043" fmla="val 3259083"/>
              <a:gd name="gd2044" fmla="val 1474998"/>
              <a:gd name="gd2045" fmla="val 3354544"/>
              <a:gd name="gd2046" fmla="val 1466004"/>
              <a:gd name="gd2047" fmla="val 3371632"/>
              <a:gd name="gd2048" fmla="val 1464394"/>
              <a:gd name="gd2049" fmla="val 1693269"/>
              <a:gd name="gd2050" fmla="val 1464394"/>
              <a:gd name="gd2051" fmla="val 1710356"/>
              <a:gd name="gd2052" fmla="val 1466004"/>
              <a:gd name="gd2053" fmla="val 1805818"/>
              <a:gd name="gd2054" fmla="val 1474998"/>
              <a:gd name="gd2055" fmla="val 1822030"/>
              <a:gd name="gd2056" fmla="val 1476525"/>
              <a:gd name="gd2057" fmla="val 1822148"/>
              <a:gd name="gd2058" fmla="val 1477664"/>
              <a:gd name="gd2059" fmla="val 2512313"/>
              <a:gd name="gd2060" fmla="val 2165262"/>
              <a:gd name="gd2061" fmla="val 2512819"/>
              <a:gd name="gd2062" fmla="val 2165325"/>
              <a:gd name="gd2063" fmla="val 2513359"/>
              <a:gd name="gd2064" fmla="val 2171962"/>
              <a:gd name="gd2065" fmla="val 2520823"/>
              <a:gd name="gd2066" fmla="val 2263693"/>
              <a:gd name="gd2067" fmla="val 2522194"/>
              <a:gd name="gd2068" fmla="val 2280541"/>
              <a:gd name="gd2069" fmla="val 2521601"/>
              <a:gd name="gd2070" fmla="val 2291891"/>
              <a:gd name="gd2071" fmla="val 2521102"/>
              <a:gd name="gd2072" fmla="val 2291858"/>
              <a:gd name="gd2073" fmla="val 2521076"/>
              <a:gd name="gd2074" fmla="val 2292349"/>
              <a:gd name="gd2075" fmla="val 2503957"/>
              <a:gd name="gd2076" fmla="val 2290736"/>
              <a:gd name="gd2077" fmla="val 2408531"/>
              <a:gd name="gd2078" fmla="val 2281745"/>
              <a:gd name="gd2079" fmla="val 2392314"/>
              <a:gd name="gd2080" fmla="val 2280217"/>
              <a:gd name="gd2081" fmla="val 2392198"/>
              <a:gd name="gd2082" fmla="val 2279078"/>
              <a:gd name="gd2083" fmla="val 1702032"/>
              <a:gd name="gd2084" fmla="val 1591480"/>
              <a:gd name="gd2085" fmla="val 1701527"/>
              <a:gd name="gd2086" fmla="val 1591418"/>
              <a:gd name="gd2087" fmla="val 1700989"/>
              <a:gd name="gd2088" fmla="val 1584794"/>
              <a:gd name="gd2089" fmla="val 1693521"/>
              <a:gd name="gd2090" fmla="val 1493044"/>
              <a:gd name="gd2091" fmla="val 1692151"/>
              <a:gd name="gd2092" fmla="val 1476202"/>
              <a:gd name="gd2093" fmla="val 1692745"/>
              <a:gd name="gd2094" fmla="val 1464852"/>
              <a:gd name="gd2095" fmla="val 1693243"/>
              <a:gd name="gd2096" fmla="val 1464884"/>
              <a:gd name="gd2097" fmla="val 1693269"/>
              <a:gd name="gd2098" fmla="val 1464394"/>
              <a:gd name="gd2099" fmla="val 1679481"/>
              <a:gd name="gd2100" fmla="val 1464394"/>
              <a:gd name="gd2101" fmla="val 1679507"/>
              <a:gd name="gd2102" fmla="val 1464884"/>
              <a:gd name="gd2103" fmla="val 1680005"/>
              <a:gd name="gd2104" fmla="val 1464852"/>
              <a:gd name="gd2105" fmla="val 1680599"/>
              <a:gd name="gd2106" fmla="val 1476202"/>
              <a:gd name="gd2107" fmla="val 1679228"/>
              <a:gd name="gd2108" fmla="val 1493044"/>
              <a:gd name="gd2109" fmla="val 1671761"/>
              <a:gd name="gd2110" fmla="val 1584794"/>
              <a:gd name="gd2111" fmla="val 1671223"/>
              <a:gd name="gd2112" fmla="val 1591418"/>
              <a:gd name="gd2113" fmla="val 1670717"/>
              <a:gd name="gd2114" fmla="val 1591480"/>
              <a:gd name="gd2115" fmla="val 980552"/>
              <a:gd name="gd2116" fmla="val 2279078"/>
              <a:gd name="gd2117" fmla="val 980435"/>
              <a:gd name="gd2118" fmla="val 2280217"/>
              <a:gd name="gd2119" fmla="val 964219"/>
              <a:gd name="gd2120" fmla="val 2281745"/>
              <a:gd name="gd2121" fmla="val 868792"/>
              <a:gd name="gd2122" fmla="val 2290736"/>
              <a:gd name="gd2123" fmla="val 851674"/>
              <a:gd name="gd2124" fmla="val 2292349"/>
              <a:gd name="gd2125" fmla="val 851648"/>
              <a:gd name="gd2126" fmla="val 2291858"/>
              <a:gd name="gd2127" fmla="val 851149"/>
              <a:gd name="gd2128" fmla="val 2291891"/>
              <a:gd name="gd2129" fmla="val 850556"/>
              <a:gd name="gd2130" fmla="val 2280541"/>
              <a:gd name="gd2131" fmla="val 851926"/>
              <a:gd name="gd2132" fmla="val 2263693"/>
              <a:gd name="gd2133" fmla="val 859390"/>
              <a:gd name="gd2134" fmla="val 2171962"/>
              <a:gd name="gd2135" fmla="val 859931"/>
              <a:gd name="gd2136" fmla="val 2165325"/>
              <a:gd name="gd2137" fmla="val 860436"/>
              <a:gd name="gd2138" fmla="val 2165262"/>
              <a:gd name="gd2139" fmla="val 1550602"/>
              <a:gd name="gd2140" fmla="val 1477664"/>
              <a:gd name="gd2141" fmla="val 1550719"/>
              <a:gd name="gd2142" fmla="val 1476525"/>
              <a:gd name="gd2143" fmla="val 1566932"/>
              <a:gd name="gd2144" fmla="val 1474998"/>
              <a:gd name="gd2145" fmla="val 1662393"/>
              <a:gd name="gd2146" fmla="val 1466004"/>
              <a:gd name="gd2147" fmla="val 1679481"/>
              <a:gd name="gd2148" fmla="val 1464394"/>
              <a:gd name="gd2149" fmla="val 1118"/>
              <a:gd name="gd2150" fmla="val 1464394"/>
              <a:gd name="gd2151" fmla="val 18205"/>
              <a:gd name="gd2152" fmla="val 1466004"/>
              <a:gd name="gd2153" fmla="val 113667"/>
              <a:gd name="gd2154" fmla="val 1474998"/>
              <a:gd name="gd2155" fmla="val 129879"/>
              <a:gd name="gd2156" fmla="val 1476525"/>
              <a:gd name="gd2157" fmla="val 129997"/>
              <a:gd name="gd2158" fmla="val 1477664"/>
              <a:gd name="gd2159" fmla="val 820162"/>
              <a:gd name="gd2160" fmla="val 2165262"/>
              <a:gd name="gd2161" fmla="val 820668"/>
              <a:gd name="gd2162" fmla="val 2165325"/>
              <a:gd name="gd2163" fmla="val 821208"/>
              <a:gd name="gd2164" fmla="val 2171962"/>
              <a:gd name="gd2165" fmla="val 828672"/>
              <a:gd name="gd2166" fmla="val 2263693"/>
              <a:gd name="gd2167" fmla="val 830043"/>
              <a:gd name="gd2168" fmla="val 2280541"/>
              <a:gd name="gd2169" fmla="val 829450"/>
              <a:gd name="gd2170" fmla="val 2291891"/>
              <a:gd name="gd2171" fmla="val 828951"/>
              <a:gd name="gd2172" fmla="val 2291858"/>
              <a:gd name="gd2173" fmla="val 828925"/>
              <a:gd name="gd2174" fmla="val 2292349"/>
              <a:gd name="gd2175" fmla="val 811806"/>
              <a:gd name="gd2176" fmla="val 2290736"/>
              <a:gd name="gd2177" fmla="val 716380"/>
              <a:gd name="gd2178" fmla="val 2281745"/>
              <a:gd name="gd2179" fmla="val 700163"/>
              <a:gd name="gd2180" fmla="val 2280217"/>
              <a:gd name="gd2181" fmla="val 700047"/>
              <a:gd name="gd2182" fmla="val 2279078"/>
              <a:gd name="gd2183" fmla="val 9881"/>
              <a:gd name="gd2184" fmla="val 1591480"/>
              <a:gd name="gd2185" fmla="val 9376"/>
              <a:gd name="gd2186" fmla="val 1591418"/>
              <a:gd name="gd2187" fmla="val 8837"/>
              <a:gd name="gd2188" fmla="val 1584794"/>
              <a:gd name="gd2189" fmla="val 1370"/>
              <a:gd name="gd2190" fmla="val 1493044"/>
              <a:gd name="gd2191" fmla="val 0"/>
              <a:gd name="gd2192" fmla="val 1476202"/>
              <a:gd name="gd2193" fmla="val 594"/>
              <a:gd name="gd2194" fmla="val 1464852"/>
              <a:gd name="gd2195" fmla="val 1092"/>
              <a:gd name="gd2196" fmla="val 1464884"/>
              <a:gd name="gd2197" fmla="val 1118"/>
              <a:gd name="gd2198" fmla="val 1464394"/>
              <a:gd name="gd2199" fmla="val 7762529"/>
              <a:gd name="gd2200" fmla="val 750600"/>
              <a:gd name="gd2201" fmla="val 8305838"/>
              <a:gd name="gd2202" fmla="val 1295446"/>
              <a:gd name="gd2203" fmla="val 7762529"/>
              <a:gd name="gd2204" fmla="val 750600"/>
              <a:gd name="gd2205" fmla="val 7455280"/>
              <a:gd name="gd2206" fmla="val 750600"/>
              <a:gd name="gd2207" fmla="val 6911971"/>
              <a:gd name="gd2208" fmla="val 1295446"/>
              <a:gd name="gd2209" fmla="val 7455280"/>
              <a:gd name="gd2210" fmla="val 750600"/>
              <a:gd name="gd2211" fmla="val 6070378"/>
              <a:gd name="gd2212" fmla="val 750600"/>
              <a:gd name="gd2213" fmla="val 6613687"/>
              <a:gd name="gd2214" fmla="val 1295446"/>
              <a:gd name="gd2215" fmla="val 6070378"/>
              <a:gd name="gd2216" fmla="val 750600"/>
              <a:gd name="gd2217" fmla="val 5763129"/>
              <a:gd name="gd2218" fmla="val 750600"/>
              <a:gd name="gd2219" fmla="val 5219820"/>
              <a:gd name="gd2220" fmla="val 1295446"/>
              <a:gd name="gd2221" fmla="val 5763129"/>
              <a:gd name="gd2222" fmla="val 750600"/>
              <a:gd name="gd2223" fmla="val 4378227"/>
              <a:gd name="gd2224" fmla="val 750600"/>
              <a:gd name="gd2225" fmla="val 4921536"/>
              <a:gd name="gd2226" fmla="val 1295446"/>
              <a:gd name="gd2227" fmla="val 4378227"/>
              <a:gd name="gd2228" fmla="val 750600"/>
              <a:gd name="gd2229" fmla="val 4070978"/>
              <a:gd name="gd2230" fmla="val 750600"/>
              <a:gd name="gd2231" fmla="val 3527669"/>
              <a:gd name="gd2232" fmla="val 1295446"/>
              <a:gd name="gd2233" fmla="val 4070978"/>
              <a:gd name="gd2234" fmla="val 750600"/>
              <a:gd name="gd2235" fmla="val 2686076"/>
              <a:gd name="gd2236" fmla="val 750600"/>
              <a:gd name="gd2237" fmla="val 3229385"/>
              <a:gd name="gd2238" fmla="val 1295446"/>
              <a:gd name="gd2239" fmla="val 2686076"/>
              <a:gd name="gd2240" fmla="val 750600"/>
              <a:gd name="gd2241" fmla="val 2378827"/>
              <a:gd name="gd2242" fmla="val 750600"/>
              <a:gd name="gd2243" fmla="val 1835518"/>
              <a:gd name="gd2244" fmla="val 1295446"/>
              <a:gd name="gd2245" fmla="val 2378827"/>
              <a:gd name="gd2246" fmla="val 750600"/>
              <a:gd name="gd2247" fmla="val 993925"/>
              <a:gd name="gd2248" fmla="val 750600"/>
              <a:gd name="gd2249" fmla="val 1537234"/>
              <a:gd name="gd2250" fmla="val 1295446"/>
              <a:gd name="gd2251" fmla="val 993925"/>
              <a:gd name="gd2252" fmla="val 750600"/>
              <a:gd name="gd2253" fmla="val 686676"/>
              <a:gd name="gd2254" fmla="val 750600"/>
              <a:gd name="gd2255" fmla="val 143367"/>
              <a:gd name="gd2256" fmla="val 1295446"/>
              <a:gd name="gd2257" fmla="val 686676"/>
              <a:gd name="gd2258" fmla="val 750600"/>
              <a:gd name="gd2259" fmla="val 9139239"/>
              <a:gd name="gd2260" fmla="val 624486"/>
              <a:gd name="gd2261" fmla="val 9139239"/>
              <a:gd name="gd2262" fmla="val 752995"/>
              <a:gd name="gd2263" fmla="val 9047261"/>
              <a:gd name="gd2264" fmla="val 779881"/>
              <a:gd name="gd2265" fmla="val 8604122"/>
              <a:gd name="gd2266" fmla="val 1295446"/>
              <a:gd name="gd2267" fmla="val 9120077"/>
              <a:gd name="gd2268" fmla="val 849365"/>
              <a:gd name="gd2269" fmla="val 9139239"/>
              <a:gd name="gd2270" fmla="val 780178"/>
              <a:gd name="gd2271" fmla="val 9139239"/>
              <a:gd name="gd2272" fmla="val 1085737"/>
              <a:gd name="gd2273" fmla="val 9135069"/>
              <a:gd name="gd2274" fmla="val 1092549"/>
              <a:gd name="gd2275" fmla="val 8590751"/>
              <a:gd name="gd2276" fmla="val 1426902"/>
              <a:gd name="gd2277" fmla="val 8590635"/>
              <a:gd name="gd2278" fmla="val 1428050"/>
              <a:gd name="gd2279" fmla="val 8574418"/>
              <a:gd name="gd2280" fmla="val 1429590"/>
              <a:gd name="gd2281" fmla="val 8478991"/>
              <a:gd name="gd2282" fmla="val 1438652"/>
              <a:gd name="gd2283" fmla="val 8461873"/>
              <a:gd name="gd2284" fmla="val 1440278"/>
              <a:gd name="gd2285" fmla="val 8461847"/>
              <a:gd name="gd2286" fmla="val 1439783"/>
              <a:gd name="gd2287" fmla="val 8461348"/>
              <a:gd name="gd2288" fmla="val 1439816"/>
              <a:gd name="gd2289" fmla="val 8460755"/>
              <a:gd name="gd2290" fmla="val 1428376"/>
              <a:gd name="gd2291" fmla="val 8462126"/>
              <a:gd name="gd2292" fmla="val 1411395"/>
              <a:gd name="gd2293" fmla="val 8469590"/>
              <a:gd name="gd2294" fmla="val 1318938"/>
              <a:gd name="gd2295" fmla="val 8470130"/>
              <a:gd name="gd2296" fmla="val 1312248"/>
              <a:gd name="gd2297" fmla="val 8470636"/>
              <a:gd name="gd2298" fmla="val 1312185"/>
              <a:gd name="gd2299" fmla="val 9030178"/>
              <a:gd name="gd2300" fmla="val 651504"/>
              <a:gd name="gd2301" fmla="val 9139239"/>
              <a:gd name="gd2302" fmla="val 624486"/>
              <a:gd name="gd2303" fmla="val 7620280"/>
              <a:gd name="gd2304" fmla="val 605769"/>
              <a:gd name="gd2305" fmla="val 7637367"/>
              <a:gd name="gd2306" fmla="val 607392"/>
              <a:gd name="gd2307" fmla="val 7732829"/>
              <a:gd name="gd2308" fmla="val 616457"/>
              <a:gd name="gd2309" fmla="val 7749042"/>
              <a:gd name="gd2310" fmla="val 617996"/>
              <a:gd name="gd2311" fmla="val 7749159"/>
              <a:gd name="gd2312" fmla="val 619144"/>
              <a:gd name="gd2313" fmla="val 8439324"/>
              <a:gd name="gd2314" fmla="val 1312185"/>
              <a:gd name="gd2315" fmla="val 8439830"/>
              <a:gd name="gd2316" fmla="val 1312248"/>
              <a:gd name="gd2317" fmla="val 8440370"/>
              <a:gd name="gd2318" fmla="val 1318938"/>
              <a:gd name="gd2319" fmla="val 8447834"/>
              <a:gd name="gd2320" fmla="val 1411395"/>
              <a:gd name="gd2321" fmla="val 8449205"/>
              <a:gd name="gd2322" fmla="val 1428376"/>
              <a:gd name="gd2323" fmla="val 8448612"/>
              <a:gd name="gd2324" fmla="val 1439816"/>
              <a:gd name="gd2325" fmla="val 8448113"/>
              <a:gd name="gd2326" fmla="val 1439783"/>
              <a:gd name="gd2327" fmla="val 8448087"/>
              <a:gd name="gd2328" fmla="val 1440278"/>
              <a:gd name="gd2329" fmla="val 8430969"/>
              <a:gd name="gd2330" fmla="val 1438652"/>
              <a:gd name="gd2331" fmla="val 8335542"/>
              <a:gd name="gd2332" fmla="val 1429590"/>
              <a:gd name="gd2333" fmla="val 8319325"/>
              <a:gd name="gd2334" fmla="val 1428050"/>
              <a:gd name="gd2335" fmla="val 8319209"/>
              <a:gd name="gd2336" fmla="val 1426902"/>
              <a:gd name="gd2337" fmla="val 7629044"/>
              <a:gd name="gd2338" fmla="val 733861"/>
              <a:gd name="gd2339" fmla="val 7628538"/>
              <a:gd name="gd2340" fmla="val 733798"/>
              <a:gd name="gd2341" fmla="val 7628000"/>
              <a:gd name="gd2342" fmla="val 727122"/>
              <a:gd name="gd2343" fmla="val 7620533"/>
              <a:gd name="gd2344" fmla="val 634646"/>
              <a:gd name="gd2345" fmla="val 7619162"/>
              <a:gd name="gd2346" fmla="val 617670"/>
              <a:gd name="gd2347" fmla="val 7619756"/>
              <a:gd name="gd2348" fmla="val 606230"/>
              <a:gd name="gd2349" fmla="val 7620254"/>
              <a:gd name="gd2350" fmla="val 606263"/>
              <a:gd name="gd2351" fmla="val 7620280"/>
              <a:gd name="gd2352" fmla="val 605769"/>
              <a:gd name="gd2353" fmla="val 7597529"/>
              <a:gd name="gd2354" fmla="val 605769"/>
              <a:gd name="gd2355" fmla="val 7597555"/>
              <a:gd name="gd2356" fmla="val 606263"/>
              <a:gd name="gd2357" fmla="val 7598053"/>
              <a:gd name="gd2358" fmla="val 606230"/>
              <a:gd name="gd2359" fmla="val 7598647"/>
              <a:gd name="gd2360" fmla="val 617670"/>
              <a:gd name="gd2361" fmla="val 7597276"/>
              <a:gd name="gd2362" fmla="val 634646"/>
              <a:gd name="gd2363" fmla="val 7589809"/>
              <a:gd name="gd2364" fmla="val 727122"/>
              <a:gd name="gd2365" fmla="val 7589271"/>
              <a:gd name="gd2366" fmla="val 733798"/>
              <a:gd name="gd2367" fmla="val 7588765"/>
              <a:gd name="gd2368" fmla="val 733861"/>
              <a:gd name="gd2369" fmla="val 6898600"/>
              <a:gd name="gd2370" fmla="val 1426902"/>
              <a:gd name="gd2371" fmla="val 6898484"/>
              <a:gd name="gd2372" fmla="val 1428050"/>
              <a:gd name="gd2373" fmla="val 6882267"/>
              <a:gd name="gd2374" fmla="val 1429590"/>
              <a:gd name="gd2375" fmla="val 6786841"/>
              <a:gd name="gd2376" fmla="val 1438652"/>
              <a:gd name="gd2377" fmla="val 6769722"/>
              <a:gd name="gd2378" fmla="val 1440278"/>
              <a:gd name="gd2379" fmla="val 6769696"/>
              <a:gd name="gd2380" fmla="val 1439783"/>
              <a:gd name="gd2381" fmla="val 6769197"/>
              <a:gd name="gd2382" fmla="val 1439816"/>
              <a:gd name="gd2383" fmla="val 6768604"/>
              <a:gd name="gd2384" fmla="val 1428376"/>
              <a:gd name="gd2385" fmla="val 6769975"/>
              <a:gd name="gd2386" fmla="val 1411395"/>
              <a:gd name="gd2387" fmla="val 6777439"/>
              <a:gd name="gd2388" fmla="val 1318938"/>
              <a:gd name="gd2389" fmla="val 6777979"/>
              <a:gd name="gd2390" fmla="val 1312248"/>
              <a:gd name="gd2391" fmla="val 6778485"/>
              <a:gd name="gd2392" fmla="val 1312185"/>
              <a:gd name="gd2393" fmla="val 7468650"/>
              <a:gd name="gd2394" fmla="val 619144"/>
              <a:gd name="gd2395" fmla="val 7468767"/>
              <a:gd name="gd2396" fmla="val 617996"/>
              <a:gd name="gd2397" fmla="val 7484980"/>
              <a:gd name="gd2398" fmla="val 616457"/>
              <a:gd name="gd2399" fmla="val 7580442"/>
              <a:gd name="gd2400" fmla="val 607392"/>
              <a:gd name="gd2401" fmla="val 7597529"/>
              <a:gd name="gd2402" fmla="val 605769"/>
              <a:gd name="gd2403" fmla="val 5928129"/>
              <a:gd name="gd2404" fmla="val 605769"/>
              <a:gd name="gd2405" fmla="val 5945217"/>
              <a:gd name="gd2406" fmla="val 607392"/>
              <a:gd name="gd2407" fmla="val 6040678"/>
              <a:gd name="gd2408" fmla="val 616457"/>
              <a:gd name="gd2409" fmla="val 6056891"/>
              <a:gd name="gd2410" fmla="val 617996"/>
              <a:gd name="gd2411" fmla="val 6057008"/>
              <a:gd name="gd2412" fmla="val 619144"/>
              <a:gd name="gd2413" fmla="val 6747174"/>
              <a:gd name="gd2414" fmla="val 1312185"/>
              <a:gd name="gd2415" fmla="val 6747679"/>
              <a:gd name="gd2416" fmla="val 1312248"/>
              <a:gd name="gd2417" fmla="val 6748220"/>
              <a:gd name="gd2418" fmla="val 1318938"/>
              <a:gd name="gd2419" fmla="val 6755684"/>
              <a:gd name="gd2420" fmla="val 1411395"/>
              <a:gd name="gd2421" fmla="val 6757054"/>
              <a:gd name="gd2422" fmla="val 1428376"/>
              <a:gd name="gd2423" fmla="val 6756461"/>
              <a:gd name="gd2424" fmla="val 1439816"/>
              <a:gd name="gd2425" fmla="val 6755962"/>
              <a:gd name="gd2426" fmla="val 1439783"/>
              <a:gd name="gd2427" fmla="val 6755936"/>
              <a:gd name="gd2428" fmla="val 1440278"/>
              <a:gd name="gd2429" fmla="val 6738818"/>
              <a:gd name="gd2430" fmla="val 1438652"/>
              <a:gd name="gd2431" fmla="val 6643391"/>
              <a:gd name="gd2432" fmla="val 1429590"/>
              <a:gd name="gd2433" fmla="val 6627175"/>
              <a:gd name="gd2434" fmla="val 1428050"/>
              <a:gd name="gd2435" fmla="val 6627059"/>
              <a:gd name="gd2436" fmla="val 1426902"/>
              <a:gd name="gd2437" fmla="val 5936893"/>
              <a:gd name="gd2438" fmla="val 733861"/>
              <a:gd name="gd2439" fmla="val 5936387"/>
              <a:gd name="gd2440" fmla="val 733798"/>
              <a:gd name="gd2441" fmla="val 5935849"/>
              <a:gd name="gd2442" fmla="val 727122"/>
              <a:gd name="gd2443" fmla="val 5928382"/>
              <a:gd name="gd2444" fmla="val 634646"/>
              <a:gd name="gd2445" fmla="val 5927011"/>
              <a:gd name="gd2446" fmla="val 617670"/>
              <a:gd name="gd2447" fmla="val 5927605"/>
              <a:gd name="gd2448" fmla="val 606230"/>
              <a:gd name="gd2449" fmla="val 5928103"/>
              <a:gd name="gd2450" fmla="val 606263"/>
              <a:gd name="gd2451" fmla="val 5928129"/>
              <a:gd name="gd2452" fmla="val 605769"/>
              <a:gd name="gd2453" fmla="val 5905378"/>
              <a:gd name="gd2454" fmla="val 605769"/>
              <a:gd name="gd2455" fmla="val 5905404"/>
              <a:gd name="gd2456" fmla="val 606263"/>
              <a:gd name="gd2457" fmla="val 5905902"/>
              <a:gd name="gd2458" fmla="val 606230"/>
              <a:gd name="gd2459" fmla="val 5906496"/>
              <a:gd name="gd2460" fmla="val 617670"/>
              <a:gd name="gd2461" fmla="val 5905126"/>
              <a:gd name="gd2462" fmla="val 634646"/>
              <a:gd name="gd2463" fmla="val 5897659"/>
              <a:gd name="gd2464" fmla="val 727122"/>
              <a:gd name="gd2465" fmla="val 5897120"/>
              <a:gd name="gd2466" fmla="val 733798"/>
              <a:gd name="gd2467" fmla="val 5896615"/>
              <a:gd name="gd2468" fmla="val 733861"/>
              <a:gd name="gd2469" fmla="val 5206449"/>
              <a:gd name="gd2470" fmla="val 1426902"/>
              <a:gd name="gd2471" fmla="val 5206334"/>
              <a:gd name="gd2472" fmla="val 1428050"/>
              <a:gd name="gd2473" fmla="val 5190116"/>
              <a:gd name="gd2474" fmla="val 1429590"/>
              <a:gd name="gd2475" fmla="val 5094690"/>
              <a:gd name="gd2476" fmla="val 1438652"/>
              <a:gd name="gd2477" fmla="val 5077571"/>
              <a:gd name="gd2478" fmla="val 1440278"/>
              <a:gd name="gd2479" fmla="val 5077545"/>
              <a:gd name="gd2480" fmla="val 1439783"/>
              <a:gd name="gd2481" fmla="val 5077046"/>
              <a:gd name="gd2482" fmla="val 1439816"/>
              <a:gd name="gd2483" fmla="val 5076453"/>
              <a:gd name="gd2484" fmla="val 1428376"/>
              <a:gd name="gd2485" fmla="val 5077824"/>
              <a:gd name="gd2486" fmla="val 1411395"/>
              <a:gd name="gd2487" fmla="val 5085288"/>
              <a:gd name="gd2488" fmla="val 1318938"/>
              <a:gd name="gd2489" fmla="val 5085828"/>
              <a:gd name="gd2490" fmla="val 1312248"/>
              <a:gd name="gd2491" fmla="val 5086334"/>
              <a:gd name="gd2492" fmla="val 1312185"/>
              <a:gd name="gd2493" fmla="val 5776501"/>
              <a:gd name="gd2494" fmla="val 619144"/>
              <a:gd name="gd2495" fmla="val 5776617"/>
              <a:gd name="gd2496" fmla="val 617996"/>
              <a:gd name="gd2497" fmla="val 5792829"/>
              <a:gd name="gd2498" fmla="val 616457"/>
              <a:gd name="gd2499" fmla="val 5888291"/>
              <a:gd name="gd2500" fmla="val 607392"/>
              <a:gd name="gd2501" fmla="val 5905378"/>
              <a:gd name="gd2502" fmla="val 605769"/>
              <a:gd name="gd2503" fmla="val 4235979"/>
              <a:gd name="gd2504" fmla="val 605769"/>
              <a:gd name="gd2505" fmla="val 4253065"/>
              <a:gd name="gd2506" fmla="val 607392"/>
              <a:gd name="gd2507" fmla="val 4348528"/>
              <a:gd name="gd2508" fmla="val 616457"/>
              <a:gd name="gd2509" fmla="val 4364739"/>
              <a:gd name="gd2510" fmla="val 617996"/>
              <a:gd name="gd2511" fmla="val 4364856"/>
              <a:gd name="gd2512" fmla="val 619144"/>
              <a:gd name="gd2513" fmla="val 5055022"/>
              <a:gd name="gd2514" fmla="val 1312185"/>
              <a:gd name="gd2515" fmla="val 5055528"/>
              <a:gd name="gd2516" fmla="val 1312248"/>
              <a:gd name="gd2517" fmla="val 5056068"/>
              <a:gd name="gd2518" fmla="val 1318938"/>
              <a:gd name="gd2519" fmla="val 5063532"/>
              <a:gd name="gd2520" fmla="val 1411395"/>
              <a:gd name="gd2521" fmla="val 5064903"/>
              <a:gd name="gd2522" fmla="val 1428376"/>
              <a:gd name="gd2523" fmla="val 5064310"/>
              <a:gd name="gd2524" fmla="val 1439816"/>
              <a:gd name="gd2525" fmla="val 5063811"/>
              <a:gd name="gd2526" fmla="val 1439783"/>
              <a:gd name="gd2527" fmla="val 5063785"/>
              <a:gd name="gd2528" fmla="val 1440278"/>
              <a:gd name="gd2529" fmla="val 5046666"/>
              <a:gd name="gd2530" fmla="val 1438652"/>
              <a:gd name="gd2531" fmla="val 4951241"/>
              <a:gd name="gd2532" fmla="val 1429590"/>
              <a:gd name="gd2533" fmla="val 4935023"/>
              <a:gd name="gd2534" fmla="val 1428050"/>
              <a:gd name="gd2535" fmla="val 4934907"/>
              <a:gd name="gd2536" fmla="val 1426902"/>
              <a:gd name="gd2537" fmla="val 4244741"/>
              <a:gd name="gd2538" fmla="val 733861"/>
              <a:gd name="gd2539" fmla="val 4244236"/>
              <a:gd name="gd2540" fmla="val 733798"/>
              <a:gd name="gd2541" fmla="val 4243697"/>
              <a:gd name="gd2542" fmla="val 727122"/>
              <a:gd name="gd2543" fmla="val 4236230"/>
              <a:gd name="gd2544" fmla="val 634646"/>
              <a:gd name="gd2545" fmla="val 4234860"/>
              <a:gd name="gd2546" fmla="val 617670"/>
              <a:gd name="gd2547" fmla="val 4235454"/>
              <a:gd name="gd2548" fmla="val 606230"/>
              <a:gd name="gd2549" fmla="val 4235952"/>
              <a:gd name="gd2550" fmla="val 606263"/>
              <a:gd name="gd2551" fmla="val 4235979"/>
              <a:gd name="gd2552" fmla="val 605769"/>
              <a:gd name="gd2553" fmla="val 4213227"/>
              <a:gd name="gd2554" fmla="val 605769"/>
              <a:gd name="gd2555" fmla="val 4213253"/>
              <a:gd name="gd2556" fmla="val 606263"/>
              <a:gd name="gd2557" fmla="val 4213751"/>
              <a:gd name="gd2558" fmla="val 606230"/>
              <a:gd name="gd2559" fmla="val 4214345"/>
              <a:gd name="gd2560" fmla="val 617670"/>
              <a:gd name="gd2561" fmla="val 4212974"/>
              <a:gd name="gd2562" fmla="val 634646"/>
              <a:gd name="gd2563" fmla="val 4205507"/>
              <a:gd name="gd2564" fmla="val 727122"/>
              <a:gd name="gd2565" fmla="val 4204969"/>
              <a:gd name="gd2566" fmla="val 733798"/>
              <a:gd name="gd2567" fmla="val 4204463"/>
              <a:gd name="gd2568" fmla="val 733861"/>
              <a:gd name="gd2569" fmla="val 3514297"/>
              <a:gd name="gd2570" fmla="val 1426902"/>
              <a:gd name="gd2571" fmla="val 3514181"/>
              <a:gd name="gd2572" fmla="val 1428050"/>
              <a:gd name="gd2573" fmla="val 3497965"/>
              <a:gd name="gd2574" fmla="val 1429590"/>
              <a:gd name="gd2575" fmla="val 3402538"/>
              <a:gd name="gd2576" fmla="val 1438652"/>
              <a:gd name="gd2577" fmla="val 3385420"/>
              <a:gd name="gd2578" fmla="val 1440278"/>
              <a:gd name="gd2579" fmla="val 3385394"/>
              <a:gd name="gd2580" fmla="val 1439783"/>
              <a:gd name="gd2581" fmla="val 3384895"/>
              <a:gd name="gd2582" fmla="val 1439816"/>
              <a:gd name="gd2583" fmla="val 3384302"/>
              <a:gd name="gd2584" fmla="val 1428376"/>
              <a:gd name="gd2585" fmla="val 3385672"/>
              <a:gd name="gd2586" fmla="val 1411395"/>
              <a:gd name="gd2587" fmla="val 3393136"/>
              <a:gd name="gd2588" fmla="val 1318938"/>
              <a:gd name="gd2589" fmla="val 3393677"/>
              <a:gd name="gd2590" fmla="val 1312248"/>
              <a:gd name="gd2591" fmla="val 3394182"/>
              <a:gd name="gd2592" fmla="val 1312185"/>
              <a:gd name="gd2593" fmla="val 4084348"/>
              <a:gd name="gd2594" fmla="val 619144"/>
              <a:gd name="gd2595" fmla="val 4084465"/>
              <a:gd name="gd2596" fmla="val 617996"/>
              <a:gd name="gd2597" fmla="val 4100678"/>
              <a:gd name="gd2598" fmla="val 616457"/>
              <a:gd name="gd2599" fmla="val 4196139"/>
              <a:gd name="gd2600" fmla="val 607392"/>
              <a:gd name="gd2601" fmla="val 4213227"/>
              <a:gd name="gd2602" fmla="val 605769"/>
              <a:gd name="gd2603" fmla="val 2543827"/>
              <a:gd name="gd2604" fmla="val 605769"/>
              <a:gd name="gd2605" fmla="val 2560914"/>
              <a:gd name="gd2606" fmla="val 607392"/>
              <a:gd name="gd2607" fmla="val 2656376"/>
              <a:gd name="gd2608" fmla="val 616457"/>
              <a:gd name="gd2609" fmla="val 2672588"/>
              <a:gd name="gd2610" fmla="val 617996"/>
              <a:gd name="gd2611" fmla="val 2672706"/>
              <a:gd name="gd2612" fmla="val 619144"/>
              <a:gd name="gd2613" fmla="val 3362871"/>
              <a:gd name="gd2614" fmla="val 1312185"/>
              <a:gd name="gd2615" fmla="val 3363377"/>
              <a:gd name="gd2616" fmla="val 1312248"/>
              <a:gd name="gd2617" fmla="val 3363917"/>
              <a:gd name="gd2618" fmla="val 1318938"/>
              <a:gd name="gd2619" fmla="val 3371381"/>
              <a:gd name="gd2620" fmla="val 1411395"/>
              <a:gd name="gd2621" fmla="val 3372752"/>
              <a:gd name="gd2622" fmla="val 1428376"/>
              <a:gd name="gd2623" fmla="val 3372159"/>
              <a:gd name="gd2624" fmla="val 1439816"/>
              <a:gd name="gd2625" fmla="val 3371660"/>
              <a:gd name="gd2626" fmla="val 1439783"/>
              <a:gd name="gd2627" fmla="val 3371634"/>
              <a:gd name="gd2628" fmla="val 1440278"/>
              <a:gd name="gd2629" fmla="val 3354515"/>
              <a:gd name="gd2630" fmla="val 1438652"/>
              <a:gd name="gd2631" fmla="val 3259089"/>
              <a:gd name="gd2632" fmla="val 1429590"/>
              <a:gd name="gd2633" fmla="val 3242872"/>
              <a:gd name="gd2634" fmla="val 1428050"/>
              <a:gd name="gd2635" fmla="val 3242756"/>
              <a:gd name="gd2636" fmla="val 1426902"/>
              <a:gd name="gd2637" fmla="val 2552590"/>
              <a:gd name="gd2638" fmla="val 733861"/>
              <a:gd name="gd2639" fmla="val 2552085"/>
              <a:gd name="gd2640" fmla="val 733798"/>
              <a:gd name="gd2641" fmla="val 2551547"/>
              <a:gd name="gd2642" fmla="val 727122"/>
              <a:gd name="gd2643" fmla="val 2544079"/>
              <a:gd name="gd2644" fmla="val 634646"/>
              <a:gd name="gd2645" fmla="val 2542709"/>
              <a:gd name="gd2646" fmla="val 617670"/>
              <a:gd name="gd2647" fmla="val 2543303"/>
              <a:gd name="gd2648" fmla="val 606230"/>
              <a:gd name="gd2649" fmla="val 2543801"/>
              <a:gd name="gd2650" fmla="val 606263"/>
              <a:gd name="gd2651" fmla="val 2543827"/>
              <a:gd name="gd2652" fmla="val 605769"/>
              <a:gd name="gd2653" fmla="val 2521076"/>
              <a:gd name="gd2654" fmla="val 605769"/>
              <a:gd name="gd2655" fmla="val 2521102"/>
              <a:gd name="gd2656" fmla="val 606263"/>
              <a:gd name="gd2657" fmla="val 2521600"/>
              <a:gd name="gd2658" fmla="val 606230"/>
              <a:gd name="gd2659" fmla="val 2522194"/>
              <a:gd name="gd2660" fmla="val 617670"/>
              <a:gd name="gd2661" fmla="val 2520823"/>
              <a:gd name="gd2662" fmla="val 634646"/>
              <a:gd name="gd2663" fmla="val 2513356"/>
              <a:gd name="gd2664" fmla="val 727122"/>
              <a:gd name="gd2665" fmla="val 2512818"/>
              <a:gd name="gd2666" fmla="val 733798"/>
              <a:gd name="gd2667" fmla="val 2512312"/>
              <a:gd name="gd2668" fmla="val 733861"/>
              <a:gd name="gd2669" fmla="val 1822147"/>
              <a:gd name="gd2670" fmla="val 1426902"/>
              <a:gd name="gd2671" fmla="val 1822030"/>
              <a:gd name="gd2672" fmla="val 1428050"/>
              <a:gd name="gd2673" fmla="val 1805814"/>
              <a:gd name="gd2674" fmla="val 1429590"/>
              <a:gd name="gd2675" fmla="val 1710387"/>
              <a:gd name="gd2676" fmla="val 1438652"/>
              <a:gd name="gd2677" fmla="val 1693269"/>
              <a:gd name="gd2678" fmla="val 1440278"/>
              <a:gd name="gd2679" fmla="val 1693243"/>
              <a:gd name="gd2680" fmla="val 1439783"/>
              <a:gd name="gd2681" fmla="val 1692744"/>
              <a:gd name="gd2682" fmla="val 1439816"/>
              <a:gd name="gd2683" fmla="val 1692151"/>
              <a:gd name="gd2684" fmla="val 1428376"/>
              <a:gd name="gd2685" fmla="val 1693521"/>
              <a:gd name="gd2686" fmla="val 1411395"/>
              <a:gd name="gd2687" fmla="val 1700985"/>
              <a:gd name="gd2688" fmla="val 1318938"/>
              <a:gd name="gd2689" fmla="val 1701526"/>
              <a:gd name="gd2690" fmla="val 1312248"/>
              <a:gd name="gd2691" fmla="val 1702031"/>
              <a:gd name="gd2692" fmla="val 1312185"/>
              <a:gd name="gd2693" fmla="val 2392197"/>
              <a:gd name="gd2694" fmla="val 619144"/>
              <a:gd name="gd2695" fmla="val 2392314"/>
              <a:gd name="gd2696" fmla="val 617996"/>
              <a:gd name="gd2697" fmla="val 2408527"/>
              <a:gd name="gd2698" fmla="val 616457"/>
              <a:gd name="gd2699" fmla="val 2503988"/>
              <a:gd name="gd2700" fmla="val 607392"/>
              <a:gd name="gd2701" fmla="val 2521076"/>
              <a:gd name="gd2702" fmla="val 605769"/>
              <a:gd name="gd2703" fmla="val 851676"/>
              <a:gd name="gd2704" fmla="val 605769"/>
              <a:gd name="gd2705" fmla="val 868763"/>
              <a:gd name="gd2706" fmla="val 607392"/>
              <a:gd name="gd2707" fmla="val 964225"/>
              <a:gd name="gd2708" fmla="val 616457"/>
              <a:gd name="gd2709" fmla="val 980437"/>
              <a:gd name="gd2710" fmla="val 617996"/>
              <a:gd name="gd2711" fmla="val 980555"/>
              <a:gd name="gd2712" fmla="val 619144"/>
              <a:gd name="gd2713" fmla="val 1670720"/>
              <a:gd name="gd2714" fmla="val 1312185"/>
              <a:gd name="gd2715" fmla="val 1671226"/>
              <a:gd name="gd2716" fmla="val 1312248"/>
              <a:gd name="gd2717" fmla="val 1671766"/>
              <a:gd name="gd2718" fmla="val 1318938"/>
              <a:gd name="gd2719" fmla="val 1679230"/>
              <a:gd name="gd2720" fmla="val 1411395"/>
              <a:gd name="gd2721" fmla="val 1680601"/>
              <a:gd name="gd2722" fmla="val 1428376"/>
              <a:gd name="gd2723" fmla="val 1680008"/>
              <a:gd name="gd2724" fmla="val 1439816"/>
              <a:gd name="gd2725" fmla="val 1679509"/>
              <a:gd name="gd2726" fmla="val 1439783"/>
              <a:gd name="gd2727" fmla="val 1679483"/>
              <a:gd name="gd2728" fmla="val 1440278"/>
              <a:gd name="gd2729" fmla="val 1662364"/>
              <a:gd name="gd2730" fmla="val 1438652"/>
              <a:gd name="gd2731" fmla="val 1566938"/>
              <a:gd name="gd2732" fmla="val 1429590"/>
              <a:gd name="gd2733" fmla="val 1550721"/>
              <a:gd name="gd2734" fmla="val 1428050"/>
              <a:gd name="gd2735" fmla="val 1550605"/>
              <a:gd name="gd2736" fmla="val 1426902"/>
              <a:gd name="gd2737" fmla="val 860439"/>
              <a:gd name="gd2738" fmla="val 733861"/>
              <a:gd name="gd2739" fmla="val 859934"/>
              <a:gd name="gd2740" fmla="val 733798"/>
              <a:gd name="gd2741" fmla="val 859396"/>
              <a:gd name="gd2742" fmla="val 727122"/>
              <a:gd name="gd2743" fmla="val 851928"/>
              <a:gd name="gd2744" fmla="val 634646"/>
              <a:gd name="gd2745" fmla="val 850558"/>
              <a:gd name="gd2746" fmla="val 617670"/>
              <a:gd name="gd2747" fmla="val 851152"/>
              <a:gd name="gd2748" fmla="val 606230"/>
              <a:gd name="gd2749" fmla="val 851650"/>
              <a:gd name="gd2750" fmla="val 606263"/>
              <a:gd name="gd2751" fmla="val 851676"/>
              <a:gd name="gd2752" fmla="val 605769"/>
              <a:gd name="gd2753" fmla="val 828925"/>
              <a:gd name="gd2754" fmla="val 605769"/>
              <a:gd name="gd2755" fmla="val 828951"/>
              <a:gd name="gd2756" fmla="val 606263"/>
              <a:gd name="gd2757" fmla="val 829449"/>
              <a:gd name="gd2758" fmla="val 606230"/>
              <a:gd name="gd2759" fmla="val 830043"/>
              <a:gd name="gd2760" fmla="val 617670"/>
              <a:gd name="gd2761" fmla="val 828672"/>
              <a:gd name="gd2762" fmla="val 634646"/>
              <a:gd name="gd2763" fmla="val 821205"/>
              <a:gd name="gd2764" fmla="val 727122"/>
              <a:gd name="gd2765" fmla="val 820667"/>
              <a:gd name="gd2766" fmla="val 733798"/>
              <a:gd name="gd2767" fmla="val 820161"/>
              <a:gd name="gd2768" fmla="val 733861"/>
              <a:gd name="gd2769" fmla="val 129995"/>
              <a:gd name="gd2770" fmla="val 1426902"/>
              <a:gd name="gd2771" fmla="val 129879"/>
              <a:gd name="gd2772" fmla="val 1428050"/>
              <a:gd name="gd2773" fmla="val 113663"/>
              <a:gd name="gd2774" fmla="val 1429590"/>
              <a:gd name="gd2775" fmla="val 18236"/>
              <a:gd name="gd2776" fmla="val 1438652"/>
              <a:gd name="gd2777" fmla="val 1118"/>
              <a:gd name="gd2778" fmla="val 1440278"/>
              <a:gd name="gd2779" fmla="val 1092"/>
              <a:gd name="gd2780" fmla="val 1439783"/>
              <a:gd name="gd2781" fmla="val 593"/>
              <a:gd name="gd2782" fmla="val 1439816"/>
              <a:gd name="gd2783" fmla="val 0"/>
              <a:gd name="gd2784" fmla="val 1428376"/>
              <a:gd name="gd2785" fmla="val 1370"/>
              <a:gd name="gd2786" fmla="val 1411395"/>
              <a:gd name="gd2787" fmla="val 8835"/>
              <a:gd name="gd2788" fmla="val 1318938"/>
              <a:gd name="gd2789" fmla="val 9375"/>
              <a:gd name="gd2790" fmla="val 1312248"/>
              <a:gd name="gd2791" fmla="val 9880"/>
              <a:gd name="gd2792" fmla="val 1312185"/>
              <a:gd name="gd2793" fmla="val 700046"/>
              <a:gd name="gd2794" fmla="val 619144"/>
              <a:gd name="gd2795" fmla="val 700163"/>
              <a:gd name="gd2796" fmla="val 617996"/>
              <a:gd name="gd2797" fmla="val 716376"/>
              <a:gd name="gd2798" fmla="val 616457"/>
              <a:gd name="gd2799" fmla="val 811837"/>
              <a:gd name="gd2800" fmla="val 607392"/>
              <a:gd name="gd2801" fmla="val 828925"/>
              <a:gd name="gd2802" fmla="val 605769"/>
              <a:gd name="gd2803" fmla="val 8824701"/>
              <a:gd name="gd2804" fmla="val 0"/>
              <a:gd name="gd2805" fmla="val 9033411"/>
              <a:gd name="gd2806" fmla="val 0"/>
              <a:gd name="gd2807" fmla="val 9123965"/>
              <a:gd name="gd2808" fmla="val 98781"/>
              <a:gd name="gd2809" fmla="val 9139239"/>
              <a:gd name="gd2810" fmla="val 122382"/>
              <a:gd name="gd2811" fmla="val 9139239"/>
              <a:gd name="gd2812" fmla="val 425734"/>
              <a:gd name="gd2813" fmla="val 9104305"/>
              <a:gd name="gd2814" fmla="val 314451"/>
              <a:gd name="gd2815" fmla="val 8824701"/>
              <a:gd name="gd2816" fmla="val 0"/>
              <a:gd name="gd2817" fmla="val 8494877"/>
              <a:gd name="gd2818" fmla="val 0"/>
              <a:gd name="gd2819" fmla="val 8628893"/>
              <a:gd name="gd2820" fmla="val 0"/>
              <a:gd name="gd2821" fmla="val 9058275"/>
              <a:gd name="gd2822" fmla="val 426756"/>
              <a:gd name="gd2823" fmla="val 9139239"/>
              <a:gd name="gd2824" fmla="val 449526"/>
              <a:gd name="gd2825" fmla="val 9139239"/>
              <a:gd name="gd2826" fmla="val 577136"/>
              <a:gd name="gd2827" fmla="val 9043252"/>
              <a:gd name="gd2828" fmla="val 554355"/>
              <a:gd name="gd2829" fmla="val 8494877"/>
              <a:gd name="gd2830" fmla="val 0"/>
              <a:gd name="gd2831" fmla="val 7876547"/>
              <a:gd name="gd2832" fmla="val 0"/>
              <a:gd name="gd2833" fmla="val 8085257"/>
              <a:gd name="gd2834" fmla="val 0"/>
              <a:gd name="gd2835" fmla="val 7762527"/>
              <a:gd name="gd2836" fmla="val 451830"/>
              <a:gd name="gd2837" fmla="val 8281065"/>
              <a:gd name="gd2838" fmla="val 0"/>
              <a:gd name="gd2839" fmla="val 8415081"/>
              <a:gd name="gd2840" fmla="val 0"/>
              <a:gd name="gd2841" fmla="val 7749156"/>
              <a:gd name="gd2842" fmla="val 582253"/>
              <a:gd name="gd2843" fmla="val 7749040"/>
              <a:gd name="gd2844" fmla="val 583392"/>
              <a:gd name="gd2845" fmla="val 7732823"/>
              <a:gd name="gd2846" fmla="val 584920"/>
              <a:gd name="gd2847" fmla="val 7637396"/>
              <a:gd name="gd2848" fmla="val 593911"/>
              <a:gd name="gd2849" fmla="val 7620278"/>
              <a:gd name="gd2850" fmla="val 595524"/>
              <a:gd name="gd2851" fmla="val 7620252"/>
              <a:gd name="gd2852" fmla="val 595033"/>
              <a:gd name="gd2853" fmla="val 7619753"/>
              <a:gd name="gd2854" fmla="val 595066"/>
              <a:gd name="gd2855" fmla="val 7619160"/>
              <a:gd name="gd2856" fmla="val 583715"/>
              <a:gd name="gd2857" fmla="val 7620531"/>
              <a:gd name="gd2858" fmla="val 566868"/>
              <a:gd name="gd2859" fmla="val 7627995"/>
              <a:gd name="gd2860" fmla="val 475137"/>
              <a:gd name="gd2861" fmla="val 7628535"/>
              <a:gd name="gd2862" fmla="val 468500"/>
              <a:gd name="gd2863" fmla="val 7629040"/>
              <a:gd name="gd2864" fmla="val 468437"/>
              <a:gd name="gd2865" fmla="val 7876547"/>
              <a:gd name="gd2866" fmla="val 0"/>
              <a:gd name="gd2867" fmla="val 6802727"/>
              <a:gd name="gd2868" fmla="val 0"/>
              <a:gd name="gd2869" fmla="val 6936742"/>
              <a:gd name="gd2870" fmla="val 0"/>
              <a:gd name="gd2871" fmla="val 7455280"/>
              <a:gd name="gd2872" fmla="val 451830"/>
              <a:gd name="gd2873" fmla="val 7132550"/>
              <a:gd name="gd2874" fmla="val 0"/>
              <a:gd name="gd2875" fmla="val 7341259"/>
              <a:gd name="gd2876" fmla="val 0"/>
              <a:gd name="gd2877" fmla="val 7588766"/>
              <a:gd name="gd2878" fmla="val 468437"/>
              <a:gd name="gd2879" fmla="val 7589272"/>
              <a:gd name="gd2880" fmla="val 468500"/>
              <a:gd name="gd2881" fmla="val 7589812"/>
              <a:gd name="gd2882" fmla="val 475137"/>
              <a:gd name="gd2883" fmla="val 7597276"/>
              <a:gd name="gd2884" fmla="val 566868"/>
              <a:gd name="gd2885" fmla="val 7598647"/>
              <a:gd name="gd2886" fmla="val 583715"/>
              <a:gd name="gd2887" fmla="val 7598054"/>
              <a:gd name="gd2888" fmla="val 595066"/>
              <a:gd name="gd2889" fmla="val 7597555"/>
              <a:gd name="gd2890" fmla="val 595033"/>
              <a:gd name="gd2891" fmla="val 7597529"/>
              <a:gd name="gd2892" fmla="val 595524"/>
              <a:gd name="gd2893" fmla="val 7580411"/>
              <a:gd name="gd2894" fmla="val 593911"/>
              <a:gd name="gd2895" fmla="val 7484984"/>
              <a:gd name="gd2896" fmla="val 584920"/>
              <a:gd name="gd2897" fmla="val 7468767"/>
              <a:gd name="gd2898" fmla="val 583392"/>
              <a:gd name="gd2899" fmla="val 7468651"/>
              <a:gd name="gd2900" fmla="val 582253"/>
              <a:gd name="gd2901" fmla="val 6802727"/>
              <a:gd name="gd2902" fmla="val 0"/>
              <a:gd name="gd2903" fmla="val 6184397"/>
              <a:gd name="gd2904" fmla="val 0"/>
              <a:gd name="gd2905" fmla="val 6393106"/>
              <a:gd name="gd2906" fmla="val 0"/>
              <a:gd name="gd2907" fmla="val 6070376"/>
              <a:gd name="gd2908" fmla="val 451830"/>
              <a:gd name="gd2909" fmla="val 6588914"/>
              <a:gd name="gd2910" fmla="val 0"/>
              <a:gd name="gd2911" fmla="val 6722931"/>
              <a:gd name="gd2912" fmla="val 0"/>
              <a:gd name="gd2913" fmla="val 6057005"/>
              <a:gd name="gd2914" fmla="val 582253"/>
              <a:gd name="gd2915" fmla="val 6056889"/>
              <a:gd name="gd2916" fmla="val 583392"/>
              <a:gd name="gd2917" fmla="val 6040672"/>
              <a:gd name="gd2918" fmla="val 584920"/>
              <a:gd name="gd2919" fmla="val 5945246"/>
              <a:gd name="gd2920" fmla="val 593911"/>
              <a:gd name="gd2921" fmla="val 5928127"/>
              <a:gd name="gd2922" fmla="val 595524"/>
              <a:gd name="gd2923" fmla="val 5928101"/>
              <a:gd name="gd2924" fmla="val 595033"/>
              <a:gd name="gd2925" fmla="val 5927602"/>
              <a:gd name="gd2926" fmla="val 595066"/>
              <a:gd name="gd2927" fmla="val 5927009"/>
              <a:gd name="gd2928" fmla="val 583715"/>
              <a:gd name="gd2929" fmla="val 5928380"/>
              <a:gd name="gd2930" fmla="val 566868"/>
              <a:gd name="gd2931" fmla="val 5935844"/>
              <a:gd name="gd2932" fmla="val 475137"/>
              <a:gd name="gd2933" fmla="val 5936384"/>
              <a:gd name="gd2934" fmla="val 468500"/>
              <a:gd name="gd2935" fmla="val 5936890"/>
              <a:gd name="gd2936" fmla="val 468437"/>
              <a:gd name="gd2937" fmla="val 6184397"/>
              <a:gd name="gd2938" fmla="val 0"/>
              <a:gd name="gd2939" fmla="val 5110576"/>
              <a:gd name="gd2940" fmla="val 0"/>
              <a:gd name="gd2941" fmla="val 5244592"/>
              <a:gd name="gd2942" fmla="val 0"/>
              <a:gd name="gd2943" fmla="val 5763129"/>
              <a:gd name="gd2944" fmla="val 451830"/>
              <a:gd name="gd2945" fmla="val 5440399"/>
              <a:gd name="gd2946" fmla="val 0"/>
              <a:gd name="gd2947" fmla="val 5649109"/>
              <a:gd name="gd2948" fmla="val 0"/>
              <a:gd name="gd2949" fmla="val 5896616"/>
              <a:gd name="gd2950" fmla="val 468437"/>
              <a:gd name="gd2951" fmla="val 5897121"/>
              <a:gd name="gd2952" fmla="val 468500"/>
              <a:gd name="gd2953" fmla="val 5897662"/>
              <a:gd name="gd2954" fmla="val 475137"/>
              <a:gd name="gd2955" fmla="val 5905126"/>
              <a:gd name="gd2956" fmla="val 566868"/>
              <a:gd name="gd2957" fmla="val 5906496"/>
              <a:gd name="gd2958" fmla="val 583715"/>
              <a:gd name="gd2959" fmla="val 5905903"/>
              <a:gd name="gd2960" fmla="val 595066"/>
              <a:gd name="gd2961" fmla="val 5905404"/>
              <a:gd name="gd2962" fmla="val 595033"/>
              <a:gd name="gd2963" fmla="val 5905378"/>
              <a:gd name="gd2964" fmla="val 595524"/>
              <a:gd name="gd2965" fmla="val 5888260"/>
              <a:gd name="gd2966" fmla="val 593911"/>
              <a:gd name="gd2967" fmla="val 5792833"/>
              <a:gd name="gd2968" fmla="val 584920"/>
              <a:gd name="gd2969" fmla="val 5776617"/>
              <a:gd name="gd2970" fmla="val 583392"/>
              <a:gd name="gd2971" fmla="val 5776501"/>
              <a:gd name="gd2972" fmla="val 582253"/>
              <a:gd name="gd2973" fmla="val 5110576"/>
              <a:gd name="gd2974" fmla="val 0"/>
              <a:gd name="gd2975" fmla="val 4492246"/>
              <a:gd name="gd2976" fmla="val 0"/>
              <a:gd name="gd2977" fmla="val 4700955"/>
              <a:gd name="gd2978" fmla="val 0"/>
              <a:gd name="gd2979" fmla="val 4378225"/>
              <a:gd name="gd2980" fmla="val 451830"/>
              <a:gd name="gd2981" fmla="val 4896763"/>
              <a:gd name="gd2982" fmla="val 0"/>
              <a:gd name="gd2983" fmla="val 5030779"/>
              <a:gd name="gd2984" fmla="val 0"/>
              <a:gd name="gd2985" fmla="val 4364853"/>
              <a:gd name="gd2986" fmla="val 582253"/>
              <a:gd name="gd2987" fmla="val 4364737"/>
              <a:gd name="gd2988" fmla="val 583392"/>
              <a:gd name="gd2989" fmla="val 4348521"/>
              <a:gd name="gd2990" fmla="val 584920"/>
              <a:gd name="gd2991" fmla="val 4253094"/>
              <a:gd name="gd2992" fmla="val 593911"/>
              <a:gd name="gd2993" fmla="val 4235976"/>
              <a:gd name="gd2994" fmla="val 595524"/>
              <a:gd name="gd2995" fmla="val 4235950"/>
              <a:gd name="gd2996" fmla="val 595033"/>
              <a:gd name="gd2997" fmla="val 4235451"/>
              <a:gd name="gd2998" fmla="val 595066"/>
              <a:gd name="gd2999" fmla="val 4234858"/>
              <a:gd name="gd3000" fmla="val 583715"/>
              <a:gd name="gd3001" fmla="val 4236228"/>
              <a:gd name="gd3002" fmla="val 566868"/>
              <a:gd name="gd3003" fmla="val 4243692"/>
              <a:gd name="gd3004" fmla="val 475137"/>
              <a:gd name="gd3005" fmla="val 4244233"/>
              <a:gd name="gd3006" fmla="val 468500"/>
              <a:gd name="gd3007" fmla="val 4244738"/>
              <a:gd name="gd3008" fmla="val 468437"/>
              <a:gd name="gd3009" fmla="val 4492246"/>
              <a:gd name="gd3010" fmla="val 0"/>
              <a:gd name="gd3011" fmla="val 3418424"/>
              <a:gd name="gd3012" fmla="val 0"/>
              <a:gd name="gd3013" fmla="val 3552441"/>
              <a:gd name="gd3014" fmla="val 0"/>
              <a:gd name="gd3015" fmla="val 4070978"/>
              <a:gd name="gd3016" fmla="val 451830"/>
              <a:gd name="gd3017" fmla="val 3748249"/>
              <a:gd name="gd3018" fmla="val 0"/>
              <a:gd name="gd3019" fmla="val 3956957"/>
              <a:gd name="gd3020" fmla="val 0"/>
              <a:gd name="gd3021" fmla="val 4204464"/>
              <a:gd name="gd3022" fmla="val 468437"/>
              <a:gd name="gd3023" fmla="val 4204970"/>
              <a:gd name="gd3024" fmla="val 468499"/>
              <a:gd name="gd3025" fmla="val 4205510"/>
              <a:gd name="gd3026" fmla="val 475137"/>
              <a:gd name="gd3027" fmla="val 4212974"/>
              <a:gd name="gd3028" fmla="val 566868"/>
              <a:gd name="gd3029" fmla="val 4214345"/>
              <a:gd name="gd3030" fmla="val 583715"/>
              <a:gd name="gd3031" fmla="val 4213752"/>
              <a:gd name="gd3032" fmla="val 595066"/>
              <a:gd name="gd3033" fmla="val 4213253"/>
              <a:gd name="gd3034" fmla="val 595033"/>
              <a:gd name="gd3035" fmla="val 4213227"/>
              <a:gd name="gd3036" fmla="val 595524"/>
              <a:gd name="gd3037" fmla="val 4196108"/>
              <a:gd name="gd3038" fmla="val 593911"/>
              <a:gd name="gd3039" fmla="val 4100682"/>
              <a:gd name="gd3040" fmla="val 584920"/>
              <a:gd name="gd3041" fmla="val 4084465"/>
              <a:gd name="gd3042" fmla="val 583392"/>
              <a:gd name="gd3043" fmla="val 4084349"/>
              <a:gd name="gd3044" fmla="val 582253"/>
              <a:gd name="gd3045" fmla="val 3418424"/>
              <a:gd name="gd3046" fmla="val 0"/>
              <a:gd name="gd3047" fmla="val 2800095"/>
              <a:gd name="gd3048" fmla="val 0"/>
              <a:gd name="gd3049" fmla="val 3008804"/>
              <a:gd name="gd3050" fmla="val 0"/>
              <a:gd name="gd3051" fmla="val 2686074"/>
              <a:gd name="gd3052" fmla="val 451830"/>
              <a:gd name="gd3053" fmla="val 3204612"/>
              <a:gd name="gd3054" fmla="val 0"/>
              <a:gd name="gd3055" fmla="val 3338628"/>
              <a:gd name="gd3056" fmla="val 0"/>
              <a:gd name="gd3057" fmla="val 2672703"/>
              <a:gd name="gd3058" fmla="val 582253"/>
              <a:gd name="gd3059" fmla="val 2672586"/>
              <a:gd name="gd3060" fmla="val 583392"/>
              <a:gd name="gd3061" fmla="val 2656370"/>
              <a:gd name="gd3062" fmla="val 584920"/>
              <a:gd name="gd3063" fmla="val 2560943"/>
              <a:gd name="gd3064" fmla="val 593911"/>
              <a:gd name="gd3065" fmla="val 2543825"/>
              <a:gd name="gd3066" fmla="val 595524"/>
              <a:gd name="gd3067" fmla="val 2543799"/>
              <a:gd name="gd3068" fmla="val 595033"/>
              <a:gd name="gd3069" fmla="val 2543300"/>
              <a:gd name="gd3070" fmla="val 595066"/>
              <a:gd name="gd3071" fmla="val 2542707"/>
              <a:gd name="gd3072" fmla="val 583715"/>
              <a:gd name="gd3073" fmla="val 2544077"/>
              <a:gd name="gd3074" fmla="val 566868"/>
              <a:gd name="gd3075" fmla="val 2551541"/>
              <a:gd name="gd3076" fmla="val 475137"/>
              <a:gd name="gd3077" fmla="val 2552082"/>
              <a:gd name="gd3078" fmla="val 468499"/>
              <a:gd name="gd3079" fmla="val 2552587"/>
              <a:gd name="gd3080" fmla="val 468437"/>
              <a:gd name="gd3081" fmla="val 2800095"/>
              <a:gd name="gd3082" fmla="val 0"/>
              <a:gd name="gd3083" fmla="val 1726273"/>
              <a:gd name="gd3084" fmla="val 0"/>
              <a:gd name="gd3085" fmla="val 1860290"/>
              <a:gd name="gd3086" fmla="val 0"/>
              <a:gd name="gd3087" fmla="val 2378827"/>
              <a:gd name="gd3088" fmla="val 451830"/>
              <a:gd name="gd3089" fmla="val 2056098"/>
              <a:gd name="gd3090" fmla="val 0"/>
              <a:gd name="gd3091" fmla="val 2264806"/>
              <a:gd name="gd3092" fmla="val 0"/>
              <a:gd name="gd3093" fmla="val 2512313"/>
              <a:gd name="gd3094" fmla="val 468437"/>
              <a:gd name="gd3095" fmla="val 2512819"/>
              <a:gd name="gd3096" fmla="val 468499"/>
              <a:gd name="gd3097" fmla="val 2513359"/>
              <a:gd name="gd3098" fmla="val 475137"/>
              <a:gd name="gd3099" fmla="val 2520823"/>
              <a:gd name="gd3100" fmla="val 566868"/>
              <a:gd name="gd3101" fmla="val 2522194"/>
              <a:gd name="gd3102" fmla="val 583715"/>
              <a:gd name="gd3103" fmla="val 2521601"/>
              <a:gd name="gd3104" fmla="val 595066"/>
              <a:gd name="gd3105" fmla="val 2521102"/>
              <a:gd name="gd3106" fmla="val 595033"/>
              <a:gd name="gd3107" fmla="val 2521076"/>
              <a:gd name="gd3108" fmla="val 595524"/>
              <a:gd name="gd3109" fmla="val 2503957"/>
              <a:gd name="gd3110" fmla="val 593911"/>
              <a:gd name="gd3111" fmla="val 2408531"/>
              <a:gd name="gd3112" fmla="val 584920"/>
              <a:gd name="gd3113" fmla="val 2392314"/>
              <a:gd name="gd3114" fmla="val 583392"/>
              <a:gd name="gd3115" fmla="val 2392198"/>
              <a:gd name="gd3116" fmla="val 582253"/>
              <a:gd name="gd3117" fmla="val 1726273"/>
              <a:gd name="gd3118" fmla="val 0"/>
              <a:gd name="gd3119" fmla="val 1107944"/>
              <a:gd name="gd3120" fmla="val 0"/>
              <a:gd name="gd3121" fmla="val 1316652"/>
              <a:gd name="gd3122" fmla="val 0"/>
              <a:gd name="gd3123" fmla="val 993923"/>
              <a:gd name="gd3124" fmla="val 451830"/>
              <a:gd name="gd3125" fmla="val 1512461"/>
              <a:gd name="gd3126" fmla="val 0"/>
              <a:gd name="gd3127" fmla="val 1646477"/>
              <a:gd name="gd3128" fmla="val 0"/>
              <a:gd name="gd3129" fmla="val 980552"/>
              <a:gd name="gd3130" fmla="val 582253"/>
              <a:gd name="gd3131" fmla="val 980435"/>
              <a:gd name="gd3132" fmla="val 583392"/>
              <a:gd name="gd3133" fmla="val 964219"/>
              <a:gd name="gd3134" fmla="val 584920"/>
              <a:gd name="gd3135" fmla="val 868792"/>
              <a:gd name="gd3136" fmla="val 593911"/>
              <a:gd name="gd3137" fmla="val 851674"/>
              <a:gd name="gd3138" fmla="val 595524"/>
              <a:gd name="gd3139" fmla="val 851648"/>
              <a:gd name="gd3140" fmla="val 595033"/>
              <a:gd name="gd3141" fmla="val 851149"/>
              <a:gd name="gd3142" fmla="val 595066"/>
              <a:gd name="gd3143" fmla="val 850556"/>
              <a:gd name="gd3144" fmla="val 583715"/>
              <a:gd name="gd3145" fmla="val 851926"/>
              <a:gd name="gd3146" fmla="val 566868"/>
              <a:gd name="gd3147" fmla="val 859390"/>
              <a:gd name="gd3148" fmla="val 475137"/>
              <a:gd name="gd3149" fmla="val 859931"/>
              <a:gd name="gd3150" fmla="val 468499"/>
              <a:gd name="gd3151" fmla="val 860436"/>
              <a:gd name="gd3152" fmla="val 468437"/>
              <a:gd name="gd3153" fmla="val 1107944"/>
              <a:gd name="gd3154" fmla="val 0"/>
              <a:gd name="gd3155" fmla="val 34122"/>
              <a:gd name="gd3156" fmla="val 0"/>
              <a:gd name="gd3157" fmla="val 168138"/>
              <a:gd name="gd3158" fmla="val 0"/>
              <a:gd name="gd3159" fmla="val 686676"/>
              <a:gd name="gd3160" fmla="val 451830"/>
              <a:gd name="gd3161" fmla="val 363946"/>
              <a:gd name="gd3162" fmla="val 0"/>
              <a:gd name="gd3163" fmla="val 572655"/>
              <a:gd name="gd3164" fmla="val 0"/>
              <a:gd name="gd3165" fmla="val 820162"/>
              <a:gd name="gd3166" fmla="val 468437"/>
              <a:gd name="gd3167" fmla="val 820668"/>
              <a:gd name="gd3168" fmla="val 468500"/>
              <a:gd name="gd3169" fmla="val 821208"/>
              <a:gd name="gd3170" fmla="val 475137"/>
              <a:gd name="gd3171" fmla="val 828672"/>
              <a:gd name="gd3172" fmla="val 566868"/>
              <a:gd name="gd3173" fmla="val 830043"/>
              <a:gd name="gd3174" fmla="val 583715"/>
              <a:gd name="gd3175" fmla="val 829450"/>
              <a:gd name="gd3176" fmla="val 595066"/>
              <a:gd name="gd3177" fmla="val 828951"/>
              <a:gd name="gd3178" fmla="val 595033"/>
              <a:gd name="gd3179" fmla="val 828925"/>
              <a:gd name="gd3180" fmla="val 595524"/>
              <a:gd name="gd3181" fmla="val 811806"/>
              <a:gd name="gd3182" fmla="val 593911"/>
              <a:gd name="gd3183" fmla="val 716380"/>
              <a:gd name="gd3184" fmla="val 584920"/>
              <a:gd name="gd3185" fmla="val 700163"/>
              <a:gd name="gd3186" fmla="val 583392"/>
              <a:gd name="gd3187" fmla="val 700047"/>
              <a:gd name="gd3188" fmla="val 582253"/>
              <a:gd name="gd3189" fmla="val 34122"/>
              <a:gd name="gd3190" fmla="val 0"/>
            </a:gdLst>
            <a:ahLst/>
            <a:cxnLst/>
            <a:rect l="0" t="0" r="r" b="b"/>
            <a:pathLst>
              <a:path w="9139239" h="4572001" fill="norm" stroke="1" extrusionOk="0">
                <a:moveTo>
                  <a:pt x="gd1" y="gd2"/>
                </a:moveTo>
                <a:lnTo>
                  <a:pt x="gd3" y="gd4"/>
                </a:lnTo>
                <a:lnTo>
                  <a:pt x="gd5" y="gd6"/>
                </a:lnTo>
                <a:lnTo>
                  <a:pt x="gd7" y="gd8"/>
                </a:lnTo>
                <a:cubicBezTo>
                  <a:pt x="8974940" y="4496648"/>
                  <a:pt x="9059271" y="4392377"/>
                  <a:pt x="9109281" y="4270954"/>
                </a:cubicBezTo>
                <a:lnTo>
                  <a:pt x="gd11" y="gd12"/>
                </a:lnTo>
                <a:close/>
                <a:moveTo>
                  <a:pt x="gd13" y="gd14"/>
                </a:moveTo>
                <a:lnTo>
                  <a:pt x="gd15" y="gd16"/>
                </a:lnTo>
                <a:lnTo>
                  <a:pt x="gd17" y="gd18"/>
                </a:lnTo>
                <a:cubicBezTo>
                  <a:pt x="8867508" y="4236060"/>
                  <a:pt x="8712637" y="4384208"/>
                  <a:pt x="8639677" y="4572001"/>
                </a:cubicBezTo>
                <a:lnTo>
                  <a:pt x="gd21" y="gd22"/>
                </a:lnTo>
                <a:cubicBezTo>
                  <a:pt x="8583823" y="4319597"/>
                  <a:pt x="8787913" y="4120306"/>
                  <a:pt x="9046727" y="4039822"/>
                </a:cubicBezTo>
                <a:lnTo>
                  <a:pt x="gd25" y="gd26"/>
                </a:lnTo>
                <a:close/>
                <a:moveTo>
                  <a:pt x="gd27" y="gd28"/>
                </a:moveTo>
                <a:lnTo>
                  <a:pt x="gd29" y="gd30"/>
                </a:lnTo>
                <a:cubicBezTo>
                  <a:pt x="7669753" y="4001569"/>
                  <a:pt x="7701646" y="4004550"/>
                  <a:pt x="7732829" y="4010107"/>
                </a:cubicBezTo>
                <a:cubicBezTo>
                  <a:pt x="7738405" y="4009688"/>
                  <a:pt x="7743733" y="4010636"/>
                  <a:pt x="7749042" y="4011646"/>
                </a:cubicBezTo>
                <a:lnTo>
                  <a:pt x="gd35" y="gd36"/>
                </a:lnTo>
                <a:cubicBezTo>
                  <a:pt x="8061238" y="4064450"/>
                  <a:pt x="8314467" y="4283539"/>
                  <a:pt x="8407830" y="4572001"/>
                </a:cubicBezTo>
                <a:lnTo>
                  <a:pt x="gd39" y="gd40"/>
                </a:lnTo>
                <a:cubicBezTo>
                  <a:pt x="8186900" y="4357380"/>
                  <a:pt x="7996531" y="4194541"/>
                  <a:pt x="7762529" y="4144250"/>
                </a:cubicBezTo>
                <a:cubicBezTo>
                  <a:pt x="7797023" y="4319651"/>
                  <a:pt x="7899246" y="4471530"/>
                  <a:pt x="8042344" y="4572001"/>
                </a:cubicBezTo>
                <a:lnTo>
                  <a:pt x="gd45" y="gd46"/>
                </a:lnTo>
                <a:cubicBezTo>
                  <a:pt x="7731971" y="4452596"/>
                  <a:pt x="7653409" y="4298519"/>
                  <a:pt x="7629044" y="4127511"/>
                </a:cubicBezTo>
                <a:cubicBezTo>
                  <a:pt x="7628876" y="4127458"/>
                  <a:pt x="7628708" y="4127453"/>
                  <a:pt x="7628538" y="4127448"/>
                </a:cubicBezTo>
                <a:lnTo>
                  <a:pt x="gd51" y="gd52"/>
                </a:lnTo>
                <a:cubicBezTo>
                  <a:pt x="7622941" y="4090522"/>
                  <a:pt x="7620490" y="4059631"/>
                  <a:pt x="7620533" y="4028296"/>
                </a:cubicBezTo>
                <a:cubicBezTo>
                  <a:pt x="7619221" y="4022668"/>
                  <a:pt x="7619162" y="4017001"/>
                  <a:pt x="7619162" y="4011320"/>
                </a:cubicBezTo>
                <a:lnTo>
                  <a:pt x="gd57" y="gd58"/>
                </a:lnTo>
                <a:lnTo>
                  <a:pt x="gd59" y="gd60"/>
                </a:lnTo>
                <a:lnTo>
                  <a:pt x="gd61" y="gd62"/>
                </a:lnTo>
                <a:close/>
                <a:moveTo>
                  <a:pt x="gd63" y="gd64"/>
                </a:moveTo>
                <a:lnTo>
                  <a:pt x="gd65" y="gd66"/>
                </a:lnTo>
                <a:lnTo>
                  <a:pt x="gd67" y="gd68"/>
                </a:lnTo>
                <a:lnTo>
                  <a:pt x="gd69" y="gd70"/>
                </a:lnTo>
                <a:cubicBezTo>
                  <a:pt x="7598647" y="4017001"/>
                  <a:pt x="7598588" y="4022668"/>
                  <a:pt x="7597276" y="4028296"/>
                </a:cubicBezTo>
                <a:cubicBezTo>
                  <a:pt x="7597319" y="4059631"/>
                  <a:pt x="7594868" y="4090522"/>
                  <a:pt x="7589809" y="4120772"/>
                </a:cubicBezTo>
                <a:lnTo>
                  <a:pt x="gd75" y="gd76"/>
                </a:lnTo>
                <a:cubicBezTo>
                  <a:pt x="7589101" y="4127453"/>
                  <a:pt x="7588933" y="4127458"/>
                  <a:pt x="7588765" y="4127511"/>
                </a:cubicBezTo>
                <a:cubicBezTo>
                  <a:pt x="7564400" y="4298519"/>
                  <a:pt x="7485838" y="4452596"/>
                  <a:pt x="7369706" y="4572001"/>
                </a:cubicBezTo>
                <a:lnTo>
                  <a:pt x="gd81" y="gd82"/>
                </a:lnTo>
                <a:cubicBezTo>
                  <a:pt x="7318563" y="4471530"/>
                  <a:pt x="7420786" y="4319651"/>
                  <a:pt x="7455280" y="4144250"/>
                </a:cubicBezTo>
                <a:cubicBezTo>
                  <a:pt x="7221278" y="4194541"/>
                  <a:pt x="7030909" y="4357380"/>
                  <a:pt x="6947526" y="4572001"/>
                </a:cubicBezTo>
                <a:lnTo>
                  <a:pt x="gd87" y="gd88"/>
                </a:lnTo>
                <a:cubicBezTo>
                  <a:pt x="6903341" y="4283539"/>
                  <a:pt x="7156571" y="4064450"/>
                  <a:pt x="7468650" y="4012794"/>
                </a:cubicBezTo>
                <a:lnTo>
                  <a:pt x="gd91" y="gd92"/>
                </a:lnTo>
                <a:cubicBezTo>
                  <a:pt x="7474076" y="4010636"/>
                  <a:pt x="7479404" y="4009688"/>
                  <a:pt x="7484980" y="4010107"/>
                </a:cubicBezTo>
                <a:cubicBezTo>
                  <a:pt x="7516163" y="4004550"/>
                  <a:pt x="7548056" y="4001569"/>
                  <a:pt x="7580442" y="4001042"/>
                </a:cubicBezTo>
                <a:lnTo>
                  <a:pt x="gd97" y="gd98"/>
                </a:lnTo>
                <a:close/>
                <a:moveTo>
                  <a:pt x="gd99" y="gd100"/>
                </a:moveTo>
                <a:lnTo>
                  <a:pt x="gd101" y="gd102"/>
                </a:lnTo>
                <a:cubicBezTo>
                  <a:pt x="5977602" y="4001569"/>
                  <a:pt x="6009495" y="4004550"/>
                  <a:pt x="6040678" y="4010107"/>
                </a:cubicBezTo>
                <a:cubicBezTo>
                  <a:pt x="6046254" y="4009688"/>
                  <a:pt x="6051582" y="4010636"/>
                  <a:pt x="6056891" y="4011646"/>
                </a:cubicBezTo>
                <a:lnTo>
                  <a:pt x="gd107" y="gd108"/>
                </a:lnTo>
                <a:cubicBezTo>
                  <a:pt x="6369087" y="4064450"/>
                  <a:pt x="6622316" y="4283539"/>
                  <a:pt x="6715680" y="4572001"/>
                </a:cubicBezTo>
                <a:lnTo>
                  <a:pt x="gd111" y="gd112"/>
                </a:lnTo>
                <a:cubicBezTo>
                  <a:pt x="6494748" y="4357380"/>
                  <a:pt x="6304380" y="4194541"/>
                  <a:pt x="6070378" y="4144250"/>
                </a:cubicBezTo>
                <a:cubicBezTo>
                  <a:pt x="6104872" y="4319650"/>
                  <a:pt x="6207095" y="4471530"/>
                  <a:pt x="6350192" y="4572001"/>
                </a:cubicBezTo>
                <a:lnTo>
                  <a:pt x="gd117" y="gd118"/>
                </a:lnTo>
                <a:cubicBezTo>
                  <a:pt x="6039820" y="4452596"/>
                  <a:pt x="5961257" y="4298519"/>
                  <a:pt x="5936893" y="4127511"/>
                </a:cubicBezTo>
                <a:cubicBezTo>
                  <a:pt x="5936725" y="4127458"/>
                  <a:pt x="5936557" y="4127453"/>
                  <a:pt x="5936387" y="4127448"/>
                </a:cubicBezTo>
                <a:lnTo>
                  <a:pt x="gd123" y="gd124"/>
                </a:lnTo>
                <a:cubicBezTo>
                  <a:pt x="5930790" y="4090522"/>
                  <a:pt x="5928340" y="4059631"/>
                  <a:pt x="5928382" y="4028296"/>
                </a:cubicBezTo>
                <a:cubicBezTo>
                  <a:pt x="5927070" y="4022668"/>
                  <a:pt x="5927011" y="4017001"/>
                  <a:pt x="5927011" y="4011320"/>
                </a:cubicBezTo>
                <a:lnTo>
                  <a:pt x="gd129" y="gd130"/>
                </a:lnTo>
                <a:lnTo>
                  <a:pt x="gd131" y="gd132"/>
                </a:lnTo>
                <a:lnTo>
                  <a:pt x="gd133" y="gd134"/>
                </a:lnTo>
                <a:close/>
                <a:moveTo>
                  <a:pt x="gd135" y="gd136"/>
                </a:moveTo>
                <a:lnTo>
                  <a:pt x="gd137" y="gd138"/>
                </a:lnTo>
                <a:lnTo>
                  <a:pt x="gd139" y="gd140"/>
                </a:lnTo>
                <a:lnTo>
                  <a:pt x="gd141" y="gd142"/>
                </a:lnTo>
                <a:cubicBezTo>
                  <a:pt x="5906496" y="4017001"/>
                  <a:pt x="5906437" y="4022668"/>
                  <a:pt x="5905125" y="4028296"/>
                </a:cubicBezTo>
                <a:cubicBezTo>
                  <a:pt x="5905167" y="4059631"/>
                  <a:pt x="5902717" y="4090522"/>
                  <a:pt x="5897658" y="4120772"/>
                </a:cubicBezTo>
                <a:lnTo>
                  <a:pt x="gd147" y="gd148"/>
                </a:lnTo>
                <a:cubicBezTo>
                  <a:pt x="5896950" y="4127453"/>
                  <a:pt x="5896782" y="4127458"/>
                  <a:pt x="5896614" y="4127511"/>
                </a:cubicBezTo>
                <a:cubicBezTo>
                  <a:pt x="5872249" y="4298519"/>
                  <a:pt x="5793686" y="4452596"/>
                  <a:pt x="5677555" y="4572001"/>
                </a:cubicBezTo>
                <a:lnTo>
                  <a:pt x="gd153" y="gd154"/>
                </a:lnTo>
                <a:cubicBezTo>
                  <a:pt x="5626412" y="4471530"/>
                  <a:pt x="5728635" y="4319650"/>
                  <a:pt x="5763129" y="4144250"/>
                </a:cubicBezTo>
                <a:cubicBezTo>
                  <a:pt x="5529126" y="4194541"/>
                  <a:pt x="5338758" y="4357380"/>
                  <a:pt x="5255375" y="4572001"/>
                </a:cubicBezTo>
                <a:lnTo>
                  <a:pt x="gd159" y="gd160"/>
                </a:lnTo>
                <a:cubicBezTo>
                  <a:pt x="5211190" y="4283539"/>
                  <a:pt x="5464420" y="4064450"/>
                  <a:pt x="5776499" y="4012794"/>
                </a:cubicBezTo>
                <a:lnTo>
                  <a:pt x="gd163" y="gd164"/>
                </a:lnTo>
                <a:cubicBezTo>
                  <a:pt x="5781926" y="4010636"/>
                  <a:pt x="5787253" y="4009688"/>
                  <a:pt x="5792829" y="4010107"/>
                </a:cubicBezTo>
                <a:cubicBezTo>
                  <a:pt x="5824012" y="4004550"/>
                  <a:pt x="5855905" y="4001569"/>
                  <a:pt x="5888290" y="4001042"/>
                </a:cubicBezTo>
                <a:lnTo>
                  <a:pt x="gd169" y="gd170"/>
                </a:lnTo>
                <a:close/>
                <a:moveTo>
                  <a:pt x="gd171" y="gd172"/>
                </a:moveTo>
                <a:lnTo>
                  <a:pt x="gd173" y="gd174"/>
                </a:lnTo>
                <a:cubicBezTo>
                  <a:pt x="4285451" y="4001569"/>
                  <a:pt x="4317343" y="4004550"/>
                  <a:pt x="4348528" y="4010107"/>
                </a:cubicBezTo>
                <a:cubicBezTo>
                  <a:pt x="4354104" y="4009688"/>
                  <a:pt x="4359431" y="4010636"/>
                  <a:pt x="4364739" y="4011646"/>
                </a:cubicBezTo>
                <a:lnTo>
                  <a:pt x="gd179" y="gd180"/>
                </a:lnTo>
                <a:cubicBezTo>
                  <a:pt x="4676936" y="4064450"/>
                  <a:pt x="4930165" y="4283539"/>
                  <a:pt x="5023528" y="4572001"/>
                </a:cubicBezTo>
                <a:lnTo>
                  <a:pt x="gd183" y="gd184"/>
                </a:lnTo>
                <a:cubicBezTo>
                  <a:pt x="4802597" y="4357380"/>
                  <a:pt x="4612229" y="4194541"/>
                  <a:pt x="4378227" y="4144250"/>
                </a:cubicBezTo>
                <a:cubicBezTo>
                  <a:pt x="4412722" y="4319651"/>
                  <a:pt x="4514944" y="4471530"/>
                  <a:pt x="4658041" y="4572001"/>
                </a:cubicBezTo>
                <a:lnTo>
                  <a:pt x="gd189" y="gd190"/>
                </a:lnTo>
                <a:cubicBezTo>
                  <a:pt x="4347669" y="4452596"/>
                  <a:pt x="4269106" y="4298519"/>
                  <a:pt x="4244741" y="4127511"/>
                </a:cubicBezTo>
                <a:cubicBezTo>
                  <a:pt x="4244574" y="4127458"/>
                  <a:pt x="4244405" y="4127453"/>
                  <a:pt x="4244236" y="4127448"/>
                </a:cubicBezTo>
                <a:lnTo>
                  <a:pt x="gd195" y="gd196"/>
                </a:lnTo>
                <a:cubicBezTo>
                  <a:pt x="4238639" y="4090522"/>
                  <a:pt x="4236188" y="4059631"/>
                  <a:pt x="4236230" y="4028296"/>
                </a:cubicBezTo>
                <a:cubicBezTo>
                  <a:pt x="4234918" y="4022668"/>
                  <a:pt x="4234860" y="4017001"/>
                  <a:pt x="4234860" y="4011320"/>
                </a:cubicBezTo>
                <a:lnTo>
                  <a:pt x="gd201" y="gd202"/>
                </a:lnTo>
                <a:lnTo>
                  <a:pt x="gd203" y="gd204"/>
                </a:lnTo>
                <a:lnTo>
                  <a:pt x="gd205" y="gd206"/>
                </a:lnTo>
                <a:close/>
                <a:moveTo>
                  <a:pt x="gd207" y="gd208"/>
                </a:moveTo>
                <a:lnTo>
                  <a:pt x="gd209" y="gd210"/>
                </a:lnTo>
                <a:lnTo>
                  <a:pt x="gd211" y="gd212"/>
                </a:lnTo>
                <a:lnTo>
                  <a:pt x="gd213" y="gd214"/>
                </a:lnTo>
                <a:cubicBezTo>
                  <a:pt x="4214345" y="4017001"/>
                  <a:pt x="4214286" y="4022668"/>
                  <a:pt x="4212974" y="4028296"/>
                </a:cubicBezTo>
                <a:cubicBezTo>
                  <a:pt x="4213016" y="4059631"/>
                  <a:pt x="4210566" y="4090522"/>
                  <a:pt x="4205507" y="4120772"/>
                </a:cubicBezTo>
                <a:lnTo>
                  <a:pt x="gd219" y="gd220"/>
                </a:lnTo>
                <a:cubicBezTo>
                  <a:pt x="4204799" y="4127453"/>
                  <a:pt x="4204631" y="4127458"/>
                  <a:pt x="4204463" y="4127511"/>
                </a:cubicBezTo>
                <a:cubicBezTo>
                  <a:pt x="4180098" y="4298519"/>
                  <a:pt x="4101535" y="4452596"/>
                  <a:pt x="3985404" y="4572001"/>
                </a:cubicBezTo>
                <a:lnTo>
                  <a:pt x="gd225" y="gd226"/>
                </a:lnTo>
                <a:cubicBezTo>
                  <a:pt x="3934261" y="4471530"/>
                  <a:pt x="4036484" y="4319651"/>
                  <a:pt x="4070978" y="4144250"/>
                </a:cubicBezTo>
                <a:cubicBezTo>
                  <a:pt x="3836975" y="4194541"/>
                  <a:pt x="3646607" y="4357380"/>
                  <a:pt x="3563224" y="4572001"/>
                </a:cubicBezTo>
                <a:lnTo>
                  <a:pt x="gd231" y="gd232"/>
                </a:lnTo>
                <a:cubicBezTo>
                  <a:pt x="3519039" y="4283539"/>
                  <a:pt x="3772269" y="4064450"/>
                  <a:pt x="4084348" y="4012794"/>
                </a:cubicBezTo>
                <a:lnTo>
                  <a:pt x="gd235" y="gd236"/>
                </a:lnTo>
                <a:cubicBezTo>
                  <a:pt x="4089774" y="4010636"/>
                  <a:pt x="4095102" y="4009688"/>
                  <a:pt x="4100678" y="4010107"/>
                </a:cubicBezTo>
                <a:cubicBezTo>
                  <a:pt x="4131861" y="4004550"/>
                  <a:pt x="4163754" y="4001569"/>
                  <a:pt x="4196139" y="4001042"/>
                </a:cubicBezTo>
                <a:lnTo>
                  <a:pt x="gd241" y="gd242"/>
                </a:lnTo>
                <a:close/>
                <a:moveTo>
                  <a:pt x="gd243" y="gd244"/>
                </a:moveTo>
                <a:lnTo>
                  <a:pt x="gd245" y="gd246"/>
                </a:lnTo>
                <a:cubicBezTo>
                  <a:pt x="2593300" y="4001569"/>
                  <a:pt x="2625192" y="4004550"/>
                  <a:pt x="2656376" y="4010107"/>
                </a:cubicBezTo>
                <a:cubicBezTo>
                  <a:pt x="2661952" y="4009688"/>
                  <a:pt x="2667280" y="4010636"/>
                  <a:pt x="2672588" y="4011646"/>
                </a:cubicBezTo>
                <a:lnTo>
                  <a:pt x="gd251" y="gd252"/>
                </a:lnTo>
                <a:cubicBezTo>
                  <a:pt x="2984785" y="4064450"/>
                  <a:pt x="3238014" y="4283539"/>
                  <a:pt x="3331377" y="4572001"/>
                </a:cubicBezTo>
                <a:lnTo>
                  <a:pt x="gd255" y="gd256"/>
                </a:lnTo>
                <a:cubicBezTo>
                  <a:pt x="3110446" y="4357380"/>
                  <a:pt x="2920078" y="4194541"/>
                  <a:pt x="2686076" y="4144250"/>
                </a:cubicBezTo>
                <a:cubicBezTo>
                  <a:pt x="2720570" y="4319650"/>
                  <a:pt x="2822793" y="4471530"/>
                  <a:pt x="2965890" y="4572001"/>
                </a:cubicBezTo>
                <a:lnTo>
                  <a:pt x="gd261" y="gd262"/>
                </a:lnTo>
                <a:cubicBezTo>
                  <a:pt x="2655518" y="4452596"/>
                  <a:pt x="2576955" y="4298519"/>
                  <a:pt x="2552590" y="4127511"/>
                </a:cubicBezTo>
                <a:cubicBezTo>
                  <a:pt x="2552423" y="4127458"/>
                  <a:pt x="2552254" y="4127453"/>
                  <a:pt x="2552085" y="4127448"/>
                </a:cubicBezTo>
                <a:lnTo>
                  <a:pt x="gd267" y="gd268"/>
                </a:lnTo>
                <a:cubicBezTo>
                  <a:pt x="2546488" y="4090522"/>
                  <a:pt x="2544037" y="4059631"/>
                  <a:pt x="2544079" y="4028296"/>
                </a:cubicBezTo>
                <a:cubicBezTo>
                  <a:pt x="2542767" y="4022668"/>
                  <a:pt x="2542709" y="4017001"/>
                  <a:pt x="2542709" y="4011320"/>
                </a:cubicBezTo>
                <a:lnTo>
                  <a:pt x="gd273" y="gd274"/>
                </a:lnTo>
                <a:lnTo>
                  <a:pt x="gd275" y="gd276"/>
                </a:lnTo>
                <a:lnTo>
                  <a:pt x="gd277" y="gd278"/>
                </a:lnTo>
                <a:close/>
                <a:moveTo>
                  <a:pt x="gd279" y="gd280"/>
                </a:moveTo>
                <a:lnTo>
                  <a:pt x="gd281" y="gd282"/>
                </a:lnTo>
                <a:lnTo>
                  <a:pt x="gd283" y="gd284"/>
                </a:lnTo>
                <a:lnTo>
                  <a:pt x="gd285" y="gd286"/>
                </a:lnTo>
                <a:cubicBezTo>
                  <a:pt x="2522194" y="4017001"/>
                  <a:pt x="2522135" y="4022668"/>
                  <a:pt x="2520823" y="4028296"/>
                </a:cubicBezTo>
                <a:cubicBezTo>
                  <a:pt x="2520865" y="4059631"/>
                  <a:pt x="2518415" y="4090522"/>
                  <a:pt x="2513356" y="4120772"/>
                </a:cubicBezTo>
                <a:lnTo>
                  <a:pt x="gd291" y="gd292"/>
                </a:lnTo>
                <a:cubicBezTo>
                  <a:pt x="2512648" y="4127453"/>
                  <a:pt x="2512480" y="4127458"/>
                  <a:pt x="2512312" y="4127511"/>
                </a:cubicBezTo>
                <a:cubicBezTo>
                  <a:pt x="2487947" y="4298519"/>
                  <a:pt x="2409385" y="4452596"/>
                  <a:pt x="2293253" y="4572001"/>
                </a:cubicBezTo>
                <a:lnTo>
                  <a:pt x="gd297" y="gd298"/>
                </a:lnTo>
                <a:cubicBezTo>
                  <a:pt x="2242110" y="4471530"/>
                  <a:pt x="2344333" y="4319651"/>
                  <a:pt x="2378827" y="4144250"/>
                </a:cubicBezTo>
                <a:cubicBezTo>
                  <a:pt x="2144825" y="4194541"/>
                  <a:pt x="1954456" y="4357380"/>
                  <a:pt x="1871073" y="4572001"/>
                </a:cubicBezTo>
                <a:lnTo>
                  <a:pt x="gd303" y="gd304"/>
                </a:lnTo>
                <a:cubicBezTo>
                  <a:pt x="1826888" y="4283539"/>
                  <a:pt x="2080118" y="4064450"/>
                  <a:pt x="2392197" y="4012794"/>
                </a:cubicBezTo>
                <a:lnTo>
                  <a:pt x="gd307" y="gd308"/>
                </a:lnTo>
                <a:cubicBezTo>
                  <a:pt x="2397623" y="4010636"/>
                  <a:pt x="2402951" y="4009688"/>
                  <a:pt x="2408527" y="4010107"/>
                </a:cubicBezTo>
                <a:cubicBezTo>
                  <a:pt x="2439710" y="4004550"/>
                  <a:pt x="2471603" y="4001569"/>
                  <a:pt x="2503988" y="4001042"/>
                </a:cubicBezTo>
                <a:lnTo>
                  <a:pt x="gd313" y="gd314"/>
                </a:lnTo>
                <a:close/>
                <a:moveTo>
                  <a:pt x="gd315" y="gd316"/>
                </a:moveTo>
                <a:lnTo>
                  <a:pt x="gd317" y="gd318"/>
                </a:lnTo>
                <a:cubicBezTo>
                  <a:pt x="901149" y="4001569"/>
                  <a:pt x="933041" y="4004550"/>
                  <a:pt x="964225" y="4010107"/>
                </a:cubicBezTo>
                <a:cubicBezTo>
                  <a:pt x="969801" y="4009688"/>
                  <a:pt x="975129" y="4010636"/>
                  <a:pt x="980437" y="4011646"/>
                </a:cubicBezTo>
                <a:lnTo>
                  <a:pt x="gd323" y="gd324"/>
                </a:lnTo>
                <a:cubicBezTo>
                  <a:pt x="1292634" y="4064450"/>
                  <a:pt x="1545864" y="4283539"/>
                  <a:pt x="1639226" y="4572001"/>
                </a:cubicBezTo>
                <a:lnTo>
                  <a:pt x="gd327" y="gd328"/>
                </a:lnTo>
                <a:cubicBezTo>
                  <a:pt x="1418296" y="4357380"/>
                  <a:pt x="1227927" y="4194541"/>
                  <a:pt x="993925" y="4144250"/>
                </a:cubicBezTo>
                <a:cubicBezTo>
                  <a:pt x="1028419" y="4319651"/>
                  <a:pt x="1130642" y="4471530"/>
                  <a:pt x="1273740" y="4572001"/>
                </a:cubicBezTo>
                <a:lnTo>
                  <a:pt x="gd333" y="gd334"/>
                </a:lnTo>
                <a:cubicBezTo>
                  <a:pt x="963367" y="4452596"/>
                  <a:pt x="884804" y="4298519"/>
                  <a:pt x="860439" y="4127511"/>
                </a:cubicBezTo>
                <a:cubicBezTo>
                  <a:pt x="860272" y="4127458"/>
                  <a:pt x="860103" y="4127453"/>
                  <a:pt x="859934" y="4127448"/>
                </a:cubicBezTo>
                <a:lnTo>
                  <a:pt x="gd339" y="gd340"/>
                </a:lnTo>
                <a:cubicBezTo>
                  <a:pt x="854337" y="4090522"/>
                  <a:pt x="851886" y="4059631"/>
                  <a:pt x="851928" y="4028296"/>
                </a:cubicBezTo>
                <a:cubicBezTo>
                  <a:pt x="850616" y="4022668"/>
                  <a:pt x="850558" y="4017001"/>
                  <a:pt x="850558" y="4011320"/>
                </a:cubicBezTo>
                <a:lnTo>
                  <a:pt x="gd345" y="gd346"/>
                </a:lnTo>
                <a:lnTo>
                  <a:pt x="gd347" y="gd348"/>
                </a:lnTo>
                <a:lnTo>
                  <a:pt x="gd349" y="gd350"/>
                </a:lnTo>
                <a:close/>
                <a:moveTo>
                  <a:pt x="gd351" y="gd352"/>
                </a:moveTo>
                <a:lnTo>
                  <a:pt x="gd353" y="gd354"/>
                </a:lnTo>
                <a:lnTo>
                  <a:pt x="gd355" y="gd356"/>
                </a:lnTo>
                <a:lnTo>
                  <a:pt x="gd357" y="gd358"/>
                </a:lnTo>
                <a:cubicBezTo>
                  <a:pt x="830043" y="4017001"/>
                  <a:pt x="829984" y="4022668"/>
                  <a:pt x="828672" y="4028296"/>
                </a:cubicBezTo>
                <a:cubicBezTo>
                  <a:pt x="828714" y="4059631"/>
                  <a:pt x="826264" y="4090522"/>
                  <a:pt x="821205" y="4120772"/>
                </a:cubicBezTo>
                <a:lnTo>
                  <a:pt x="gd363" y="gd364"/>
                </a:lnTo>
                <a:cubicBezTo>
                  <a:pt x="820497" y="4127453"/>
                  <a:pt x="820329" y="4127458"/>
                  <a:pt x="820161" y="4127511"/>
                </a:cubicBezTo>
                <a:cubicBezTo>
                  <a:pt x="795796" y="4298519"/>
                  <a:pt x="717234" y="4452596"/>
                  <a:pt x="601102" y="4572001"/>
                </a:cubicBezTo>
                <a:lnTo>
                  <a:pt x="gd369" y="gd370"/>
                </a:lnTo>
                <a:cubicBezTo>
                  <a:pt x="549959" y="4471530"/>
                  <a:pt x="652182" y="4319650"/>
                  <a:pt x="686676" y="4144250"/>
                </a:cubicBezTo>
                <a:cubicBezTo>
                  <a:pt x="452674" y="4194541"/>
                  <a:pt x="262305" y="4357380"/>
                  <a:pt x="178922" y="4572001"/>
                </a:cubicBezTo>
                <a:lnTo>
                  <a:pt x="gd375" y="gd376"/>
                </a:lnTo>
                <a:cubicBezTo>
                  <a:pt x="134738" y="4283539"/>
                  <a:pt x="387967" y="4064450"/>
                  <a:pt x="700046" y="4012794"/>
                </a:cubicBezTo>
                <a:lnTo>
                  <a:pt x="gd379" y="gd380"/>
                </a:lnTo>
                <a:cubicBezTo>
                  <a:pt x="705472" y="4010636"/>
                  <a:pt x="710800" y="4009688"/>
                  <a:pt x="716376" y="4010107"/>
                </a:cubicBezTo>
                <a:cubicBezTo>
                  <a:pt x="747559" y="4004550"/>
                  <a:pt x="779452" y="4001569"/>
                  <a:pt x="811837" y="4001042"/>
                </a:cubicBezTo>
                <a:lnTo>
                  <a:pt x="gd385" y="gd386"/>
                </a:lnTo>
                <a:close/>
                <a:moveTo>
                  <a:pt x="gd387" y="gd388"/>
                </a:moveTo>
                <a:cubicBezTo>
                  <a:pt x="8030646" y="3363591"/>
                  <a:pt x="7815802" y="3576701"/>
                  <a:pt x="7762527" y="3845480"/>
                </a:cubicBezTo>
                <a:cubicBezTo>
                  <a:pt x="8037717" y="3786801"/>
                  <a:pt x="8252560" y="3573691"/>
                  <a:pt x="8305836" y="3304913"/>
                </a:cubicBezTo>
                <a:close/>
                <a:moveTo>
                  <a:pt x="gd393" y="gd394"/>
                </a:moveTo>
                <a:cubicBezTo>
                  <a:pt x="6965247" y="3573691"/>
                  <a:pt x="7180090" y="3786801"/>
                  <a:pt x="7455280" y="3845480"/>
                </a:cubicBezTo>
                <a:cubicBezTo>
                  <a:pt x="7402005" y="3576701"/>
                  <a:pt x="7187161" y="3363591"/>
                  <a:pt x="6911971" y="3304913"/>
                </a:cubicBezTo>
                <a:close/>
                <a:moveTo>
                  <a:pt x="gd399" y="gd400"/>
                </a:moveTo>
                <a:cubicBezTo>
                  <a:pt x="6338495" y="3363591"/>
                  <a:pt x="6123651" y="3576701"/>
                  <a:pt x="6070376" y="3845480"/>
                </a:cubicBezTo>
                <a:cubicBezTo>
                  <a:pt x="6345566" y="3786801"/>
                  <a:pt x="6560409" y="3573691"/>
                  <a:pt x="6613685" y="3304913"/>
                </a:cubicBezTo>
                <a:close/>
                <a:moveTo>
                  <a:pt x="gd405" y="gd406"/>
                </a:moveTo>
                <a:cubicBezTo>
                  <a:pt x="5273096" y="3573691"/>
                  <a:pt x="5487939" y="3786801"/>
                  <a:pt x="5763129" y="3845480"/>
                </a:cubicBezTo>
                <a:cubicBezTo>
                  <a:pt x="5709854" y="3576701"/>
                  <a:pt x="5495010" y="3363591"/>
                  <a:pt x="5219820" y="3304913"/>
                </a:cubicBezTo>
                <a:close/>
                <a:moveTo>
                  <a:pt x="gd411" y="gd412"/>
                </a:moveTo>
                <a:cubicBezTo>
                  <a:pt x="4646344" y="3363591"/>
                  <a:pt x="4431500" y="3576701"/>
                  <a:pt x="4378225" y="3845480"/>
                </a:cubicBezTo>
                <a:cubicBezTo>
                  <a:pt x="4653415" y="3786801"/>
                  <a:pt x="4868259" y="3573691"/>
                  <a:pt x="4921534" y="3304913"/>
                </a:cubicBezTo>
                <a:close/>
                <a:moveTo>
                  <a:pt x="gd417" y="gd418"/>
                </a:moveTo>
                <a:cubicBezTo>
                  <a:pt x="3580945" y="3573691"/>
                  <a:pt x="3795788" y="3786801"/>
                  <a:pt x="4070978" y="3845480"/>
                </a:cubicBezTo>
                <a:cubicBezTo>
                  <a:pt x="4017703" y="3576701"/>
                  <a:pt x="3802859" y="3363591"/>
                  <a:pt x="3527669" y="3304913"/>
                </a:cubicBezTo>
                <a:close/>
                <a:moveTo>
                  <a:pt x="gd423" y="gd424"/>
                </a:moveTo>
                <a:cubicBezTo>
                  <a:pt x="2954193" y="3363591"/>
                  <a:pt x="2739349" y="3576701"/>
                  <a:pt x="2686074" y="3845480"/>
                </a:cubicBezTo>
                <a:cubicBezTo>
                  <a:pt x="2961264" y="3786801"/>
                  <a:pt x="3176107" y="3573691"/>
                  <a:pt x="3229383" y="3304913"/>
                </a:cubicBezTo>
                <a:close/>
                <a:moveTo>
                  <a:pt x="gd429" y="gd430"/>
                </a:moveTo>
                <a:cubicBezTo>
                  <a:pt x="1888794" y="3573691"/>
                  <a:pt x="2103637" y="3786801"/>
                  <a:pt x="2378827" y="3845480"/>
                </a:cubicBezTo>
                <a:cubicBezTo>
                  <a:pt x="2325552" y="3576701"/>
                  <a:pt x="2110708" y="3363591"/>
                  <a:pt x="1835518" y="3304913"/>
                </a:cubicBezTo>
                <a:close/>
                <a:moveTo>
                  <a:pt x="gd435" y="gd436"/>
                </a:moveTo>
                <a:cubicBezTo>
                  <a:pt x="1262042" y="3363591"/>
                  <a:pt x="1047198" y="3576701"/>
                  <a:pt x="993923" y="3845480"/>
                </a:cubicBezTo>
                <a:cubicBezTo>
                  <a:pt x="1269113" y="3786801"/>
                  <a:pt x="1483956" y="3573691"/>
                  <a:pt x="1537232" y="3304913"/>
                </a:cubicBezTo>
                <a:close/>
                <a:moveTo>
                  <a:pt x="gd441" y="gd442"/>
                </a:moveTo>
                <a:cubicBezTo>
                  <a:pt x="196643" y="3573691"/>
                  <a:pt x="411486" y="3786801"/>
                  <a:pt x="686676" y="3845480"/>
                </a:cubicBezTo>
                <a:cubicBezTo>
                  <a:pt x="633401" y="3576701"/>
                  <a:pt x="418557" y="3363591"/>
                  <a:pt x="143367" y="3304913"/>
                </a:cubicBezTo>
                <a:close/>
                <a:moveTo>
                  <a:pt x="gd447" y="gd448"/>
                </a:moveTo>
                <a:lnTo>
                  <a:pt x="gd449" y="gd450"/>
                </a:lnTo>
                <a:cubicBezTo>
                  <a:pt x="8511346" y="3163352"/>
                  <a:pt x="8543239" y="3166310"/>
                  <a:pt x="8574422" y="3171823"/>
                </a:cubicBezTo>
                <a:cubicBezTo>
                  <a:pt x="8579998" y="3171407"/>
                  <a:pt x="8585326" y="3172348"/>
                  <a:pt x="8590635" y="3173350"/>
                </a:cubicBezTo>
                <a:lnTo>
                  <a:pt x="gd455" y="gd456"/>
                </a:lnTo>
                <a:cubicBezTo>
                  <a:pt x="8815033" y="3211322"/>
                  <a:pt x="9008920" y="3333951"/>
                  <a:pt x="9135069" y="3506215"/>
                </a:cubicBezTo>
                <a:lnTo>
                  <a:pt x="gd459" y="gd460"/>
                </a:lnTo>
                <a:lnTo>
                  <a:pt x="gd461" y="gd462"/>
                </a:lnTo>
                <a:lnTo>
                  <a:pt x="gd463" y="gd464"/>
                </a:lnTo>
                <a:cubicBezTo>
                  <a:pt x="9039502" y="3525837"/>
                  <a:pt x="8844913" y="3356256"/>
                  <a:pt x="8604122" y="3304913"/>
                </a:cubicBezTo>
                <a:cubicBezTo>
                  <a:pt x="8650738" y="3540094"/>
                  <a:pt x="8821055" y="3732654"/>
                  <a:pt x="9047261" y="3816429"/>
                </a:cubicBezTo>
                <a:lnTo>
                  <a:pt x="gd469" y="gd470"/>
                </a:lnTo>
                <a:lnTo>
                  <a:pt x="gd471" y="gd472"/>
                </a:lnTo>
                <a:lnTo>
                  <a:pt x="gd473" y="gd474"/>
                </a:lnTo>
                <a:cubicBezTo>
                  <a:pt x="8735297" y="3846211"/>
                  <a:pt x="8514628" y="3594637"/>
                  <a:pt x="8470637" y="3288305"/>
                </a:cubicBezTo>
                <a:cubicBezTo>
                  <a:pt x="8470469" y="3288253"/>
                  <a:pt x="8470301" y="3288248"/>
                  <a:pt x="8470131" y="3288243"/>
                </a:cubicBezTo>
                <a:lnTo>
                  <a:pt x="gd479" y="gd480"/>
                </a:lnTo>
                <a:cubicBezTo>
                  <a:pt x="8464534" y="3251607"/>
                  <a:pt x="8462083" y="3220958"/>
                  <a:pt x="8462126" y="3189869"/>
                </a:cubicBezTo>
                <a:cubicBezTo>
                  <a:pt x="8460814" y="3184286"/>
                  <a:pt x="8460755" y="3178663"/>
                  <a:pt x="8460755" y="3173027"/>
                </a:cubicBezTo>
                <a:lnTo>
                  <a:pt x="gd485" y="gd486"/>
                </a:lnTo>
                <a:lnTo>
                  <a:pt x="gd487" y="gd488"/>
                </a:lnTo>
                <a:lnTo>
                  <a:pt x="gd489" y="gd490"/>
                </a:lnTo>
                <a:close/>
                <a:moveTo>
                  <a:pt x="gd491" y="gd492"/>
                </a:moveTo>
                <a:lnTo>
                  <a:pt x="gd493" y="gd494"/>
                </a:lnTo>
                <a:lnTo>
                  <a:pt x="gd495" y="gd496"/>
                </a:lnTo>
                <a:lnTo>
                  <a:pt x="gd497" y="gd498"/>
                </a:lnTo>
                <a:cubicBezTo>
                  <a:pt x="8449203" y="3178663"/>
                  <a:pt x="8449144" y="3184286"/>
                  <a:pt x="8447832" y="3189869"/>
                </a:cubicBezTo>
                <a:cubicBezTo>
                  <a:pt x="8447875" y="3220958"/>
                  <a:pt x="8445424" y="3251607"/>
                  <a:pt x="8440365" y="3281619"/>
                </a:cubicBezTo>
                <a:lnTo>
                  <a:pt x="gd503" y="gd504"/>
                </a:lnTo>
                <a:cubicBezTo>
                  <a:pt x="8439657" y="3288248"/>
                  <a:pt x="8439489" y="3288253"/>
                  <a:pt x="8439321" y="3288305"/>
                </a:cubicBezTo>
                <a:cubicBezTo>
                  <a:pt x="8389046" y="3638399"/>
                  <a:pt x="8108007" y="3916971"/>
                  <a:pt x="7749156" y="3975903"/>
                </a:cubicBezTo>
                <a:lnTo>
                  <a:pt x="gd509" y="gd510"/>
                </a:lnTo>
                <a:cubicBezTo>
                  <a:pt x="7743729" y="3978045"/>
                  <a:pt x="7738400" y="3978986"/>
                  <a:pt x="7732823" y="3978570"/>
                </a:cubicBezTo>
                <a:cubicBezTo>
                  <a:pt x="7701651" y="3984080"/>
                  <a:pt x="7669771" y="3987038"/>
                  <a:pt x="7637396" y="3987561"/>
                </a:cubicBezTo>
                <a:lnTo>
                  <a:pt x="gd515" y="gd516"/>
                </a:lnTo>
                <a:lnTo>
                  <a:pt x="gd517" y="gd518"/>
                </a:lnTo>
                <a:lnTo>
                  <a:pt x="gd519" y="gd520"/>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gd527" y="gd528"/>
                </a:lnTo>
                <a:cubicBezTo>
                  <a:pt x="7628704" y="3862145"/>
                  <a:pt x="7628873" y="3862140"/>
                  <a:pt x="7629040" y="3862087"/>
                </a:cubicBezTo>
                <a:cubicBezTo>
                  <a:pt x="7679317" y="3511992"/>
                  <a:pt x="7960356" y="3233421"/>
                  <a:pt x="8319206" y="3174489"/>
                </a:cubicBezTo>
                <a:lnTo>
                  <a:pt x="gd533" y="gd534"/>
                </a:lnTo>
                <a:cubicBezTo>
                  <a:pt x="8324632" y="3172348"/>
                  <a:pt x="8329960" y="3171407"/>
                  <a:pt x="8335536" y="3171823"/>
                </a:cubicBezTo>
                <a:cubicBezTo>
                  <a:pt x="8366719" y="3166310"/>
                  <a:pt x="8398612" y="3163352"/>
                  <a:pt x="8430998" y="3162829"/>
                </a:cubicBezTo>
                <a:lnTo>
                  <a:pt x="gd539" y="gd540"/>
                </a:lnTo>
                <a:close/>
                <a:moveTo>
                  <a:pt x="gd541" y="gd542"/>
                </a:moveTo>
                <a:lnTo>
                  <a:pt x="gd543" y="gd544"/>
                </a:lnTo>
                <a:cubicBezTo>
                  <a:pt x="6819195" y="3163352"/>
                  <a:pt x="6851088" y="3166310"/>
                  <a:pt x="6882271" y="3171823"/>
                </a:cubicBezTo>
                <a:cubicBezTo>
                  <a:pt x="6887847" y="3171407"/>
                  <a:pt x="6893175" y="3172348"/>
                  <a:pt x="6898484" y="3173350"/>
                </a:cubicBezTo>
                <a:lnTo>
                  <a:pt x="gd549" y="gd550"/>
                </a:lnTo>
                <a:cubicBezTo>
                  <a:pt x="7257451" y="3233421"/>
                  <a:pt x="7538490" y="3511992"/>
                  <a:pt x="7588766" y="3862087"/>
                </a:cubicBezTo>
                <a:cubicBezTo>
                  <a:pt x="7588934" y="3862140"/>
                  <a:pt x="7589103" y="3862145"/>
                  <a:pt x="7589272" y="3862150"/>
                </a:cubicBezTo>
                <a:lnTo>
                  <a:pt x="gd555" y="gd556"/>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gd563" y="gd564"/>
                </a:lnTo>
                <a:lnTo>
                  <a:pt x="gd565" y="gd566"/>
                </a:lnTo>
                <a:lnTo>
                  <a:pt x="gd567" y="gd568"/>
                </a:lnTo>
                <a:cubicBezTo>
                  <a:pt x="7548036" y="3987038"/>
                  <a:pt x="7516156" y="3984080"/>
                  <a:pt x="7484984" y="3978570"/>
                </a:cubicBezTo>
                <a:cubicBezTo>
                  <a:pt x="7479407" y="3978986"/>
                  <a:pt x="7474078" y="3978045"/>
                  <a:pt x="7468767" y="3977042"/>
                </a:cubicBezTo>
                <a:lnTo>
                  <a:pt x="gd573" y="gd574"/>
                </a:lnTo>
                <a:cubicBezTo>
                  <a:pt x="7109800" y="3916971"/>
                  <a:pt x="6828761" y="3638399"/>
                  <a:pt x="6778486" y="3288305"/>
                </a:cubicBezTo>
                <a:cubicBezTo>
                  <a:pt x="6778318" y="3288253"/>
                  <a:pt x="6778150" y="3288248"/>
                  <a:pt x="6777980" y="3288243"/>
                </a:cubicBezTo>
                <a:lnTo>
                  <a:pt x="gd579" y="gd580"/>
                </a:lnTo>
                <a:cubicBezTo>
                  <a:pt x="6772383" y="3251607"/>
                  <a:pt x="6769933" y="3220958"/>
                  <a:pt x="6769975" y="3189869"/>
                </a:cubicBezTo>
                <a:cubicBezTo>
                  <a:pt x="6768663" y="3184286"/>
                  <a:pt x="6768604" y="3178663"/>
                  <a:pt x="6768604" y="3173027"/>
                </a:cubicBezTo>
                <a:lnTo>
                  <a:pt x="gd585" y="gd586"/>
                </a:lnTo>
                <a:lnTo>
                  <a:pt x="gd587" y="gd588"/>
                </a:lnTo>
                <a:lnTo>
                  <a:pt x="gd589" y="gd590"/>
                </a:lnTo>
                <a:close/>
                <a:moveTo>
                  <a:pt x="gd591" y="gd592"/>
                </a:moveTo>
                <a:lnTo>
                  <a:pt x="gd593" y="gd594"/>
                </a:lnTo>
                <a:lnTo>
                  <a:pt x="gd595" y="gd596"/>
                </a:lnTo>
                <a:lnTo>
                  <a:pt x="gd597" y="gd598"/>
                </a:lnTo>
                <a:cubicBezTo>
                  <a:pt x="6757052" y="3178663"/>
                  <a:pt x="6756994" y="3184286"/>
                  <a:pt x="6755682" y="3189869"/>
                </a:cubicBezTo>
                <a:cubicBezTo>
                  <a:pt x="6755724" y="3220958"/>
                  <a:pt x="6753273" y="3251607"/>
                  <a:pt x="6748215" y="3281619"/>
                </a:cubicBezTo>
                <a:lnTo>
                  <a:pt x="gd603" y="gd604"/>
                </a:lnTo>
                <a:cubicBezTo>
                  <a:pt x="6747507" y="3288248"/>
                  <a:pt x="6747338" y="3288253"/>
                  <a:pt x="6747171" y="3288305"/>
                </a:cubicBezTo>
                <a:cubicBezTo>
                  <a:pt x="6696895" y="3638399"/>
                  <a:pt x="6415856" y="3916971"/>
                  <a:pt x="6057005" y="3975903"/>
                </a:cubicBezTo>
                <a:lnTo>
                  <a:pt x="gd609" y="gd610"/>
                </a:lnTo>
                <a:cubicBezTo>
                  <a:pt x="6051578" y="3978045"/>
                  <a:pt x="6046249" y="3978986"/>
                  <a:pt x="6040672" y="3978570"/>
                </a:cubicBezTo>
                <a:cubicBezTo>
                  <a:pt x="6009500" y="3984080"/>
                  <a:pt x="5977620" y="3987038"/>
                  <a:pt x="5945246" y="3987561"/>
                </a:cubicBezTo>
                <a:lnTo>
                  <a:pt x="gd615" y="gd616"/>
                </a:lnTo>
                <a:lnTo>
                  <a:pt x="gd617" y="gd618"/>
                </a:lnTo>
                <a:lnTo>
                  <a:pt x="gd619" y="gd620"/>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gd627" y="gd628"/>
                </a:lnTo>
                <a:cubicBezTo>
                  <a:pt x="5936553" y="3862145"/>
                  <a:pt x="5936722" y="3862140"/>
                  <a:pt x="5936890" y="3862087"/>
                </a:cubicBezTo>
                <a:cubicBezTo>
                  <a:pt x="5987166" y="3511992"/>
                  <a:pt x="6268205" y="3233421"/>
                  <a:pt x="6627056" y="3174489"/>
                </a:cubicBezTo>
                <a:lnTo>
                  <a:pt x="gd633" y="gd634"/>
                </a:lnTo>
                <a:cubicBezTo>
                  <a:pt x="6632481" y="3172348"/>
                  <a:pt x="6637809" y="3171407"/>
                  <a:pt x="6643385" y="3171823"/>
                </a:cubicBezTo>
                <a:cubicBezTo>
                  <a:pt x="6674569" y="3166310"/>
                  <a:pt x="6706461" y="3163352"/>
                  <a:pt x="6738847" y="3162829"/>
                </a:cubicBezTo>
                <a:lnTo>
                  <a:pt x="gd639" y="gd640"/>
                </a:lnTo>
                <a:close/>
                <a:moveTo>
                  <a:pt x="gd641" y="gd642"/>
                </a:moveTo>
                <a:lnTo>
                  <a:pt x="gd643" y="gd644"/>
                </a:lnTo>
                <a:cubicBezTo>
                  <a:pt x="5127044" y="3163352"/>
                  <a:pt x="5158937" y="3166310"/>
                  <a:pt x="5190120" y="3171823"/>
                </a:cubicBezTo>
                <a:cubicBezTo>
                  <a:pt x="5195696" y="3171407"/>
                  <a:pt x="5201024" y="3172348"/>
                  <a:pt x="5206334" y="3173350"/>
                </a:cubicBezTo>
                <a:lnTo>
                  <a:pt x="gd649" y="gd650"/>
                </a:lnTo>
                <a:cubicBezTo>
                  <a:pt x="5565300" y="3233421"/>
                  <a:pt x="5846339" y="3511992"/>
                  <a:pt x="5896616" y="3862087"/>
                </a:cubicBezTo>
                <a:cubicBezTo>
                  <a:pt x="5896783" y="3862140"/>
                  <a:pt x="5896953" y="3862145"/>
                  <a:pt x="5897121" y="3862150"/>
                </a:cubicBezTo>
                <a:lnTo>
                  <a:pt x="gd655" y="gd656"/>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gd663" y="gd664"/>
                </a:lnTo>
                <a:lnTo>
                  <a:pt x="gd665" y="gd666"/>
                </a:lnTo>
                <a:lnTo>
                  <a:pt x="gd667" y="gd668"/>
                </a:lnTo>
                <a:cubicBezTo>
                  <a:pt x="5855886" y="3987038"/>
                  <a:pt x="5824005" y="3984080"/>
                  <a:pt x="5792833" y="3978570"/>
                </a:cubicBezTo>
                <a:cubicBezTo>
                  <a:pt x="5787256" y="3978986"/>
                  <a:pt x="5781927" y="3978045"/>
                  <a:pt x="5776617" y="3977042"/>
                </a:cubicBezTo>
                <a:lnTo>
                  <a:pt x="gd673" y="gd674"/>
                </a:lnTo>
                <a:cubicBezTo>
                  <a:pt x="5417649" y="3916971"/>
                  <a:pt x="5136610" y="3638399"/>
                  <a:pt x="5086335" y="3288305"/>
                </a:cubicBezTo>
                <a:cubicBezTo>
                  <a:pt x="5086167" y="3288253"/>
                  <a:pt x="5085999" y="3288248"/>
                  <a:pt x="5085830" y="3288243"/>
                </a:cubicBezTo>
                <a:lnTo>
                  <a:pt x="gd679" y="gd680"/>
                </a:lnTo>
                <a:cubicBezTo>
                  <a:pt x="5080233" y="3251607"/>
                  <a:pt x="5077782" y="3220958"/>
                  <a:pt x="5077824" y="3189869"/>
                </a:cubicBezTo>
                <a:cubicBezTo>
                  <a:pt x="5076512" y="3184286"/>
                  <a:pt x="5076453" y="3178663"/>
                  <a:pt x="5076453" y="3173027"/>
                </a:cubicBezTo>
                <a:lnTo>
                  <a:pt x="gd685" y="gd686"/>
                </a:lnTo>
                <a:lnTo>
                  <a:pt x="gd687" y="gd688"/>
                </a:lnTo>
                <a:lnTo>
                  <a:pt x="gd689" y="gd690"/>
                </a:lnTo>
                <a:close/>
                <a:moveTo>
                  <a:pt x="gd691" y="gd692"/>
                </a:moveTo>
                <a:lnTo>
                  <a:pt x="gd693" y="gd694"/>
                </a:lnTo>
                <a:lnTo>
                  <a:pt x="gd695" y="gd696"/>
                </a:lnTo>
                <a:lnTo>
                  <a:pt x="gd697" y="gd698"/>
                </a:lnTo>
                <a:cubicBezTo>
                  <a:pt x="5064902" y="3178663"/>
                  <a:pt x="5064842" y="3184286"/>
                  <a:pt x="5063530" y="3189869"/>
                </a:cubicBezTo>
                <a:cubicBezTo>
                  <a:pt x="5063572" y="3220958"/>
                  <a:pt x="5061122" y="3251607"/>
                  <a:pt x="5056063" y="3281619"/>
                </a:cubicBezTo>
                <a:lnTo>
                  <a:pt x="gd703" y="gd704"/>
                </a:lnTo>
                <a:cubicBezTo>
                  <a:pt x="5055355" y="3288248"/>
                  <a:pt x="5055187" y="3288253"/>
                  <a:pt x="5055019" y="3288305"/>
                </a:cubicBezTo>
                <a:cubicBezTo>
                  <a:pt x="5004744" y="3638399"/>
                  <a:pt x="4723705" y="3916971"/>
                  <a:pt x="4364853" y="3975903"/>
                </a:cubicBezTo>
                <a:lnTo>
                  <a:pt x="gd709" y="gd710"/>
                </a:lnTo>
                <a:cubicBezTo>
                  <a:pt x="4359427" y="3978045"/>
                  <a:pt x="4354098" y="3978986"/>
                  <a:pt x="4348521" y="3978570"/>
                </a:cubicBezTo>
                <a:cubicBezTo>
                  <a:pt x="4317350" y="3984080"/>
                  <a:pt x="4285468" y="3987038"/>
                  <a:pt x="4253094" y="3987561"/>
                </a:cubicBezTo>
                <a:lnTo>
                  <a:pt x="gd715" y="gd716"/>
                </a:lnTo>
                <a:lnTo>
                  <a:pt x="gd717" y="gd718"/>
                </a:lnTo>
                <a:lnTo>
                  <a:pt x="gd719" y="gd720"/>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gd727" y="gd728"/>
                </a:lnTo>
                <a:cubicBezTo>
                  <a:pt x="4244401" y="3862145"/>
                  <a:pt x="4244571" y="3862140"/>
                  <a:pt x="4244738" y="3862087"/>
                </a:cubicBezTo>
                <a:cubicBezTo>
                  <a:pt x="4295015" y="3511992"/>
                  <a:pt x="4576054" y="3233421"/>
                  <a:pt x="4934904" y="3174489"/>
                </a:cubicBezTo>
                <a:lnTo>
                  <a:pt x="gd733" y="gd734"/>
                </a:lnTo>
                <a:cubicBezTo>
                  <a:pt x="4940330" y="3172348"/>
                  <a:pt x="4945658" y="3171407"/>
                  <a:pt x="4951234" y="3171823"/>
                </a:cubicBezTo>
                <a:cubicBezTo>
                  <a:pt x="4982417" y="3166310"/>
                  <a:pt x="5014310" y="3163352"/>
                  <a:pt x="5046695" y="3162829"/>
                </a:cubicBezTo>
                <a:lnTo>
                  <a:pt x="gd739" y="gd740"/>
                </a:lnTo>
                <a:close/>
                <a:moveTo>
                  <a:pt x="gd741" y="gd742"/>
                </a:moveTo>
                <a:lnTo>
                  <a:pt x="gd743" y="gd744"/>
                </a:lnTo>
                <a:cubicBezTo>
                  <a:pt x="3434893" y="3163352"/>
                  <a:pt x="3466785" y="3166310"/>
                  <a:pt x="3497969" y="3171823"/>
                </a:cubicBezTo>
                <a:cubicBezTo>
                  <a:pt x="3503545" y="3171407"/>
                  <a:pt x="3508873" y="3172348"/>
                  <a:pt x="3514181" y="3173350"/>
                </a:cubicBezTo>
                <a:lnTo>
                  <a:pt x="gd749" y="gd750"/>
                </a:lnTo>
                <a:cubicBezTo>
                  <a:pt x="3873149" y="3233421"/>
                  <a:pt x="4154188" y="3511992"/>
                  <a:pt x="4204464" y="3862087"/>
                </a:cubicBezTo>
                <a:cubicBezTo>
                  <a:pt x="4204632" y="3862140"/>
                  <a:pt x="4204801" y="3862145"/>
                  <a:pt x="4204970" y="3862150"/>
                </a:cubicBezTo>
                <a:lnTo>
                  <a:pt x="gd755" y="gd756"/>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gd763" y="gd764"/>
                </a:lnTo>
                <a:lnTo>
                  <a:pt x="gd765" y="gd766"/>
                </a:lnTo>
                <a:lnTo>
                  <a:pt x="gd767" y="gd768"/>
                </a:lnTo>
                <a:cubicBezTo>
                  <a:pt x="4163734" y="3987038"/>
                  <a:pt x="4131854" y="3984080"/>
                  <a:pt x="4100682" y="3978570"/>
                </a:cubicBezTo>
                <a:cubicBezTo>
                  <a:pt x="4095105" y="3978986"/>
                  <a:pt x="4089776" y="3978045"/>
                  <a:pt x="4084465" y="3977042"/>
                </a:cubicBezTo>
                <a:lnTo>
                  <a:pt x="gd773" y="gd774"/>
                </a:lnTo>
                <a:cubicBezTo>
                  <a:pt x="3725498" y="3916971"/>
                  <a:pt x="3444459" y="3638399"/>
                  <a:pt x="3394183" y="3288305"/>
                </a:cubicBezTo>
                <a:cubicBezTo>
                  <a:pt x="3394016" y="3288253"/>
                  <a:pt x="3393847" y="3288248"/>
                  <a:pt x="3393678" y="3288243"/>
                </a:cubicBezTo>
                <a:lnTo>
                  <a:pt x="gd779" y="gd780"/>
                </a:lnTo>
                <a:cubicBezTo>
                  <a:pt x="3388081" y="3251607"/>
                  <a:pt x="3385630" y="3220958"/>
                  <a:pt x="3385672" y="3189869"/>
                </a:cubicBezTo>
                <a:cubicBezTo>
                  <a:pt x="3384360" y="3184286"/>
                  <a:pt x="3384302" y="3178663"/>
                  <a:pt x="3384302" y="3173027"/>
                </a:cubicBezTo>
                <a:lnTo>
                  <a:pt x="gd785" y="gd786"/>
                </a:lnTo>
                <a:lnTo>
                  <a:pt x="gd787" y="gd788"/>
                </a:lnTo>
                <a:lnTo>
                  <a:pt x="gd789" y="gd790"/>
                </a:lnTo>
                <a:close/>
                <a:moveTo>
                  <a:pt x="gd791" y="gd792"/>
                </a:moveTo>
                <a:lnTo>
                  <a:pt x="gd793" y="gd794"/>
                </a:lnTo>
                <a:lnTo>
                  <a:pt x="gd795" y="gd796"/>
                </a:lnTo>
                <a:lnTo>
                  <a:pt x="gd797" y="gd798"/>
                </a:lnTo>
                <a:cubicBezTo>
                  <a:pt x="3372750" y="3178663"/>
                  <a:pt x="3372691" y="3184286"/>
                  <a:pt x="3371379" y="3189869"/>
                </a:cubicBezTo>
                <a:cubicBezTo>
                  <a:pt x="3371421" y="3220958"/>
                  <a:pt x="3368971" y="3251607"/>
                  <a:pt x="3363912" y="3281619"/>
                </a:cubicBezTo>
                <a:lnTo>
                  <a:pt x="gd803" y="gd804"/>
                </a:lnTo>
                <a:cubicBezTo>
                  <a:pt x="3363204" y="3288248"/>
                  <a:pt x="3363036" y="3288253"/>
                  <a:pt x="3362868" y="3288305"/>
                </a:cubicBezTo>
                <a:cubicBezTo>
                  <a:pt x="3312593" y="3638399"/>
                  <a:pt x="3031554" y="3916971"/>
                  <a:pt x="2672703" y="3975903"/>
                </a:cubicBezTo>
                <a:lnTo>
                  <a:pt x="gd809" y="gd810"/>
                </a:lnTo>
                <a:cubicBezTo>
                  <a:pt x="2667276" y="3978045"/>
                  <a:pt x="2661947" y="3978986"/>
                  <a:pt x="2656370" y="3978570"/>
                </a:cubicBezTo>
                <a:cubicBezTo>
                  <a:pt x="2625198" y="3984080"/>
                  <a:pt x="2593318" y="3987038"/>
                  <a:pt x="2560943" y="3987561"/>
                </a:cubicBezTo>
                <a:lnTo>
                  <a:pt x="gd815" y="gd816"/>
                </a:lnTo>
                <a:lnTo>
                  <a:pt x="gd817" y="gd818"/>
                </a:lnTo>
                <a:lnTo>
                  <a:pt x="gd819" y="gd820"/>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gd827" y="gd828"/>
                </a:lnTo>
                <a:cubicBezTo>
                  <a:pt x="2552250" y="3862145"/>
                  <a:pt x="2552420" y="3862140"/>
                  <a:pt x="2552587" y="3862087"/>
                </a:cubicBezTo>
                <a:cubicBezTo>
                  <a:pt x="2602864" y="3511992"/>
                  <a:pt x="2883903" y="3233421"/>
                  <a:pt x="3242753" y="3174489"/>
                </a:cubicBezTo>
                <a:lnTo>
                  <a:pt x="gd833" y="gd834"/>
                </a:lnTo>
                <a:cubicBezTo>
                  <a:pt x="3248179" y="3172348"/>
                  <a:pt x="3253507" y="3171407"/>
                  <a:pt x="3259083" y="3171823"/>
                </a:cubicBezTo>
                <a:cubicBezTo>
                  <a:pt x="3290266" y="3166310"/>
                  <a:pt x="3322159" y="3163352"/>
                  <a:pt x="3354544" y="3162829"/>
                </a:cubicBezTo>
                <a:lnTo>
                  <a:pt x="gd839" y="gd840"/>
                </a:lnTo>
                <a:close/>
                <a:moveTo>
                  <a:pt x="gd841" y="gd842"/>
                </a:moveTo>
                <a:lnTo>
                  <a:pt x="gd843" y="gd844"/>
                </a:lnTo>
                <a:cubicBezTo>
                  <a:pt x="1742742" y="3163352"/>
                  <a:pt x="1774634" y="3166310"/>
                  <a:pt x="1805818" y="3171823"/>
                </a:cubicBezTo>
                <a:cubicBezTo>
                  <a:pt x="1811394" y="3171407"/>
                  <a:pt x="1816722" y="3172348"/>
                  <a:pt x="1822030" y="3173350"/>
                </a:cubicBezTo>
                <a:lnTo>
                  <a:pt x="gd849" y="gd850"/>
                </a:lnTo>
                <a:cubicBezTo>
                  <a:pt x="2180998" y="3233421"/>
                  <a:pt x="2462037" y="3511992"/>
                  <a:pt x="2512313" y="3862087"/>
                </a:cubicBezTo>
                <a:cubicBezTo>
                  <a:pt x="2512481" y="3862140"/>
                  <a:pt x="2512650" y="3862145"/>
                  <a:pt x="2512819" y="3862150"/>
                </a:cubicBezTo>
                <a:lnTo>
                  <a:pt x="gd855" y="gd856"/>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gd863" y="gd864"/>
                </a:lnTo>
                <a:lnTo>
                  <a:pt x="gd865" y="gd866"/>
                </a:lnTo>
                <a:lnTo>
                  <a:pt x="gd867" y="gd868"/>
                </a:lnTo>
                <a:cubicBezTo>
                  <a:pt x="2471583" y="3987038"/>
                  <a:pt x="2439703" y="3984080"/>
                  <a:pt x="2408531" y="3978570"/>
                </a:cubicBezTo>
                <a:cubicBezTo>
                  <a:pt x="2402954" y="3978986"/>
                  <a:pt x="2397625" y="3978045"/>
                  <a:pt x="2392314" y="3977042"/>
                </a:cubicBezTo>
                <a:lnTo>
                  <a:pt x="gd873" y="gd874"/>
                </a:lnTo>
                <a:cubicBezTo>
                  <a:pt x="2033347" y="3916971"/>
                  <a:pt x="1752308" y="3638399"/>
                  <a:pt x="1702032" y="3288305"/>
                </a:cubicBezTo>
                <a:cubicBezTo>
                  <a:pt x="1701865" y="3288253"/>
                  <a:pt x="1701696" y="3288248"/>
                  <a:pt x="1701527" y="3288243"/>
                </a:cubicBezTo>
                <a:lnTo>
                  <a:pt x="gd879" y="gd880"/>
                </a:lnTo>
                <a:cubicBezTo>
                  <a:pt x="1695930" y="3251607"/>
                  <a:pt x="1693479" y="3220958"/>
                  <a:pt x="1693521" y="3189869"/>
                </a:cubicBezTo>
                <a:cubicBezTo>
                  <a:pt x="1692209" y="3184286"/>
                  <a:pt x="1692151" y="3178663"/>
                  <a:pt x="1692151" y="3173027"/>
                </a:cubicBezTo>
                <a:lnTo>
                  <a:pt x="gd885" y="gd886"/>
                </a:lnTo>
                <a:lnTo>
                  <a:pt x="gd887" y="gd888"/>
                </a:lnTo>
                <a:lnTo>
                  <a:pt x="gd889" y="gd890"/>
                </a:lnTo>
                <a:close/>
                <a:moveTo>
                  <a:pt x="gd891" y="gd892"/>
                </a:moveTo>
                <a:lnTo>
                  <a:pt x="gd893" y="gd894"/>
                </a:lnTo>
                <a:lnTo>
                  <a:pt x="gd895" y="gd896"/>
                </a:lnTo>
                <a:lnTo>
                  <a:pt x="gd897" y="gd898"/>
                </a:lnTo>
                <a:cubicBezTo>
                  <a:pt x="1680599" y="3178663"/>
                  <a:pt x="1680540" y="3184286"/>
                  <a:pt x="1679228" y="3189869"/>
                </a:cubicBezTo>
                <a:cubicBezTo>
                  <a:pt x="1679270" y="3220958"/>
                  <a:pt x="1676820" y="3251607"/>
                  <a:pt x="1671761" y="3281619"/>
                </a:cubicBezTo>
                <a:lnTo>
                  <a:pt x="gd903" y="gd904"/>
                </a:lnTo>
                <a:cubicBezTo>
                  <a:pt x="1671053" y="3288248"/>
                  <a:pt x="1670885" y="3288253"/>
                  <a:pt x="1670717" y="3288305"/>
                </a:cubicBezTo>
                <a:cubicBezTo>
                  <a:pt x="1620442" y="3638399"/>
                  <a:pt x="1339403" y="3916971"/>
                  <a:pt x="980552" y="3975903"/>
                </a:cubicBezTo>
                <a:lnTo>
                  <a:pt x="gd909" y="gd910"/>
                </a:lnTo>
                <a:cubicBezTo>
                  <a:pt x="975125" y="3978045"/>
                  <a:pt x="969796" y="3978986"/>
                  <a:pt x="964219" y="3978570"/>
                </a:cubicBezTo>
                <a:cubicBezTo>
                  <a:pt x="933047" y="3984080"/>
                  <a:pt x="901167" y="3987038"/>
                  <a:pt x="868792" y="3987561"/>
                </a:cubicBezTo>
                <a:lnTo>
                  <a:pt x="gd915" y="gd916"/>
                </a:lnTo>
                <a:lnTo>
                  <a:pt x="gd917" y="gd918"/>
                </a:lnTo>
                <a:lnTo>
                  <a:pt x="gd919" y="gd920"/>
                </a:lnTo>
                <a:cubicBezTo>
                  <a:pt x="850583" y="3984944"/>
                  <a:pt x="850556" y="3981158"/>
                  <a:pt x="850556" y="3977366"/>
                </a:cubicBezTo>
                <a:cubicBezTo>
                  <a:pt x="850556" y="3971728"/>
                  <a:pt x="850614" y="3966104"/>
                  <a:pt x="851926" y="3960518"/>
                </a:cubicBezTo>
                <a:cubicBezTo>
                  <a:pt x="851884" y="3929436"/>
                  <a:pt x="854334" y="3898794"/>
                  <a:pt x="859390" y="3868787"/>
                </a:cubicBezTo>
                <a:lnTo>
                  <a:pt x="gd927" y="gd928"/>
                </a:lnTo>
                <a:cubicBezTo>
                  <a:pt x="860099" y="3862145"/>
                  <a:pt x="860269" y="3862140"/>
                  <a:pt x="860436" y="3862087"/>
                </a:cubicBezTo>
                <a:cubicBezTo>
                  <a:pt x="910713" y="3511992"/>
                  <a:pt x="1191752" y="3233421"/>
                  <a:pt x="1550602" y="3174489"/>
                </a:cubicBezTo>
                <a:lnTo>
                  <a:pt x="gd933" y="gd934"/>
                </a:lnTo>
                <a:cubicBezTo>
                  <a:pt x="1556028" y="3172348"/>
                  <a:pt x="1561356" y="3171407"/>
                  <a:pt x="1566932" y="3171823"/>
                </a:cubicBezTo>
                <a:cubicBezTo>
                  <a:pt x="1598115" y="3166310"/>
                  <a:pt x="1630008" y="3163352"/>
                  <a:pt x="1662393" y="3162829"/>
                </a:cubicBezTo>
                <a:lnTo>
                  <a:pt x="gd939" y="gd940"/>
                </a:lnTo>
                <a:close/>
                <a:moveTo>
                  <a:pt x="gd941" y="gd942"/>
                </a:moveTo>
                <a:lnTo>
                  <a:pt x="gd943" y="gd944"/>
                </a:lnTo>
                <a:cubicBezTo>
                  <a:pt x="50591" y="3163352"/>
                  <a:pt x="82483" y="3166310"/>
                  <a:pt x="113667" y="3171823"/>
                </a:cubicBezTo>
                <a:cubicBezTo>
                  <a:pt x="119243" y="3171407"/>
                  <a:pt x="124571" y="3172348"/>
                  <a:pt x="129879" y="3173350"/>
                </a:cubicBezTo>
                <a:lnTo>
                  <a:pt x="gd949" y="gd950"/>
                </a:lnTo>
                <a:cubicBezTo>
                  <a:pt x="488847" y="3233421"/>
                  <a:pt x="769886" y="3511992"/>
                  <a:pt x="820162" y="3862087"/>
                </a:cubicBezTo>
                <a:cubicBezTo>
                  <a:pt x="820330" y="3862140"/>
                  <a:pt x="820499" y="3862145"/>
                  <a:pt x="820668" y="3862150"/>
                </a:cubicBezTo>
                <a:lnTo>
                  <a:pt x="gd955" y="gd956"/>
                </a:lnTo>
                <a:cubicBezTo>
                  <a:pt x="826265" y="3898794"/>
                  <a:pt x="828714" y="3929436"/>
                  <a:pt x="828672" y="3960518"/>
                </a:cubicBezTo>
                <a:cubicBezTo>
                  <a:pt x="829984" y="3966104"/>
                  <a:pt x="830043" y="3971728"/>
                  <a:pt x="830043" y="3977366"/>
                </a:cubicBezTo>
                <a:cubicBezTo>
                  <a:pt x="830043" y="3981158"/>
                  <a:pt x="830016" y="3984944"/>
                  <a:pt x="829450" y="3988716"/>
                </a:cubicBezTo>
                <a:lnTo>
                  <a:pt x="gd963" y="gd964"/>
                </a:lnTo>
                <a:lnTo>
                  <a:pt x="gd965" y="gd966"/>
                </a:lnTo>
                <a:lnTo>
                  <a:pt x="gd967" y="gd968"/>
                </a:lnTo>
                <a:cubicBezTo>
                  <a:pt x="779432" y="3987038"/>
                  <a:pt x="747552" y="3984080"/>
                  <a:pt x="716380" y="3978570"/>
                </a:cubicBezTo>
                <a:cubicBezTo>
                  <a:pt x="710803" y="3978986"/>
                  <a:pt x="705474" y="3978045"/>
                  <a:pt x="700163" y="3977042"/>
                </a:cubicBezTo>
                <a:lnTo>
                  <a:pt x="gd973" y="gd974"/>
                </a:lnTo>
                <a:cubicBezTo>
                  <a:pt x="341196" y="3916971"/>
                  <a:pt x="60157" y="3638399"/>
                  <a:pt x="9881" y="3288305"/>
                </a:cubicBezTo>
                <a:cubicBezTo>
                  <a:pt x="9714" y="3288253"/>
                  <a:pt x="9545" y="3288248"/>
                  <a:pt x="9376" y="3288243"/>
                </a:cubicBezTo>
                <a:lnTo>
                  <a:pt x="gd979" y="gd980"/>
                </a:lnTo>
                <a:cubicBezTo>
                  <a:pt x="3779" y="3251607"/>
                  <a:pt x="1328" y="3220958"/>
                  <a:pt x="1370" y="3189869"/>
                </a:cubicBezTo>
                <a:cubicBezTo>
                  <a:pt x="58" y="3184286"/>
                  <a:pt x="0" y="3178663"/>
                  <a:pt x="0" y="3173027"/>
                </a:cubicBezTo>
                <a:lnTo>
                  <a:pt x="gd985" y="gd986"/>
                </a:lnTo>
                <a:lnTo>
                  <a:pt x="gd987" y="gd988"/>
                </a:lnTo>
                <a:lnTo>
                  <a:pt x="gd989" y="gd990"/>
                </a:lnTo>
                <a:close/>
                <a:moveTo>
                  <a:pt x="gd991" y="gd992"/>
                </a:moveTo>
                <a:cubicBezTo>
                  <a:pt x="7815805" y="2718331"/>
                  <a:pt x="8030648" y="2933128"/>
                  <a:pt x="8305838" y="2992271"/>
                </a:cubicBezTo>
                <a:cubicBezTo>
                  <a:pt x="8252563" y="2721365"/>
                  <a:pt x="8037719" y="2506568"/>
                  <a:pt x="7762529" y="2447425"/>
                </a:cubicBezTo>
                <a:close/>
                <a:moveTo>
                  <a:pt x="gd997" y="gd998"/>
                </a:moveTo>
                <a:cubicBezTo>
                  <a:pt x="7180090" y="2506568"/>
                  <a:pt x="6965246" y="2721365"/>
                  <a:pt x="6911971" y="2992271"/>
                </a:cubicBezTo>
                <a:cubicBezTo>
                  <a:pt x="7187161" y="2933128"/>
                  <a:pt x="7402004" y="2718331"/>
                  <a:pt x="7455280" y="2447425"/>
                </a:cubicBezTo>
                <a:close/>
                <a:moveTo>
                  <a:pt x="gd1003" y="gd1004"/>
                </a:moveTo>
                <a:cubicBezTo>
                  <a:pt x="6123654" y="2718331"/>
                  <a:pt x="6338497" y="2933128"/>
                  <a:pt x="6613687" y="2992271"/>
                </a:cubicBezTo>
                <a:cubicBezTo>
                  <a:pt x="6560412" y="2721365"/>
                  <a:pt x="6345568" y="2506568"/>
                  <a:pt x="6070378" y="2447425"/>
                </a:cubicBezTo>
                <a:close/>
                <a:moveTo>
                  <a:pt x="gd1009" y="gd1010"/>
                </a:moveTo>
                <a:cubicBezTo>
                  <a:pt x="5487939" y="2506568"/>
                  <a:pt x="5273095" y="2721365"/>
                  <a:pt x="5219820" y="2992271"/>
                </a:cubicBezTo>
                <a:cubicBezTo>
                  <a:pt x="5495010" y="2933128"/>
                  <a:pt x="5709853" y="2718331"/>
                  <a:pt x="5763129" y="2447425"/>
                </a:cubicBezTo>
                <a:close/>
                <a:moveTo>
                  <a:pt x="gd1015" y="gd1016"/>
                </a:moveTo>
                <a:cubicBezTo>
                  <a:pt x="4431503" y="2718331"/>
                  <a:pt x="4646346" y="2933128"/>
                  <a:pt x="4921536" y="2992271"/>
                </a:cubicBezTo>
                <a:cubicBezTo>
                  <a:pt x="4868261" y="2721365"/>
                  <a:pt x="4653417" y="2506568"/>
                  <a:pt x="4378227" y="2447425"/>
                </a:cubicBezTo>
                <a:close/>
                <a:moveTo>
                  <a:pt x="gd1021" y="gd1022"/>
                </a:moveTo>
                <a:cubicBezTo>
                  <a:pt x="3795788" y="2506568"/>
                  <a:pt x="3580944" y="2721365"/>
                  <a:pt x="3527669" y="2992271"/>
                </a:cubicBezTo>
                <a:cubicBezTo>
                  <a:pt x="3802859" y="2933128"/>
                  <a:pt x="4017702" y="2718331"/>
                  <a:pt x="4070978" y="2447425"/>
                </a:cubicBezTo>
                <a:close/>
                <a:moveTo>
                  <a:pt x="gd1027" y="gd1028"/>
                </a:moveTo>
                <a:cubicBezTo>
                  <a:pt x="2739352" y="2718331"/>
                  <a:pt x="2954195" y="2933128"/>
                  <a:pt x="3229385" y="2992271"/>
                </a:cubicBezTo>
                <a:cubicBezTo>
                  <a:pt x="3176110" y="2721365"/>
                  <a:pt x="2961266" y="2506568"/>
                  <a:pt x="2686076" y="2447425"/>
                </a:cubicBezTo>
                <a:close/>
                <a:moveTo>
                  <a:pt x="gd1033" y="gd1034"/>
                </a:moveTo>
                <a:cubicBezTo>
                  <a:pt x="2103637" y="2506568"/>
                  <a:pt x="1888793" y="2721365"/>
                  <a:pt x="1835518" y="2992271"/>
                </a:cubicBezTo>
                <a:cubicBezTo>
                  <a:pt x="2110708" y="2933128"/>
                  <a:pt x="2325551" y="2718331"/>
                  <a:pt x="2378827" y="2447425"/>
                </a:cubicBezTo>
                <a:close/>
                <a:moveTo>
                  <a:pt x="gd1039" y="gd1040"/>
                </a:moveTo>
                <a:cubicBezTo>
                  <a:pt x="1047201" y="2718331"/>
                  <a:pt x="1262044" y="2933128"/>
                  <a:pt x="1537234" y="2992271"/>
                </a:cubicBezTo>
                <a:cubicBezTo>
                  <a:pt x="1483959" y="2721365"/>
                  <a:pt x="1269115" y="2506568"/>
                  <a:pt x="993925" y="2447425"/>
                </a:cubicBezTo>
                <a:close/>
                <a:moveTo>
                  <a:pt x="gd1045" y="gd1046"/>
                </a:moveTo>
                <a:cubicBezTo>
                  <a:pt x="411486" y="2506568"/>
                  <a:pt x="196642" y="2721365"/>
                  <a:pt x="143367" y="2992271"/>
                </a:cubicBezTo>
                <a:cubicBezTo>
                  <a:pt x="418557" y="2933128"/>
                  <a:pt x="633400" y="2718331"/>
                  <a:pt x="686676" y="2447425"/>
                </a:cubicBezTo>
                <a:close/>
                <a:moveTo>
                  <a:pt x="gd1051" y="gd1052"/>
                </a:moveTo>
                <a:lnTo>
                  <a:pt x="gd1053" y="gd1054"/>
                </a:lnTo>
                <a:lnTo>
                  <a:pt x="gd1055" y="gd1056"/>
                </a:lnTo>
                <a:cubicBezTo>
                  <a:pt x="8821055" y="2561144"/>
                  <a:pt x="8650738" y="2755228"/>
                  <a:pt x="8604122" y="2992271"/>
                </a:cubicBezTo>
                <a:cubicBezTo>
                  <a:pt x="8844913" y="2940521"/>
                  <a:pt x="9039501" y="2769598"/>
                  <a:pt x="9120077" y="2546190"/>
                </a:cubicBezTo>
                <a:lnTo>
                  <a:pt x="gd1061" y="gd1062"/>
                </a:lnTo>
                <a:lnTo>
                  <a:pt x="gd1063" y="gd1064"/>
                </a:lnTo>
                <a:lnTo>
                  <a:pt x="gd1065" y="gd1066"/>
                </a:lnTo>
                <a:cubicBezTo>
                  <a:pt x="9008919" y="2963003"/>
                  <a:pt x="8815033" y="3086603"/>
                  <a:pt x="8590751" y="3123727"/>
                </a:cubicBezTo>
                <a:lnTo>
                  <a:pt x="gd1069" y="gd1070"/>
                </a:lnTo>
                <a:cubicBezTo>
                  <a:pt x="8585324" y="3125886"/>
                  <a:pt x="8579995" y="3126834"/>
                  <a:pt x="8574418" y="3126415"/>
                </a:cubicBezTo>
                <a:cubicBezTo>
                  <a:pt x="8543246" y="3131969"/>
                  <a:pt x="8511366" y="3134950"/>
                  <a:pt x="8478991" y="3135477"/>
                </a:cubicBezTo>
                <a:lnTo>
                  <a:pt x="gd1075" y="gd1076"/>
                </a:lnTo>
                <a:lnTo>
                  <a:pt x="gd1077" y="gd1078"/>
                </a:lnTo>
                <a:lnTo>
                  <a:pt x="gd1079" y="gd1080"/>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gd1087" y="gd1088"/>
                </a:lnTo>
                <a:cubicBezTo>
                  <a:pt x="8470299" y="3009068"/>
                  <a:pt x="8470468" y="3009063"/>
                  <a:pt x="8470636" y="3009010"/>
                </a:cubicBezTo>
                <a:cubicBezTo>
                  <a:pt x="8514628" y="2700252"/>
                  <a:pt x="8735297" y="2446688"/>
                  <a:pt x="9030178" y="2348329"/>
                </a:cubicBezTo>
                <a:lnTo>
                  <a:pt x="gd1093" y="gd1094"/>
                </a:lnTo>
                <a:close/>
                <a:moveTo>
                  <a:pt x="gd1095" y="gd1096"/>
                </a:moveTo>
                <a:lnTo>
                  <a:pt x="gd1097" y="gd1098"/>
                </a:lnTo>
                <a:cubicBezTo>
                  <a:pt x="7669753" y="2304744"/>
                  <a:pt x="7701646" y="2307725"/>
                  <a:pt x="7732829" y="2313282"/>
                </a:cubicBezTo>
                <a:cubicBezTo>
                  <a:pt x="7738405" y="2312863"/>
                  <a:pt x="7743733" y="2313811"/>
                  <a:pt x="7749042" y="2314821"/>
                </a:cubicBezTo>
                <a:lnTo>
                  <a:pt x="gd1103" y="gd1104"/>
                </a:lnTo>
                <a:cubicBezTo>
                  <a:pt x="8108009" y="2375367"/>
                  <a:pt x="8389048" y="2656144"/>
                  <a:pt x="8439324" y="3009010"/>
                </a:cubicBezTo>
                <a:cubicBezTo>
                  <a:pt x="8439492" y="3009063"/>
                  <a:pt x="8439661" y="3009068"/>
                  <a:pt x="8439830" y="3009073"/>
                </a:cubicBezTo>
                <a:lnTo>
                  <a:pt x="gd1109" y="gd1110"/>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gd1117" y="gd1118"/>
                </a:lnTo>
                <a:lnTo>
                  <a:pt x="gd1119" y="gd1120"/>
                </a:lnTo>
                <a:lnTo>
                  <a:pt x="gd1121" y="gd1122"/>
                </a:lnTo>
                <a:cubicBezTo>
                  <a:pt x="8398594" y="3134950"/>
                  <a:pt x="8366714" y="3131969"/>
                  <a:pt x="8335542" y="3126415"/>
                </a:cubicBezTo>
                <a:cubicBezTo>
                  <a:pt x="8329965" y="3126834"/>
                  <a:pt x="8324636" y="3125886"/>
                  <a:pt x="8319325" y="3124875"/>
                </a:cubicBezTo>
                <a:lnTo>
                  <a:pt x="gd1127" y="gd1128"/>
                </a:lnTo>
                <a:cubicBezTo>
                  <a:pt x="7960358" y="3064328"/>
                  <a:pt x="7679319" y="2783551"/>
                  <a:pt x="7629044" y="2430686"/>
                </a:cubicBezTo>
                <a:cubicBezTo>
                  <a:pt x="7628876" y="2430633"/>
                  <a:pt x="7628708" y="2430628"/>
                  <a:pt x="7628538" y="2430623"/>
                </a:cubicBezTo>
                <a:lnTo>
                  <a:pt x="gd1133" y="gd1134"/>
                </a:lnTo>
                <a:cubicBezTo>
                  <a:pt x="7622941" y="2393697"/>
                  <a:pt x="7620490" y="2362806"/>
                  <a:pt x="7620533" y="2331471"/>
                </a:cubicBezTo>
                <a:cubicBezTo>
                  <a:pt x="7619221" y="2325843"/>
                  <a:pt x="7619162" y="2320176"/>
                  <a:pt x="7619162" y="2314495"/>
                </a:cubicBezTo>
                <a:lnTo>
                  <a:pt x="gd1139" y="gd1140"/>
                </a:lnTo>
                <a:lnTo>
                  <a:pt x="gd1141" y="gd1142"/>
                </a:lnTo>
                <a:lnTo>
                  <a:pt x="gd1143" y="gd1144"/>
                </a:lnTo>
                <a:close/>
                <a:moveTo>
                  <a:pt x="gd1145" y="gd1146"/>
                </a:moveTo>
                <a:lnTo>
                  <a:pt x="gd1147" y="gd1148"/>
                </a:lnTo>
                <a:lnTo>
                  <a:pt x="gd1149" y="gd1150"/>
                </a:lnTo>
                <a:lnTo>
                  <a:pt x="gd1151" y="gd1152"/>
                </a:lnTo>
                <a:cubicBezTo>
                  <a:pt x="7598647" y="2320176"/>
                  <a:pt x="7598588" y="2325843"/>
                  <a:pt x="7597276" y="2331471"/>
                </a:cubicBezTo>
                <a:cubicBezTo>
                  <a:pt x="7597319" y="2362806"/>
                  <a:pt x="7594868" y="2393697"/>
                  <a:pt x="7589809" y="2423947"/>
                </a:cubicBezTo>
                <a:lnTo>
                  <a:pt x="gd1157" y="gd1158"/>
                </a:lnTo>
                <a:cubicBezTo>
                  <a:pt x="7589101" y="2430628"/>
                  <a:pt x="7588933" y="2430633"/>
                  <a:pt x="7588765" y="2430686"/>
                </a:cubicBezTo>
                <a:cubicBezTo>
                  <a:pt x="7538490" y="2783551"/>
                  <a:pt x="7257451" y="3064328"/>
                  <a:pt x="6898600" y="3123727"/>
                </a:cubicBezTo>
                <a:lnTo>
                  <a:pt x="gd1163" y="gd1164"/>
                </a:lnTo>
                <a:cubicBezTo>
                  <a:pt x="6893173" y="3125886"/>
                  <a:pt x="6887844" y="3126834"/>
                  <a:pt x="6882267" y="3126415"/>
                </a:cubicBezTo>
                <a:cubicBezTo>
                  <a:pt x="6851095" y="3131969"/>
                  <a:pt x="6819215" y="3134950"/>
                  <a:pt x="6786841" y="3135477"/>
                </a:cubicBezTo>
                <a:lnTo>
                  <a:pt x="gd1169" y="gd1170"/>
                </a:lnTo>
                <a:lnTo>
                  <a:pt x="gd1171" y="gd1172"/>
                </a:lnTo>
                <a:lnTo>
                  <a:pt x="gd1173" y="gd1174"/>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gd1181" y="gd1182"/>
                </a:lnTo>
                <a:cubicBezTo>
                  <a:pt x="6778148" y="3009068"/>
                  <a:pt x="6778317" y="3009063"/>
                  <a:pt x="6778485" y="3009010"/>
                </a:cubicBezTo>
                <a:cubicBezTo>
                  <a:pt x="6828761" y="2656144"/>
                  <a:pt x="7109800" y="2375367"/>
                  <a:pt x="7468650" y="2315969"/>
                </a:cubicBezTo>
                <a:lnTo>
                  <a:pt x="gd1187" y="gd1188"/>
                </a:lnTo>
                <a:cubicBezTo>
                  <a:pt x="7474076" y="2313811"/>
                  <a:pt x="7479404" y="2312863"/>
                  <a:pt x="7484980" y="2313282"/>
                </a:cubicBezTo>
                <a:cubicBezTo>
                  <a:pt x="7516163" y="2307725"/>
                  <a:pt x="7548056" y="2304744"/>
                  <a:pt x="7580442" y="2304217"/>
                </a:cubicBezTo>
                <a:lnTo>
                  <a:pt x="gd1193" y="gd1194"/>
                </a:lnTo>
                <a:close/>
                <a:moveTo>
                  <a:pt x="gd1195" y="gd1196"/>
                </a:moveTo>
                <a:lnTo>
                  <a:pt x="gd1197" y="gd1198"/>
                </a:lnTo>
                <a:cubicBezTo>
                  <a:pt x="5977602" y="2304744"/>
                  <a:pt x="6009495" y="2307725"/>
                  <a:pt x="6040678" y="2313282"/>
                </a:cubicBezTo>
                <a:cubicBezTo>
                  <a:pt x="6046254" y="2312863"/>
                  <a:pt x="6051582" y="2313811"/>
                  <a:pt x="6056891" y="2314821"/>
                </a:cubicBezTo>
                <a:lnTo>
                  <a:pt x="gd1203" y="gd1204"/>
                </a:lnTo>
                <a:cubicBezTo>
                  <a:pt x="6415858" y="2375367"/>
                  <a:pt x="6696897" y="2656144"/>
                  <a:pt x="6747174" y="3009010"/>
                </a:cubicBezTo>
                <a:cubicBezTo>
                  <a:pt x="6747341" y="3009063"/>
                  <a:pt x="6747511" y="3009068"/>
                  <a:pt x="6747679" y="3009073"/>
                </a:cubicBezTo>
                <a:lnTo>
                  <a:pt x="gd1209" y="gd1210"/>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gd1217" y="gd1218"/>
                </a:lnTo>
                <a:lnTo>
                  <a:pt x="gd1219" y="gd1220"/>
                </a:lnTo>
                <a:lnTo>
                  <a:pt x="gd1221" y="gd1222"/>
                </a:lnTo>
                <a:cubicBezTo>
                  <a:pt x="6706444" y="3134950"/>
                  <a:pt x="6674563" y="3131969"/>
                  <a:pt x="6643391" y="3126415"/>
                </a:cubicBezTo>
                <a:cubicBezTo>
                  <a:pt x="6637814" y="3126834"/>
                  <a:pt x="6632485" y="3125886"/>
                  <a:pt x="6627175" y="3124875"/>
                </a:cubicBezTo>
                <a:lnTo>
                  <a:pt x="gd1227" y="gd1228"/>
                </a:lnTo>
                <a:cubicBezTo>
                  <a:pt x="6268207" y="3064328"/>
                  <a:pt x="5987168" y="2783551"/>
                  <a:pt x="5936893" y="2430686"/>
                </a:cubicBezTo>
                <a:cubicBezTo>
                  <a:pt x="5936725" y="2430633"/>
                  <a:pt x="5936557" y="2430628"/>
                  <a:pt x="5936387" y="2430623"/>
                </a:cubicBezTo>
                <a:lnTo>
                  <a:pt x="gd1233" y="gd1234"/>
                </a:lnTo>
                <a:cubicBezTo>
                  <a:pt x="5930790" y="2393697"/>
                  <a:pt x="5928340" y="2362806"/>
                  <a:pt x="5928382" y="2331471"/>
                </a:cubicBezTo>
                <a:cubicBezTo>
                  <a:pt x="5927070" y="2325843"/>
                  <a:pt x="5927011" y="2320176"/>
                  <a:pt x="5927011" y="2314495"/>
                </a:cubicBezTo>
                <a:lnTo>
                  <a:pt x="gd1239" y="gd1240"/>
                </a:lnTo>
                <a:lnTo>
                  <a:pt x="gd1241" y="gd1242"/>
                </a:lnTo>
                <a:lnTo>
                  <a:pt x="gd1243" y="gd1244"/>
                </a:lnTo>
                <a:close/>
                <a:moveTo>
                  <a:pt x="gd1245" y="gd1246"/>
                </a:moveTo>
                <a:lnTo>
                  <a:pt x="gd1247" y="gd1248"/>
                </a:lnTo>
                <a:lnTo>
                  <a:pt x="gd1249" y="gd1250"/>
                </a:lnTo>
                <a:lnTo>
                  <a:pt x="gd1251" y="gd1252"/>
                </a:lnTo>
                <a:cubicBezTo>
                  <a:pt x="5906496" y="2320176"/>
                  <a:pt x="5906438" y="2325843"/>
                  <a:pt x="5905126" y="2331471"/>
                </a:cubicBezTo>
                <a:cubicBezTo>
                  <a:pt x="5905168" y="2362806"/>
                  <a:pt x="5902717" y="2393697"/>
                  <a:pt x="5897659" y="2423947"/>
                </a:cubicBezTo>
                <a:lnTo>
                  <a:pt x="gd1257" y="gd1258"/>
                </a:lnTo>
                <a:cubicBezTo>
                  <a:pt x="5896951" y="2430628"/>
                  <a:pt x="5896782" y="2430633"/>
                  <a:pt x="5896615" y="2430686"/>
                </a:cubicBezTo>
                <a:cubicBezTo>
                  <a:pt x="5846339" y="2783551"/>
                  <a:pt x="5565300" y="3064328"/>
                  <a:pt x="5206449" y="3123727"/>
                </a:cubicBezTo>
                <a:lnTo>
                  <a:pt x="gd1263" y="gd1264"/>
                </a:lnTo>
                <a:cubicBezTo>
                  <a:pt x="5201022" y="3125886"/>
                  <a:pt x="5195693" y="3126834"/>
                  <a:pt x="5190116" y="3126415"/>
                </a:cubicBezTo>
                <a:cubicBezTo>
                  <a:pt x="5158944" y="3131969"/>
                  <a:pt x="5127065" y="3134950"/>
                  <a:pt x="5094690" y="3135477"/>
                </a:cubicBezTo>
                <a:lnTo>
                  <a:pt x="gd1269" y="gd1270"/>
                </a:lnTo>
                <a:lnTo>
                  <a:pt x="gd1271" y="gd1272"/>
                </a:lnTo>
                <a:lnTo>
                  <a:pt x="gd1273" y="gd1274"/>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gd1281" y="gd1282"/>
                </a:lnTo>
                <a:cubicBezTo>
                  <a:pt x="5085997" y="3009068"/>
                  <a:pt x="5086166" y="3009063"/>
                  <a:pt x="5086334" y="3009010"/>
                </a:cubicBezTo>
                <a:cubicBezTo>
                  <a:pt x="5136610" y="2656144"/>
                  <a:pt x="5417649" y="2375367"/>
                  <a:pt x="5776501" y="2315969"/>
                </a:cubicBezTo>
                <a:lnTo>
                  <a:pt x="gd1287" y="gd1288"/>
                </a:lnTo>
                <a:cubicBezTo>
                  <a:pt x="5781926" y="2313811"/>
                  <a:pt x="5787253" y="2312863"/>
                  <a:pt x="5792829" y="2313282"/>
                </a:cubicBezTo>
                <a:cubicBezTo>
                  <a:pt x="5824013" y="2307725"/>
                  <a:pt x="5855905" y="2304744"/>
                  <a:pt x="5888291" y="2304217"/>
                </a:cubicBezTo>
                <a:lnTo>
                  <a:pt x="gd1293" y="gd1294"/>
                </a:lnTo>
                <a:close/>
                <a:moveTo>
                  <a:pt x="gd1295" y="gd1296"/>
                </a:moveTo>
                <a:lnTo>
                  <a:pt x="gd1297" y="gd1298"/>
                </a:lnTo>
                <a:cubicBezTo>
                  <a:pt x="4285451" y="2304744"/>
                  <a:pt x="4317343" y="2307725"/>
                  <a:pt x="4348528" y="2313282"/>
                </a:cubicBezTo>
                <a:cubicBezTo>
                  <a:pt x="4354104" y="2312863"/>
                  <a:pt x="4359431" y="2313811"/>
                  <a:pt x="4364739" y="2314821"/>
                </a:cubicBezTo>
                <a:lnTo>
                  <a:pt x="gd1303" y="gd1304"/>
                </a:lnTo>
                <a:cubicBezTo>
                  <a:pt x="4723707" y="2375367"/>
                  <a:pt x="5004746" y="2656144"/>
                  <a:pt x="5055022" y="3009010"/>
                </a:cubicBezTo>
                <a:cubicBezTo>
                  <a:pt x="5055190" y="3009063"/>
                  <a:pt x="5055359" y="3009068"/>
                  <a:pt x="5055528" y="3009073"/>
                </a:cubicBezTo>
                <a:lnTo>
                  <a:pt x="gd1309" y="gd1310"/>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gd1317" y="gd1318"/>
                </a:lnTo>
                <a:lnTo>
                  <a:pt x="gd1319" y="gd1320"/>
                </a:lnTo>
                <a:lnTo>
                  <a:pt x="gd1321" y="gd1322"/>
                </a:lnTo>
                <a:cubicBezTo>
                  <a:pt x="5014292" y="3134950"/>
                  <a:pt x="4982412" y="3131969"/>
                  <a:pt x="4951241" y="3126415"/>
                </a:cubicBezTo>
                <a:cubicBezTo>
                  <a:pt x="4945663" y="3126834"/>
                  <a:pt x="4940334" y="3125886"/>
                  <a:pt x="4935023" y="3124875"/>
                </a:cubicBezTo>
                <a:lnTo>
                  <a:pt x="gd1327" y="gd1328"/>
                </a:lnTo>
                <a:cubicBezTo>
                  <a:pt x="4576056" y="3064328"/>
                  <a:pt x="4295017" y="2783551"/>
                  <a:pt x="4244741" y="2430686"/>
                </a:cubicBezTo>
                <a:cubicBezTo>
                  <a:pt x="4244574" y="2430633"/>
                  <a:pt x="4244405" y="2430628"/>
                  <a:pt x="4244236" y="2430623"/>
                </a:cubicBezTo>
                <a:lnTo>
                  <a:pt x="gd1333" y="gd1334"/>
                </a:lnTo>
                <a:cubicBezTo>
                  <a:pt x="4238639" y="2393697"/>
                  <a:pt x="4236188" y="2362806"/>
                  <a:pt x="4236230" y="2331471"/>
                </a:cubicBezTo>
                <a:cubicBezTo>
                  <a:pt x="4234918" y="2325843"/>
                  <a:pt x="4234860" y="2320176"/>
                  <a:pt x="4234860" y="2314495"/>
                </a:cubicBezTo>
                <a:lnTo>
                  <a:pt x="gd1339" y="gd1340"/>
                </a:lnTo>
                <a:lnTo>
                  <a:pt x="gd1341" y="gd1342"/>
                </a:lnTo>
                <a:lnTo>
                  <a:pt x="gd1343" y="gd1344"/>
                </a:lnTo>
                <a:close/>
                <a:moveTo>
                  <a:pt x="gd1345" y="gd1346"/>
                </a:moveTo>
                <a:lnTo>
                  <a:pt x="gd1347" y="gd1348"/>
                </a:lnTo>
                <a:lnTo>
                  <a:pt x="gd1349" y="gd1350"/>
                </a:lnTo>
                <a:lnTo>
                  <a:pt x="gd1351" y="gd1352"/>
                </a:lnTo>
                <a:cubicBezTo>
                  <a:pt x="4214345" y="2320176"/>
                  <a:pt x="4214286" y="2325843"/>
                  <a:pt x="4212974" y="2331471"/>
                </a:cubicBezTo>
                <a:cubicBezTo>
                  <a:pt x="4213016" y="2362806"/>
                  <a:pt x="4210566" y="2393697"/>
                  <a:pt x="4205507" y="2423947"/>
                </a:cubicBezTo>
                <a:lnTo>
                  <a:pt x="gd1357" y="gd1358"/>
                </a:lnTo>
                <a:cubicBezTo>
                  <a:pt x="4204799" y="2430628"/>
                  <a:pt x="4204631" y="2430633"/>
                  <a:pt x="4204463" y="2430686"/>
                </a:cubicBezTo>
                <a:cubicBezTo>
                  <a:pt x="4154188" y="2783551"/>
                  <a:pt x="3873149" y="3064328"/>
                  <a:pt x="3514297" y="3123727"/>
                </a:cubicBezTo>
                <a:lnTo>
                  <a:pt x="gd1363" y="gd1364"/>
                </a:lnTo>
                <a:cubicBezTo>
                  <a:pt x="3508871" y="3125886"/>
                  <a:pt x="3503542" y="3126834"/>
                  <a:pt x="3497965" y="3126415"/>
                </a:cubicBezTo>
                <a:cubicBezTo>
                  <a:pt x="3466793" y="3131969"/>
                  <a:pt x="3434912" y="3134950"/>
                  <a:pt x="3402538" y="3135477"/>
                </a:cubicBezTo>
                <a:lnTo>
                  <a:pt x="gd1369" y="gd1370"/>
                </a:lnTo>
                <a:lnTo>
                  <a:pt x="gd1371" y="gd1372"/>
                </a:lnTo>
                <a:lnTo>
                  <a:pt x="gd1373" y="gd1374"/>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gd1381" y="gd1382"/>
                </a:lnTo>
                <a:cubicBezTo>
                  <a:pt x="3393845" y="3009068"/>
                  <a:pt x="3394015" y="3009063"/>
                  <a:pt x="3394182" y="3009010"/>
                </a:cubicBezTo>
                <a:cubicBezTo>
                  <a:pt x="3444459" y="2656144"/>
                  <a:pt x="3725498" y="2375367"/>
                  <a:pt x="4084348" y="2315969"/>
                </a:cubicBezTo>
                <a:lnTo>
                  <a:pt x="gd1387" y="gd1388"/>
                </a:lnTo>
                <a:cubicBezTo>
                  <a:pt x="4089774" y="2313811"/>
                  <a:pt x="4095102" y="2312863"/>
                  <a:pt x="4100678" y="2313282"/>
                </a:cubicBezTo>
                <a:cubicBezTo>
                  <a:pt x="4131861" y="2307725"/>
                  <a:pt x="4163754" y="2304744"/>
                  <a:pt x="4196139" y="2304217"/>
                </a:cubicBezTo>
                <a:lnTo>
                  <a:pt x="gd1393" y="gd1394"/>
                </a:lnTo>
                <a:close/>
                <a:moveTo>
                  <a:pt x="gd1395" y="gd1396"/>
                </a:moveTo>
                <a:lnTo>
                  <a:pt x="gd1397" y="gd1398"/>
                </a:lnTo>
                <a:cubicBezTo>
                  <a:pt x="2593300" y="2304744"/>
                  <a:pt x="2625192" y="2307725"/>
                  <a:pt x="2656376" y="2313282"/>
                </a:cubicBezTo>
                <a:cubicBezTo>
                  <a:pt x="2661952" y="2312863"/>
                  <a:pt x="2667280" y="2313811"/>
                  <a:pt x="2672588" y="2314821"/>
                </a:cubicBezTo>
                <a:lnTo>
                  <a:pt x="gd1403" y="gd1404"/>
                </a:lnTo>
                <a:cubicBezTo>
                  <a:pt x="3031556" y="2375367"/>
                  <a:pt x="3312595" y="2656144"/>
                  <a:pt x="3362871" y="3009010"/>
                </a:cubicBezTo>
                <a:cubicBezTo>
                  <a:pt x="3363039" y="3009063"/>
                  <a:pt x="3363208" y="3009068"/>
                  <a:pt x="3363377" y="3009073"/>
                </a:cubicBezTo>
                <a:lnTo>
                  <a:pt x="gd1409" y="gd1410"/>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gd1417" y="gd1418"/>
                </a:lnTo>
                <a:lnTo>
                  <a:pt x="gd1419" y="gd1420"/>
                </a:lnTo>
                <a:lnTo>
                  <a:pt x="gd1421" y="gd1422"/>
                </a:lnTo>
                <a:cubicBezTo>
                  <a:pt x="3322141" y="3134950"/>
                  <a:pt x="3290261" y="3131969"/>
                  <a:pt x="3259089" y="3126415"/>
                </a:cubicBezTo>
                <a:cubicBezTo>
                  <a:pt x="3253512" y="3126834"/>
                  <a:pt x="3248183" y="3125886"/>
                  <a:pt x="3242872" y="3124875"/>
                </a:cubicBezTo>
                <a:lnTo>
                  <a:pt x="gd1427" y="gd1428"/>
                </a:lnTo>
                <a:cubicBezTo>
                  <a:pt x="2883905" y="3064328"/>
                  <a:pt x="2602866" y="2783551"/>
                  <a:pt x="2552590" y="2430686"/>
                </a:cubicBezTo>
                <a:cubicBezTo>
                  <a:pt x="2552423" y="2430633"/>
                  <a:pt x="2552254" y="2430628"/>
                  <a:pt x="2552085" y="2430623"/>
                </a:cubicBezTo>
                <a:lnTo>
                  <a:pt x="gd1433" y="gd1434"/>
                </a:lnTo>
                <a:cubicBezTo>
                  <a:pt x="2546488" y="2393697"/>
                  <a:pt x="2544037" y="2362806"/>
                  <a:pt x="2544079" y="2331471"/>
                </a:cubicBezTo>
                <a:cubicBezTo>
                  <a:pt x="2542767" y="2325843"/>
                  <a:pt x="2542709" y="2320176"/>
                  <a:pt x="2542709" y="2314495"/>
                </a:cubicBezTo>
                <a:lnTo>
                  <a:pt x="gd1439" y="gd1440"/>
                </a:lnTo>
                <a:lnTo>
                  <a:pt x="gd1441" y="gd1442"/>
                </a:lnTo>
                <a:lnTo>
                  <a:pt x="gd1443" y="gd1444"/>
                </a:lnTo>
                <a:close/>
                <a:moveTo>
                  <a:pt x="gd1445" y="gd1446"/>
                </a:moveTo>
                <a:lnTo>
                  <a:pt x="gd1447" y="gd1448"/>
                </a:lnTo>
                <a:lnTo>
                  <a:pt x="gd1449" y="gd1450"/>
                </a:lnTo>
                <a:lnTo>
                  <a:pt x="gd1451" y="gd1452"/>
                </a:lnTo>
                <a:cubicBezTo>
                  <a:pt x="2522194" y="2320176"/>
                  <a:pt x="2522135" y="2325843"/>
                  <a:pt x="2520823" y="2331471"/>
                </a:cubicBezTo>
                <a:cubicBezTo>
                  <a:pt x="2520865" y="2362806"/>
                  <a:pt x="2518415" y="2393697"/>
                  <a:pt x="2513356" y="2423947"/>
                </a:cubicBezTo>
                <a:lnTo>
                  <a:pt x="gd1457" y="gd1458"/>
                </a:lnTo>
                <a:cubicBezTo>
                  <a:pt x="2512648" y="2430628"/>
                  <a:pt x="2512480" y="2430633"/>
                  <a:pt x="2512312" y="2430686"/>
                </a:cubicBezTo>
                <a:cubicBezTo>
                  <a:pt x="2462037" y="2783551"/>
                  <a:pt x="2180998" y="3064328"/>
                  <a:pt x="1822147" y="3123727"/>
                </a:cubicBezTo>
                <a:lnTo>
                  <a:pt x="gd1463" y="gd1464"/>
                </a:lnTo>
                <a:cubicBezTo>
                  <a:pt x="1816720" y="3125886"/>
                  <a:pt x="1811391" y="3126834"/>
                  <a:pt x="1805814" y="3126415"/>
                </a:cubicBezTo>
                <a:cubicBezTo>
                  <a:pt x="1774642" y="3131969"/>
                  <a:pt x="1742762" y="3134950"/>
                  <a:pt x="1710387" y="3135477"/>
                </a:cubicBezTo>
                <a:lnTo>
                  <a:pt x="gd1469" y="gd1470"/>
                </a:lnTo>
                <a:lnTo>
                  <a:pt x="gd1471" y="gd1472"/>
                </a:lnTo>
                <a:lnTo>
                  <a:pt x="gd1473" y="gd1474"/>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gd1481" y="gd1482"/>
                </a:lnTo>
                <a:cubicBezTo>
                  <a:pt x="1701694" y="3009068"/>
                  <a:pt x="1701864" y="3009063"/>
                  <a:pt x="1702031" y="3009010"/>
                </a:cubicBezTo>
                <a:cubicBezTo>
                  <a:pt x="1752308" y="2656144"/>
                  <a:pt x="2033347" y="2375367"/>
                  <a:pt x="2392197" y="2315969"/>
                </a:cubicBezTo>
                <a:lnTo>
                  <a:pt x="gd1487" y="gd1488"/>
                </a:lnTo>
                <a:cubicBezTo>
                  <a:pt x="2397623" y="2313811"/>
                  <a:pt x="2402951" y="2312863"/>
                  <a:pt x="2408527" y="2313282"/>
                </a:cubicBezTo>
                <a:cubicBezTo>
                  <a:pt x="2439710" y="2307725"/>
                  <a:pt x="2471603" y="2304744"/>
                  <a:pt x="2503988" y="2304217"/>
                </a:cubicBezTo>
                <a:lnTo>
                  <a:pt x="gd1493" y="gd1494"/>
                </a:lnTo>
                <a:close/>
                <a:moveTo>
                  <a:pt x="gd1495" y="gd1496"/>
                </a:moveTo>
                <a:lnTo>
                  <a:pt x="gd1497" y="gd1498"/>
                </a:lnTo>
                <a:cubicBezTo>
                  <a:pt x="901149" y="2304744"/>
                  <a:pt x="933041" y="2307725"/>
                  <a:pt x="964225" y="2313282"/>
                </a:cubicBezTo>
                <a:cubicBezTo>
                  <a:pt x="969801" y="2312863"/>
                  <a:pt x="975129" y="2313811"/>
                  <a:pt x="980437" y="2314821"/>
                </a:cubicBezTo>
                <a:lnTo>
                  <a:pt x="gd1503" y="gd1504"/>
                </a:lnTo>
                <a:cubicBezTo>
                  <a:pt x="1339405" y="2375367"/>
                  <a:pt x="1620444" y="2656144"/>
                  <a:pt x="1670720" y="3009010"/>
                </a:cubicBezTo>
                <a:cubicBezTo>
                  <a:pt x="1670888" y="3009063"/>
                  <a:pt x="1671057" y="3009068"/>
                  <a:pt x="1671226" y="3009073"/>
                </a:cubicBezTo>
                <a:lnTo>
                  <a:pt x="gd1509" y="gd1510"/>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gd1517" y="gd1518"/>
                </a:lnTo>
                <a:lnTo>
                  <a:pt x="gd1519" y="gd1520"/>
                </a:lnTo>
                <a:lnTo>
                  <a:pt x="gd1521" y="gd1522"/>
                </a:lnTo>
                <a:cubicBezTo>
                  <a:pt x="1629990" y="3134950"/>
                  <a:pt x="1598110" y="3131969"/>
                  <a:pt x="1566938" y="3126415"/>
                </a:cubicBezTo>
                <a:cubicBezTo>
                  <a:pt x="1561361" y="3126834"/>
                  <a:pt x="1556032" y="3125886"/>
                  <a:pt x="1550721" y="3124875"/>
                </a:cubicBezTo>
                <a:lnTo>
                  <a:pt x="gd1527" y="gd1528"/>
                </a:lnTo>
                <a:cubicBezTo>
                  <a:pt x="1191754" y="3064328"/>
                  <a:pt x="910715" y="2783551"/>
                  <a:pt x="860439" y="2430686"/>
                </a:cubicBezTo>
                <a:cubicBezTo>
                  <a:pt x="860272" y="2430633"/>
                  <a:pt x="860103" y="2430628"/>
                  <a:pt x="859934" y="2430623"/>
                </a:cubicBezTo>
                <a:lnTo>
                  <a:pt x="gd1533" y="gd1534"/>
                </a:lnTo>
                <a:cubicBezTo>
                  <a:pt x="854337" y="2393697"/>
                  <a:pt x="851886" y="2362806"/>
                  <a:pt x="851928" y="2331471"/>
                </a:cubicBezTo>
                <a:cubicBezTo>
                  <a:pt x="850616" y="2325843"/>
                  <a:pt x="850558" y="2320176"/>
                  <a:pt x="850558" y="2314495"/>
                </a:cubicBezTo>
                <a:lnTo>
                  <a:pt x="gd1539" y="gd1540"/>
                </a:lnTo>
                <a:lnTo>
                  <a:pt x="gd1541" y="gd1542"/>
                </a:lnTo>
                <a:lnTo>
                  <a:pt x="gd1543" y="gd1544"/>
                </a:lnTo>
                <a:close/>
                <a:moveTo>
                  <a:pt x="gd1545" y="gd1546"/>
                </a:moveTo>
                <a:lnTo>
                  <a:pt x="gd1547" y="gd1548"/>
                </a:lnTo>
                <a:lnTo>
                  <a:pt x="gd1549" y="gd1550"/>
                </a:lnTo>
                <a:lnTo>
                  <a:pt x="gd1551" y="gd1552"/>
                </a:lnTo>
                <a:cubicBezTo>
                  <a:pt x="830043" y="2320176"/>
                  <a:pt x="829984" y="2325843"/>
                  <a:pt x="828672" y="2331471"/>
                </a:cubicBezTo>
                <a:cubicBezTo>
                  <a:pt x="828714" y="2362806"/>
                  <a:pt x="826264" y="2393697"/>
                  <a:pt x="821205" y="2423947"/>
                </a:cubicBezTo>
                <a:lnTo>
                  <a:pt x="gd1557" y="gd1558"/>
                </a:lnTo>
                <a:cubicBezTo>
                  <a:pt x="820497" y="2430628"/>
                  <a:pt x="820329" y="2430633"/>
                  <a:pt x="820161" y="2430686"/>
                </a:cubicBezTo>
                <a:cubicBezTo>
                  <a:pt x="769886" y="2783551"/>
                  <a:pt x="488847" y="3064328"/>
                  <a:pt x="129995" y="3123727"/>
                </a:cubicBezTo>
                <a:lnTo>
                  <a:pt x="gd1563" y="gd1564"/>
                </a:lnTo>
                <a:cubicBezTo>
                  <a:pt x="124569" y="3125886"/>
                  <a:pt x="119240" y="3126834"/>
                  <a:pt x="113663" y="3126415"/>
                </a:cubicBezTo>
                <a:cubicBezTo>
                  <a:pt x="82491" y="3131969"/>
                  <a:pt x="50611" y="3134950"/>
                  <a:pt x="18236" y="3135477"/>
                </a:cubicBezTo>
                <a:lnTo>
                  <a:pt x="gd1569" y="gd1570"/>
                </a:lnTo>
                <a:lnTo>
                  <a:pt x="gd1571" y="gd1572"/>
                </a:lnTo>
                <a:lnTo>
                  <a:pt x="gd1573" y="gd1574"/>
                </a:lnTo>
                <a:cubicBezTo>
                  <a:pt x="27" y="3132839"/>
                  <a:pt x="0" y="3129023"/>
                  <a:pt x="0" y="3125201"/>
                </a:cubicBezTo>
                <a:cubicBezTo>
                  <a:pt x="0" y="3119519"/>
                  <a:pt x="58" y="3113850"/>
                  <a:pt x="1370" y="3108220"/>
                </a:cubicBezTo>
                <a:cubicBezTo>
                  <a:pt x="1328" y="3076892"/>
                  <a:pt x="3778" y="3046007"/>
                  <a:pt x="8835" y="3015763"/>
                </a:cubicBezTo>
                <a:lnTo>
                  <a:pt x="gd1581" y="gd1582"/>
                </a:lnTo>
                <a:cubicBezTo>
                  <a:pt x="9543" y="3009068"/>
                  <a:pt x="9713" y="3009063"/>
                  <a:pt x="9880" y="3009010"/>
                </a:cubicBezTo>
                <a:cubicBezTo>
                  <a:pt x="60157" y="2656144"/>
                  <a:pt x="341196" y="2375367"/>
                  <a:pt x="700046" y="2315969"/>
                </a:cubicBezTo>
                <a:lnTo>
                  <a:pt x="gd1587" y="gd1588"/>
                </a:lnTo>
                <a:cubicBezTo>
                  <a:pt x="705472" y="2313811"/>
                  <a:pt x="710800" y="2312863"/>
                  <a:pt x="716376" y="2313282"/>
                </a:cubicBezTo>
                <a:cubicBezTo>
                  <a:pt x="747559" y="2307725"/>
                  <a:pt x="779452" y="2304744"/>
                  <a:pt x="811837" y="2304217"/>
                </a:cubicBezTo>
                <a:lnTo>
                  <a:pt x="gd1593" y="gd1594"/>
                </a:lnTo>
                <a:close/>
                <a:moveTo>
                  <a:pt x="gd1595" y="gd1596"/>
                </a:moveTo>
                <a:cubicBezTo>
                  <a:pt x="8030646" y="1666766"/>
                  <a:pt x="7815802" y="1879876"/>
                  <a:pt x="7762527" y="2148655"/>
                </a:cubicBezTo>
                <a:cubicBezTo>
                  <a:pt x="8037717" y="2089976"/>
                  <a:pt x="8252560" y="1876866"/>
                  <a:pt x="8305836" y="1608087"/>
                </a:cubicBezTo>
                <a:close/>
                <a:moveTo>
                  <a:pt x="gd1601" y="gd1602"/>
                </a:moveTo>
                <a:cubicBezTo>
                  <a:pt x="6965247" y="1876866"/>
                  <a:pt x="7180090" y="2089976"/>
                  <a:pt x="7455280" y="2148655"/>
                </a:cubicBezTo>
                <a:cubicBezTo>
                  <a:pt x="7402005" y="1879876"/>
                  <a:pt x="7187161" y="1666766"/>
                  <a:pt x="6911971" y="1608087"/>
                </a:cubicBezTo>
                <a:close/>
                <a:moveTo>
                  <a:pt x="gd1607" y="gd1608"/>
                </a:moveTo>
                <a:cubicBezTo>
                  <a:pt x="6338495" y="1666766"/>
                  <a:pt x="6123651" y="1879876"/>
                  <a:pt x="6070376" y="2148655"/>
                </a:cubicBezTo>
                <a:cubicBezTo>
                  <a:pt x="6345566" y="2089976"/>
                  <a:pt x="6560409" y="1876866"/>
                  <a:pt x="6613685" y="1608087"/>
                </a:cubicBezTo>
                <a:close/>
                <a:moveTo>
                  <a:pt x="gd1613" y="gd1614"/>
                </a:moveTo>
                <a:cubicBezTo>
                  <a:pt x="5273096" y="1876866"/>
                  <a:pt x="5487939" y="2089976"/>
                  <a:pt x="5763129" y="2148655"/>
                </a:cubicBezTo>
                <a:cubicBezTo>
                  <a:pt x="5709854" y="1879876"/>
                  <a:pt x="5495010" y="1666766"/>
                  <a:pt x="5219820" y="1608087"/>
                </a:cubicBezTo>
                <a:close/>
                <a:moveTo>
                  <a:pt x="gd1619" y="gd1620"/>
                </a:moveTo>
                <a:cubicBezTo>
                  <a:pt x="4646344" y="1666766"/>
                  <a:pt x="4431500" y="1879876"/>
                  <a:pt x="4378225" y="2148655"/>
                </a:cubicBezTo>
                <a:cubicBezTo>
                  <a:pt x="4653415" y="2089976"/>
                  <a:pt x="4868259" y="1876866"/>
                  <a:pt x="4921534" y="1608087"/>
                </a:cubicBezTo>
                <a:close/>
                <a:moveTo>
                  <a:pt x="gd1625" y="gd1626"/>
                </a:moveTo>
                <a:cubicBezTo>
                  <a:pt x="3580945" y="1876866"/>
                  <a:pt x="3795788" y="2089976"/>
                  <a:pt x="4070978" y="2148655"/>
                </a:cubicBezTo>
                <a:cubicBezTo>
                  <a:pt x="4017703" y="1879876"/>
                  <a:pt x="3802859" y="1666766"/>
                  <a:pt x="3527669" y="1608087"/>
                </a:cubicBezTo>
                <a:close/>
                <a:moveTo>
                  <a:pt x="gd1631" y="gd1632"/>
                </a:moveTo>
                <a:cubicBezTo>
                  <a:pt x="2954193" y="1666766"/>
                  <a:pt x="2739349" y="1879876"/>
                  <a:pt x="2686074" y="2148655"/>
                </a:cubicBezTo>
                <a:cubicBezTo>
                  <a:pt x="2961264" y="2089976"/>
                  <a:pt x="3176107" y="1876866"/>
                  <a:pt x="3229383" y="1608087"/>
                </a:cubicBezTo>
                <a:close/>
                <a:moveTo>
                  <a:pt x="gd1637" y="gd1638"/>
                </a:moveTo>
                <a:cubicBezTo>
                  <a:pt x="1888794" y="1876866"/>
                  <a:pt x="2103637" y="2089976"/>
                  <a:pt x="2378827" y="2148655"/>
                </a:cubicBezTo>
                <a:cubicBezTo>
                  <a:pt x="2325552" y="1879876"/>
                  <a:pt x="2110708" y="1666766"/>
                  <a:pt x="1835518" y="1608087"/>
                </a:cubicBezTo>
                <a:close/>
                <a:moveTo>
                  <a:pt x="gd1643" y="gd1644"/>
                </a:moveTo>
                <a:cubicBezTo>
                  <a:pt x="1262042" y="1666766"/>
                  <a:pt x="1047198" y="1879876"/>
                  <a:pt x="993923" y="2148655"/>
                </a:cubicBezTo>
                <a:cubicBezTo>
                  <a:pt x="1269113" y="2089976"/>
                  <a:pt x="1483956" y="1876866"/>
                  <a:pt x="1537232" y="1608087"/>
                </a:cubicBezTo>
                <a:close/>
                <a:moveTo>
                  <a:pt x="gd1649" y="gd1650"/>
                </a:moveTo>
                <a:cubicBezTo>
                  <a:pt x="196643" y="1876866"/>
                  <a:pt x="411486" y="2089976"/>
                  <a:pt x="686676" y="2148655"/>
                </a:cubicBezTo>
                <a:cubicBezTo>
                  <a:pt x="633401" y="1879876"/>
                  <a:pt x="418557" y="1666766"/>
                  <a:pt x="143367" y="1608087"/>
                </a:cubicBezTo>
                <a:close/>
                <a:moveTo>
                  <a:pt x="gd1655" y="gd1656"/>
                </a:moveTo>
                <a:lnTo>
                  <a:pt x="gd1657" y="gd1658"/>
                </a:lnTo>
                <a:cubicBezTo>
                  <a:pt x="8511346" y="1466527"/>
                  <a:pt x="8543239" y="1469485"/>
                  <a:pt x="8574422" y="1474998"/>
                </a:cubicBezTo>
                <a:cubicBezTo>
                  <a:pt x="8579998" y="1474582"/>
                  <a:pt x="8585326" y="1475523"/>
                  <a:pt x="8590635" y="1476525"/>
                </a:cubicBezTo>
                <a:lnTo>
                  <a:pt x="gd1663" y="gd1664"/>
                </a:lnTo>
                <a:cubicBezTo>
                  <a:pt x="8815033" y="1514497"/>
                  <a:pt x="9008920" y="1637126"/>
                  <a:pt x="9135069" y="1809390"/>
                </a:cubicBezTo>
                <a:lnTo>
                  <a:pt x="gd1667" y="gd1668"/>
                </a:lnTo>
                <a:lnTo>
                  <a:pt x="gd1669" y="gd1670"/>
                </a:lnTo>
                <a:lnTo>
                  <a:pt x="gd1671" y="gd1672"/>
                </a:lnTo>
                <a:cubicBezTo>
                  <a:pt x="9039502" y="1829012"/>
                  <a:pt x="8844913" y="1659431"/>
                  <a:pt x="8604122" y="1608087"/>
                </a:cubicBezTo>
                <a:cubicBezTo>
                  <a:pt x="8650738" y="1843269"/>
                  <a:pt x="8821055" y="2035829"/>
                  <a:pt x="9047261" y="2119605"/>
                </a:cubicBezTo>
                <a:lnTo>
                  <a:pt x="gd1677" y="gd1678"/>
                </a:lnTo>
                <a:lnTo>
                  <a:pt x="gd1679" y="gd1680"/>
                </a:lnTo>
                <a:lnTo>
                  <a:pt x="gd1681" y="gd1682"/>
                </a:lnTo>
                <a:cubicBezTo>
                  <a:pt x="8735297" y="2149386"/>
                  <a:pt x="8514628" y="1897812"/>
                  <a:pt x="8470637" y="1591480"/>
                </a:cubicBezTo>
                <a:cubicBezTo>
                  <a:pt x="8470469" y="1591427"/>
                  <a:pt x="8470301" y="1591423"/>
                  <a:pt x="8470131" y="1591418"/>
                </a:cubicBezTo>
                <a:lnTo>
                  <a:pt x="gd1687" y="gd1688"/>
                </a:lnTo>
                <a:cubicBezTo>
                  <a:pt x="8464534" y="1554782"/>
                  <a:pt x="8462083" y="1524133"/>
                  <a:pt x="8462126" y="1493044"/>
                </a:cubicBezTo>
                <a:cubicBezTo>
                  <a:pt x="8460814" y="1487460"/>
                  <a:pt x="8460755" y="1481838"/>
                  <a:pt x="8460755" y="1476202"/>
                </a:cubicBezTo>
                <a:lnTo>
                  <a:pt x="gd1693" y="gd1694"/>
                </a:lnTo>
                <a:lnTo>
                  <a:pt x="gd1695" y="gd1696"/>
                </a:lnTo>
                <a:lnTo>
                  <a:pt x="gd1697" y="gd1698"/>
                </a:lnTo>
                <a:close/>
                <a:moveTo>
                  <a:pt x="gd1699" y="gd1700"/>
                </a:moveTo>
                <a:lnTo>
                  <a:pt x="gd1701" y="gd1702"/>
                </a:lnTo>
                <a:lnTo>
                  <a:pt x="gd1703" y="gd1704"/>
                </a:lnTo>
                <a:lnTo>
                  <a:pt x="gd1705" y="gd1706"/>
                </a:lnTo>
                <a:cubicBezTo>
                  <a:pt x="8449203" y="1481838"/>
                  <a:pt x="8449144" y="1487460"/>
                  <a:pt x="8447832" y="1493044"/>
                </a:cubicBezTo>
                <a:cubicBezTo>
                  <a:pt x="8447875" y="1524133"/>
                  <a:pt x="8445424" y="1554782"/>
                  <a:pt x="8440365" y="1584794"/>
                </a:cubicBezTo>
                <a:lnTo>
                  <a:pt x="gd1711" y="gd1712"/>
                </a:lnTo>
                <a:cubicBezTo>
                  <a:pt x="8439657" y="1591423"/>
                  <a:pt x="8439489" y="1591427"/>
                  <a:pt x="8439321" y="1591480"/>
                </a:cubicBezTo>
                <a:cubicBezTo>
                  <a:pt x="8389046" y="1941574"/>
                  <a:pt x="8108007" y="2220146"/>
                  <a:pt x="7749156" y="2279078"/>
                </a:cubicBezTo>
                <a:lnTo>
                  <a:pt x="gd1717" y="gd1718"/>
                </a:lnTo>
                <a:cubicBezTo>
                  <a:pt x="7743729" y="2281220"/>
                  <a:pt x="7738400" y="2282161"/>
                  <a:pt x="7732823" y="2281745"/>
                </a:cubicBezTo>
                <a:cubicBezTo>
                  <a:pt x="7701651" y="2287255"/>
                  <a:pt x="7669771" y="2290213"/>
                  <a:pt x="7637396" y="2290736"/>
                </a:cubicBezTo>
                <a:lnTo>
                  <a:pt x="gd1723" y="gd1724"/>
                </a:lnTo>
                <a:lnTo>
                  <a:pt x="gd1725" y="gd1726"/>
                </a:lnTo>
                <a:lnTo>
                  <a:pt x="gd1727" y="gd1728"/>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gd1735" y="gd1736"/>
                </a:lnTo>
                <a:cubicBezTo>
                  <a:pt x="7628704" y="2165320"/>
                  <a:pt x="7628873" y="2165315"/>
                  <a:pt x="7629040" y="2165262"/>
                </a:cubicBezTo>
                <a:cubicBezTo>
                  <a:pt x="7679317" y="1815167"/>
                  <a:pt x="7960356" y="1536596"/>
                  <a:pt x="8319206" y="1477664"/>
                </a:cubicBezTo>
                <a:lnTo>
                  <a:pt x="gd1741" y="gd1742"/>
                </a:lnTo>
                <a:cubicBezTo>
                  <a:pt x="8324632" y="1475523"/>
                  <a:pt x="8329960" y="1474582"/>
                  <a:pt x="8335536" y="1474998"/>
                </a:cubicBezTo>
                <a:cubicBezTo>
                  <a:pt x="8366719" y="1469485"/>
                  <a:pt x="8398612" y="1466527"/>
                  <a:pt x="8430998" y="1466004"/>
                </a:cubicBezTo>
                <a:lnTo>
                  <a:pt x="gd1747" y="gd1748"/>
                </a:lnTo>
                <a:close/>
                <a:moveTo>
                  <a:pt x="gd1749" y="gd1750"/>
                </a:moveTo>
                <a:lnTo>
                  <a:pt x="gd1751" y="gd1752"/>
                </a:lnTo>
                <a:cubicBezTo>
                  <a:pt x="6819195" y="1466527"/>
                  <a:pt x="6851088" y="1469485"/>
                  <a:pt x="6882271" y="1474998"/>
                </a:cubicBezTo>
                <a:cubicBezTo>
                  <a:pt x="6887847" y="1474582"/>
                  <a:pt x="6893175" y="1475523"/>
                  <a:pt x="6898484" y="1476525"/>
                </a:cubicBezTo>
                <a:lnTo>
                  <a:pt x="gd1757" y="gd1758"/>
                </a:lnTo>
                <a:cubicBezTo>
                  <a:pt x="7257451" y="1536596"/>
                  <a:pt x="7538490" y="1815167"/>
                  <a:pt x="7588766" y="2165262"/>
                </a:cubicBezTo>
                <a:cubicBezTo>
                  <a:pt x="7588934" y="2165315"/>
                  <a:pt x="7589103" y="2165320"/>
                  <a:pt x="7589272" y="2165325"/>
                </a:cubicBezTo>
                <a:lnTo>
                  <a:pt x="gd1763" y="gd1764"/>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gd1771" y="gd1772"/>
                </a:lnTo>
                <a:lnTo>
                  <a:pt x="gd1773" y="gd1774"/>
                </a:lnTo>
                <a:lnTo>
                  <a:pt x="gd1775" y="gd1776"/>
                </a:lnTo>
                <a:cubicBezTo>
                  <a:pt x="7548036" y="2290213"/>
                  <a:pt x="7516156" y="2287255"/>
                  <a:pt x="7484984" y="2281745"/>
                </a:cubicBezTo>
                <a:cubicBezTo>
                  <a:pt x="7479407" y="2282161"/>
                  <a:pt x="7474078" y="2281220"/>
                  <a:pt x="7468767" y="2280217"/>
                </a:cubicBezTo>
                <a:lnTo>
                  <a:pt x="gd1781" y="gd1782"/>
                </a:lnTo>
                <a:cubicBezTo>
                  <a:pt x="7109800" y="2220146"/>
                  <a:pt x="6828761" y="1941574"/>
                  <a:pt x="6778486" y="1591480"/>
                </a:cubicBezTo>
                <a:cubicBezTo>
                  <a:pt x="6778318" y="1591427"/>
                  <a:pt x="6778150" y="1591423"/>
                  <a:pt x="6777980" y="1591418"/>
                </a:cubicBezTo>
                <a:lnTo>
                  <a:pt x="gd1787" y="gd1788"/>
                </a:lnTo>
                <a:cubicBezTo>
                  <a:pt x="6772383" y="1554782"/>
                  <a:pt x="6769933" y="1524133"/>
                  <a:pt x="6769975" y="1493044"/>
                </a:cubicBezTo>
                <a:cubicBezTo>
                  <a:pt x="6768663" y="1487460"/>
                  <a:pt x="6768604" y="1481838"/>
                  <a:pt x="6768604" y="1476202"/>
                </a:cubicBezTo>
                <a:lnTo>
                  <a:pt x="gd1793" y="gd1794"/>
                </a:lnTo>
                <a:lnTo>
                  <a:pt x="gd1795" y="gd1796"/>
                </a:lnTo>
                <a:lnTo>
                  <a:pt x="gd1797" y="gd1798"/>
                </a:lnTo>
                <a:close/>
                <a:moveTo>
                  <a:pt x="gd1799" y="gd1800"/>
                </a:moveTo>
                <a:lnTo>
                  <a:pt x="gd1801" y="gd1802"/>
                </a:lnTo>
                <a:lnTo>
                  <a:pt x="gd1803" y="gd1804"/>
                </a:lnTo>
                <a:lnTo>
                  <a:pt x="gd1805" y="gd1806"/>
                </a:lnTo>
                <a:cubicBezTo>
                  <a:pt x="6757052" y="1481838"/>
                  <a:pt x="6756994" y="1487460"/>
                  <a:pt x="6755682" y="1493044"/>
                </a:cubicBezTo>
                <a:cubicBezTo>
                  <a:pt x="6755724" y="1524133"/>
                  <a:pt x="6753273" y="1554782"/>
                  <a:pt x="6748215" y="1584794"/>
                </a:cubicBezTo>
                <a:lnTo>
                  <a:pt x="gd1811" y="gd1812"/>
                </a:lnTo>
                <a:cubicBezTo>
                  <a:pt x="6747507" y="1591423"/>
                  <a:pt x="6747338" y="1591427"/>
                  <a:pt x="6747171" y="1591480"/>
                </a:cubicBezTo>
                <a:cubicBezTo>
                  <a:pt x="6696895" y="1941574"/>
                  <a:pt x="6415856" y="2220146"/>
                  <a:pt x="6057005" y="2279078"/>
                </a:cubicBezTo>
                <a:lnTo>
                  <a:pt x="gd1817" y="gd1818"/>
                </a:lnTo>
                <a:cubicBezTo>
                  <a:pt x="6051578" y="2281220"/>
                  <a:pt x="6046249" y="2282161"/>
                  <a:pt x="6040672" y="2281745"/>
                </a:cubicBezTo>
                <a:cubicBezTo>
                  <a:pt x="6009500" y="2287255"/>
                  <a:pt x="5977620" y="2290213"/>
                  <a:pt x="5945246" y="2290736"/>
                </a:cubicBezTo>
                <a:lnTo>
                  <a:pt x="gd1823" y="gd1824"/>
                </a:lnTo>
                <a:lnTo>
                  <a:pt x="gd1825" y="gd1826"/>
                </a:lnTo>
                <a:lnTo>
                  <a:pt x="gd1827" y="gd1828"/>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gd1835" y="gd1836"/>
                </a:lnTo>
                <a:cubicBezTo>
                  <a:pt x="5936553" y="2165320"/>
                  <a:pt x="5936722" y="2165315"/>
                  <a:pt x="5936890" y="2165262"/>
                </a:cubicBezTo>
                <a:cubicBezTo>
                  <a:pt x="5987166" y="1815167"/>
                  <a:pt x="6268205" y="1536596"/>
                  <a:pt x="6627056" y="1477664"/>
                </a:cubicBezTo>
                <a:lnTo>
                  <a:pt x="gd1841" y="gd1842"/>
                </a:lnTo>
                <a:cubicBezTo>
                  <a:pt x="6632481" y="1475523"/>
                  <a:pt x="6637809" y="1474582"/>
                  <a:pt x="6643385" y="1474998"/>
                </a:cubicBezTo>
                <a:cubicBezTo>
                  <a:pt x="6674569" y="1469485"/>
                  <a:pt x="6706461" y="1466527"/>
                  <a:pt x="6738847" y="1466004"/>
                </a:cubicBezTo>
                <a:lnTo>
                  <a:pt x="gd1847" y="gd1848"/>
                </a:lnTo>
                <a:close/>
                <a:moveTo>
                  <a:pt x="gd1849" y="gd1850"/>
                </a:moveTo>
                <a:lnTo>
                  <a:pt x="gd1851" y="gd1852"/>
                </a:lnTo>
                <a:cubicBezTo>
                  <a:pt x="5127044" y="1466527"/>
                  <a:pt x="5158937" y="1469485"/>
                  <a:pt x="5190120" y="1474998"/>
                </a:cubicBezTo>
                <a:cubicBezTo>
                  <a:pt x="5195696" y="1474582"/>
                  <a:pt x="5201024" y="1475523"/>
                  <a:pt x="5206334" y="1476525"/>
                </a:cubicBezTo>
                <a:lnTo>
                  <a:pt x="gd1857" y="gd1858"/>
                </a:lnTo>
                <a:cubicBezTo>
                  <a:pt x="5565300" y="1536596"/>
                  <a:pt x="5846339" y="1815167"/>
                  <a:pt x="5896616" y="2165262"/>
                </a:cubicBezTo>
                <a:cubicBezTo>
                  <a:pt x="5896783" y="2165315"/>
                  <a:pt x="5896953" y="2165320"/>
                  <a:pt x="5897121" y="2165325"/>
                </a:cubicBezTo>
                <a:lnTo>
                  <a:pt x="gd1863" y="gd1864"/>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gd1871" y="gd1872"/>
                </a:lnTo>
                <a:lnTo>
                  <a:pt x="gd1873" y="gd1874"/>
                </a:lnTo>
                <a:lnTo>
                  <a:pt x="gd1875" y="gd1876"/>
                </a:lnTo>
                <a:cubicBezTo>
                  <a:pt x="5855886" y="2290213"/>
                  <a:pt x="5824005" y="2287255"/>
                  <a:pt x="5792833" y="2281745"/>
                </a:cubicBezTo>
                <a:cubicBezTo>
                  <a:pt x="5787256" y="2282161"/>
                  <a:pt x="5781927" y="2281220"/>
                  <a:pt x="5776617" y="2280217"/>
                </a:cubicBezTo>
                <a:lnTo>
                  <a:pt x="gd1881" y="gd1882"/>
                </a:lnTo>
                <a:cubicBezTo>
                  <a:pt x="5417649" y="2220146"/>
                  <a:pt x="5136610" y="1941574"/>
                  <a:pt x="5086335" y="1591480"/>
                </a:cubicBezTo>
                <a:cubicBezTo>
                  <a:pt x="5086167" y="1591427"/>
                  <a:pt x="5085999" y="1591423"/>
                  <a:pt x="5085830" y="1591418"/>
                </a:cubicBezTo>
                <a:lnTo>
                  <a:pt x="gd1887" y="gd1888"/>
                </a:lnTo>
                <a:cubicBezTo>
                  <a:pt x="5080233" y="1554782"/>
                  <a:pt x="5077782" y="1524133"/>
                  <a:pt x="5077824" y="1493044"/>
                </a:cubicBezTo>
                <a:cubicBezTo>
                  <a:pt x="5076512" y="1487460"/>
                  <a:pt x="5076453" y="1481838"/>
                  <a:pt x="5076453" y="1476202"/>
                </a:cubicBezTo>
                <a:lnTo>
                  <a:pt x="gd1893" y="gd1894"/>
                </a:lnTo>
                <a:lnTo>
                  <a:pt x="gd1895" y="gd1896"/>
                </a:lnTo>
                <a:lnTo>
                  <a:pt x="gd1897" y="gd1898"/>
                </a:lnTo>
                <a:close/>
                <a:moveTo>
                  <a:pt x="gd1899" y="gd1900"/>
                </a:moveTo>
                <a:lnTo>
                  <a:pt x="gd1901" y="gd1902"/>
                </a:lnTo>
                <a:lnTo>
                  <a:pt x="gd1903" y="gd1904"/>
                </a:lnTo>
                <a:lnTo>
                  <a:pt x="gd1905" y="gd1906"/>
                </a:lnTo>
                <a:cubicBezTo>
                  <a:pt x="5064902" y="1481838"/>
                  <a:pt x="5064842" y="1487460"/>
                  <a:pt x="5063530" y="1493044"/>
                </a:cubicBezTo>
                <a:cubicBezTo>
                  <a:pt x="5063572" y="1524133"/>
                  <a:pt x="5061122" y="1554782"/>
                  <a:pt x="5056063" y="1584794"/>
                </a:cubicBezTo>
                <a:lnTo>
                  <a:pt x="gd1911" y="gd1912"/>
                </a:lnTo>
                <a:cubicBezTo>
                  <a:pt x="5055355" y="1591423"/>
                  <a:pt x="5055187" y="1591427"/>
                  <a:pt x="5055019" y="1591480"/>
                </a:cubicBezTo>
                <a:cubicBezTo>
                  <a:pt x="5004744" y="1941574"/>
                  <a:pt x="4723705" y="2220146"/>
                  <a:pt x="4364853" y="2279078"/>
                </a:cubicBezTo>
                <a:lnTo>
                  <a:pt x="gd1917" y="gd1918"/>
                </a:lnTo>
                <a:cubicBezTo>
                  <a:pt x="4359427" y="2281220"/>
                  <a:pt x="4354098" y="2282161"/>
                  <a:pt x="4348521" y="2281745"/>
                </a:cubicBezTo>
                <a:cubicBezTo>
                  <a:pt x="4317350" y="2287255"/>
                  <a:pt x="4285468" y="2290213"/>
                  <a:pt x="4253094" y="2290736"/>
                </a:cubicBezTo>
                <a:lnTo>
                  <a:pt x="gd1923" y="gd1924"/>
                </a:lnTo>
                <a:lnTo>
                  <a:pt x="gd1925" y="gd1926"/>
                </a:lnTo>
                <a:lnTo>
                  <a:pt x="gd1927" y="gd1928"/>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gd1935" y="gd1936"/>
                </a:lnTo>
                <a:cubicBezTo>
                  <a:pt x="4244401" y="2165320"/>
                  <a:pt x="4244571" y="2165315"/>
                  <a:pt x="4244738" y="2165262"/>
                </a:cubicBezTo>
                <a:cubicBezTo>
                  <a:pt x="4295015" y="1815167"/>
                  <a:pt x="4576054" y="1536596"/>
                  <a:pt x="4934904" y="1477664"/>
                </a:cubicBezTo>
                <a:lnTo>
                  <a:pt x="gd1941" y="gd1942"/>
                </a:lnTo>
                <a:cubicBezTo>
                  <a:pt x="4940330" y="1475523"/>
                  <a:pt x="4945658" y="1474582"/>
                  <a:pt x="4951234" y="1474998"/>
                </a:cubicBezTo>
                <a:cubicBezTo>
                  <a:pt x="4982417" y="1469485"/>
                  <a:pt x="5014310" y="1466527"/>
                  <a:pt x="5046695" y="1466004"/>
                </a:cubicBezTo>
                <a:lnTo>
                  <a:pt x="gd1947" y="gd1948"/>
                </a:lnTo>
                <a:close/>
                <a:moveTo>
                  <a:pt x="gd1949" y="gd1950"/>
                </a:moveTo>
                <a:lnTo>
                  <a:pt x="gd1951" y="gd1952"/>
                </a:lnTo>
                <a:cubicBezTo>
                  <a:pt x="3434893" y="1466527"/>
                  <a:pt x="3466785" y="1469485"/>
                  <a:pt x="3497969" y="1474998"/>
                </a:cubicBezTo>
                <a:cubicBezTo>
                  <a:pt x="3503545" y="1474582"/>
                  <a:pt x="3508873" y="1475523"/>
                  <a:pt x="3514181" y="1476525"/>
                </a:cubicBezTo>
                <a:lnTo>
                  <a:pt x="gd1957" y="gd1958"/>
                </a:lnTo>
                <a:cubicBezTo>
                  <a:pt x="3873149" y="1536596"/>
                  <a:pt x="4154188" y="1815167"/>
                  <a:pt x="4204464" y="2165262"/>
                </a:cubicBezTo>
                <a:cubicBezTo>
                  <a:pt x="4204632" y="2165315"/>
                  <a:pt x="4204801" y="2165320"/>
                  <a:pt x="4204970" y="2165325"/>
                </a:cubicBezTo>
                <a:lnTo>
                  <a:pt x="gd1963" y="gd1964"/>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gd1971" y="gd1972"/>
                </a:lnTo>
                <a:lnTo>
                  <a:pt x="gd1973" y="gd1974"/>
                </a:lnTo>
                <a:lnTo>
                  <a:pt x="gd1975" y="gd1976"/>
                </a:lnTo>
                <a:cubicBezTo>
                  <a:pt x="4163734" y="2290213"/>
                  <a:pt x="4131854" y="2287255"/>
                  <a:pt x="4100682" y="2281745"/>
                </a:cubicBezTo>
                <a:cubicBezTo>
                  <a:pt x="4095105" y="2282161"/>
                  <a:pt x="4089776" y="2281220"/>
                  <a:pt x="4084465" y="2280217"/>
                </a:cubicBezTo>
                <a:lnTo>
                  <a:pt x="gd1981" y="gd1982"/>
                </a:lnTo>
                <a:cubicBezTo>
                  <a:pt x="3725498" y="2220146"/>
                  <a:pt x="3444459" y="1941574"/>
                  <a:pt x="3394183" y="1591480"/>
                </a:cubicBezTo>
                <a:cubicBezTo>
                  <a:pt x="3394016" y="1591427"/>
                  <a:pt x="3393847" y="1591423"/>
                  <a:pt x="3393678" y="1591418"/>
                </a:cubicBezTo>
                <a:lnTo>
                  <a:pt x="gd1987" y="gd1988"/>
                </a:lnTo>
                <a:cubicBezTo>
                  <a:pt x="3388081" y="1554782"/>
                  <a:pt x="3385630" y="1524133"/>
                  <a:pt x="3385672" y="1493044"/>
                </a:cubicBezTo>
                <a:cubicBezTo>
                  <a:pt x="3384360" y="1487460"/>
                  <a:pt x="3384302" y="1481838"/>
                  <a:pt x="3384302" y="1476202"/>
                </a:cubicBezTo>
                <a:lnTo>
                  <a:pt x="gd1993" y="gd1994"/>
                </a:lnTo>
                <a:lnTo>
                  <a:pt x="gd1995" y="gd1996"/>
                </a:lnTo>
                <a:lnTo>
                  <a:pt x="gd1997" y="gd1998"/>
                </a:lnTo>
                <a:close/>
                <a:moveTo>
                  <a:pt x="gd1999" y="gd2000"/>
                </a:moveTo>
                <a:lnTo>
                  <a:pt x="gd2001" y="gd2002"/>
                </a:lnTo>
                <a:lnTo>
                  <a:pt x="gd2003" y="gd2004"/>
                </a:lnTo>
                <a:lnTo>
                  <a:pt x="gd2005" y="gd2006"/>
                </a:lnTo>
                <a:cubicBezTo>
                  <a:pt x="3372750" y="1481838"/>
                  <a:pt x="3372691" y="1487460"/>
                  <a:pt x="3371379" y="1493044"/>
                </a:cubicBezTo>
                <a:cubicBezTo>
                  <a:pt x="3371421" y="1524133"/>
                  <a:pt x="3368971" y="1554782"/>
                  <a:pt x="3363912" y="1584794"/>
                </a:cubicBezTo>
                <a:lnTo>
                  <a:pt x="gd2011" y="gd2012"/>
                </a:lnTo>
                <a:cubicBezTo>
                  <a:pt x="3363204" y="1591423"/>
                  <a:pt x="3363036" y="1591427"/>
                  <a:pt x="3362868" y="1591480"/>
                </a:cubicBezTo>
                <a:cubicBezTo>
                  <a:pt x="3312593" y="1941574"/>
                  <a:pt x="3031554" y="2220146"/>
                  <a:pt x="2672703" y="2279078"/>
                </a:cubicBezTo>
                <a:lnTo>
                  <a:pt x="gd2017" y="gd2018"/>
                </a:lnTo>
                <a:cubicBezTo>
                  <a:pt x="2667276" y="2281220"/>
                  <a:pt x="2661947" y="2282161"/>
                  <a:pt x="2656370" y="2281745"/>
                </a:cubicBezTo>
                <a:cubicBezTo>
                  <a:pt x="2625198" y="2287255"/>
                  <a:pt x="2593318" y="2290213"/>
                  <a:pt x="2560943" y="2290736"/>
                </a:cubicBezTo>
                <a:lnTo>
                  <a:pt x="gd2023" y="gd2024"/>
                </a:lnTo>
                <a:lnTo>
                  <a:pt x="gd2025" y="gd2026"/>
                </a:lnTo>
                <a:lnTo>
                  <a:pt x="gd2027" y="gd2028"/>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gd2035" y="gd2036"/>
                </a:lnTo>
                <a:cubicBezTo>
                  <a:pt x="2552250" y="2165320"/>
                  <a:pt x="2552420" y="2165315"/>
                  <a:pt x="2552587" y="2165262"/>
                </a:cubicBezTo>
                <a:cubicBezTo>
                  <a:pt x="2602864" y="1815167"/>
                  <a:pt x="2883903" y="1536596"/>
                  <a:pt x="3242753" y="1477664"/>
                </a:cubicBezTo>
                <a:lnTo>
                  <a:pt x="gd2041" y="gd2042"/>
                </a:lnTo>
                <a:cubicBezTo>
                  <a:pt x="3248179" y="1475523"/>
                  <a:pt x="3253507" y="1474582"/>
                  <a:pt x="3259083" y="1474998"/>
                </a:cubicBezTo>
                <a:cubicBezTo>
                  <a:pt x="3290266" y="1469485"/>
                  <a:pt x="3322159" y="1466527"/>
                  <a:pt x="3354544" y="1466004"/>
                </a:cubicBezTo>
                <a:lnTo>
                  <a:pt x="gd2047" y="gd2048"/>
                </a:lnTo>
                <a:close/>
                <a:moveTo>
                  <a:pt x="gd2049" y="gd2050"/>
                </a:moveTo>
                <a:lnTo>
                  <a:pt x="gd2051" y="gd2052"/>
                </a:lnTo>
                <a:cubicBezTo>
                  <a:pt x="1742742" y="1466527"/>
                  <a:pt x="1774634" y="1469485"/>
                  <a:pt x="1805818" y="1474998"/>
                </a:cubicBezTo>
                <a:cubicBezTo>
                  <a:pt x="1811394" y="1474582"/>
                  <a:pt x="1816722" y="1475523"/>
                  <a:pt x="1822030" y="1476525"/>
                </a:cubicBezTo>
                <a:lnTo>
                  <a:pt x="gd2057" y="gd2058"/>
                </a:lnTo>
                <a:cubicBezTo>
                  <a:pt x="2180998" y="1536596"/>
                  <a:pt x="2462037" y="1815167"/>
                  <a:pt x="2512313" y="2165262"/>
                </a:cubicBezTo>
                <a:cubicBezTo>
                  <a:pt x="2512481" y="2165315"/>
                  <a:pt x="2512650" y="2165320"/>
                  <a:pt x="2512819" y="2165325"/>
                </a:cubicBezTo>
                <a:lnTo>
                  <a:pt x="gd2063" y="gd2064"/>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gd2071" y="gd2072"/>
                </a:lnTo>
                <a:lnTo>
                  <a:pt x="gd2073" y="gd2074"/>
                </a:lnTo>
                <a:lnTo>
                  <a:pt x="gd2075" y="gd2076"/>
                </a:lnTo>
                <a:cubicBezTo>
                  <a:pt x="2471583" y="2290213"/>
                  <a:pt x="2439703" y="2287255"/>
                  <a:pt x="2408531" y="2281745"/>
                </a:cubicBezTo>
                <a:cubicBezTo>
                  <a:pt x="2402954" y="2282161"/>
                  <a:pt x="2397625" y="2281220"/>
                  <a:pt x="2392314" y="2280217"/>
                </a:cubicBezTo>
                <a:lnTo>
                  <a:pt x="gd2081" y="gd2082"/>
                </a:lnTo>
                <a:cubicBezTo>
                  <a:pt x="2033347" y="2220146"/>
                  <a:pt x="1752308" y="1941574"/>
                  <a:pt x="1702032" y="1591480"/>
                </a:cubicBezTo>
                <a:cubicBezTo>
                  <a:pt x="1701865" y="1591427"/>
                  <a:pt x="1701696" y="1591423"/>
                  <a:pt x="1701527" y="1591418"/>
                </a:cubicBezTo>
                <a:lnTo>
                  <a:pt x="gd2087" y="gd2088"/>
                </a:lnTo>
                <a:cubicBezTo>
                  <a:pt x="1695930" y="1554782"/>
                  <a:pt x="1693479" y="1524133"/>
                  <a:pt x="1693521" y="1493044"/>
                </a:cubicBezTo>
                <a:cubicBezTo>
                  <a:pt x="1692209" y="1487460"/>
                  <a:pt x="1692151" y="1481838"/>
                  <a:pt x="1692151" y="1476202"/>
                </a:cubicBezTo>
                <a:lnTo>
                  <a:pt x="gd2093" y="gd2094"/>
                </a:lnTo>
                <a:lnTo>
                  <a:pt x="gd2095" y="gd2096"/>
                </a:lnTo>
                <a:lnTo>
                  <a:pt x="gd2097" y="gd2098"/>
                </a:lnTo>
                <a:close/>
                <a:moveTo>
                  <a:pt x="gd2099" y="gd2100"/>
                </a:moveTo>
                <a:lnTo>
                  <a:pt x="gd2101" y="gd2102"/>
                </a:lnTo>
                <a:lnTo>
                  <a:pt x="gd2103" y="gd2104"/>
                </a:lnTo>
                <a:lnTo>
                  <a:pt x="gd2105" y="gd2106"/>
                </a:lnTo>
                <a:cubicBezTo>
                  <a:pt x="1680599" y="1481838"/>
                  <a:pt x="1680540" y="1487460"/>
                  <a:pt x="1679228" y="1493044"/>
                </a:cubicBezTo>
                <a:cubicBezTo>
                  <a:pt x="1679270" y="1524133"/>
                  <a:pt x="1676820" y="1554782"/>
                  <a:pt x="1671761" y="1584794"/>
                </a:cubicBezTo>
                <a:lnTo>
                  <a:pt x="gd2111" y="gd2112"/>
                </a:lnTo>
                <a:cubicBezTo>
                  <a:pt x="1671053" y="1591423"/>
                  <a:pt x="1670885" y="1591427"/>
                  <a:pt x="1670717" y="1591480"/>
                </a:cubicBezTo>
                <a:cubicBezTo>
                  <a:pt x="1620442" y="1941574"/>
                  <a:pt x="1339403" y="2220146"/>
                  <a:pt x="980552" y="2279078"/>
                </a:cubicBezTo>
                <a:lnTo>
                  <a:pt x="gd2117" y="gd2118"/>
                </a:lnTo>
                <a:cubicBezTo>
                  <a:pt x="975125" y="2281220"/>
                  <a:pt x="969796" y="2282161"/>
                  <a:pt x="964219" y="2281745"/>
                </a:cubicBezTo>
                <a:cubicBezTo>
                  <a:pt x="933047" y="2287255"/>
                  <a:pt x="901167" y="2290213"/>
                  <a:pt x="868792" y="2290736"/>
                </a:cubicBezTo>
                <a:lnTo>
                  <a:pt x="gd2123" y="gd2124"/>
                </a:lnTo>
                <a:lnTo>
                  <a:pt x="gd2125" y="gd2126"/>
                </a:lnTo>
                <a:lnTo>
                  <a:pt x="gd2127" y="gd2128"/>
                </a:lnTo>
                <a:cubicBezTo>
                  <a:pt x="850583" y="2288119"/>
                  <a:pt x="850556" y="2284333"/>
                  <a:pt x="850556" y="2280541"/>
                </a:cubicBezTo>
                <a:cubicBezTo>
                  <a:pt x="850556" y="2274903"/>
                  <a:pt x="850614" y="2269279"/>
                  <a:pt x="851926" y="2263693"/>
                </a:cubicBezTo>
                <a:cubicBezTo>
                  <a:pt x="851884" y="2232611"/>
                  <a:pt x="854334" y="2201969"/>
                  <a:pt x="859390" y="2171962"/>
                </a:cubicBezTo>
                <a:lnTo>
                  <a:pt x="gd2135" y="gd2136"/>
                </a:lnTo>
                <a:cubicBezTo>
                  <a:pt x="860099" y="2165320"/>
                  <a:pt x="860269" y="2165315"/>
                  <a:pt x="860436" y="2165262"/>
                </a:cubicBezTo>
                <a:cubicBezTo>
                  <a:pt x="910713" y="1815167"/>
                  <a:pt x="1191752" y="1536596"/>
                  <a:pt x="1550602" y="1477664"/>
                </a:cubicBezTo>
                <a:lnTo>
                  <a:pt x="gd2141" y="gd2142"/>
                </a:lnTo>
                <a:cubicBezTo>
                  <a:pt x="1556028" y="1475523"/>
                  <a:pt x="1561356" y="1474582"/>
                  <a:pt x="1566932" y="1474998"/>
                </a:cubicBezTo>
                <a:cubicBezTo>
                  <a:pt x="1598115" y="1469485"/>
                  <a:pt x="1630008" y="1466527"/>
                  <a:pt x="1662393" y="1466004"/>
                </a:cubicBezTo>
                <a:lnTo>
                  <a:pt x="gd2147" y="gd2148"/>
                </a:lnTo>
                <a:close/>
                <a:moveTo>
                  <a:pt x="gd2149" y="gd2150"/>
                </a:moveTo>
                <a:lnTo>
                  <a:pt x="gd2151" y="gd2152"/>
                </a:lnTo>
                <a:cubicBezTo>
                  <a:pt x="50591" y="1466527"/>
                  <a:pt x="82483" y="1469485"/>
                  <a:pt x="113667" y="1474998"/>
                </a:cubicBezTo>
                <a:cubicBezTo>
                  <a:pt x="119243" y="1474582"/>
                  <a:pt x="124571" y="1475523"/>
                  <a:pt x="129879" y="1476525"/>
                </a:cubicBezTo>
                <a:lnTo>
                  <a:pt x="gd2157" y="gd2158"/>
                </a:lnTo>
                <a:cubicBezTo>
                  <a:pt x="488847" y="1536596"/>
                  <a:pt x="769886" y="1815167"/>
                  <a:pt x="820162" y="2165262"/>
                </a:cubicBezTo>
                <a:cubicBezTo>
                  <a:pt x="820330" y="2165315"/>
                  <a:pt x="820499" y="2165320"/>
                  <a:pt x="820668" y="2165325"/>
                </a:cubicBezTo>
                <a:lnTo>
                  <a:pt x="gd2163" y="gd2164"/>
                </a:lnTo>
                <a:cubicBezTo>
                  <a:pt x="826265" y="2201969"/>
                  <a:pt x="828714" y="2232611"/>
                  <a:pt x="828672" y="2263693"/>
                </a:cubicBezTo>
                <a:cubicBezTo>
                  <a:pt x="829984" y="2269279"/>
                  <a:pt x="830043" y="2274903"/>
                  <a:pt x="830043" y="2280541"/>
                </a:cubicBezTo>
                <a:cubicBezTo>
                  <a:pt x="830043" y="2284333"/>
                  <a:pt x="830016" y="2288119"/>
                  <a:pt x="829450" y="2291891"/>
                </a:cubicBezTo>
                <a:lnTo>
                  <a:pt x="gd2171" y="gd2172"/>
                </a:lnTo>
                <a:lnTo>
                  <a:pt x="gd2173" y="gd2174"/>
                </a:lnTo>
                <a:lnTo>
                  <a:pt x="gd2175" y="gd2176"/>
                </a:lnTo>
                <a:cubicBezTo>
                  <a:pt x="779432" y="2290213"/>
                  <a:pt x="747552" y="2287255"/>
                  <a:pt x="716380" y="2281745"/>
                </a:cubicBezTo>
                <a:cubicBezTo>
                  <a:pt x="710803" y="2282161"/>
                  <a:pt x="705474" y="2281220"/>
                  <a:pt x="700163" y="2280217"/>
                </a:cubicBezTo>
                <a:lnTo>
                  <a:pt x="gd2181" y="gd2182"/>
                </a:lnTo>
                <a:cubicBezTo>
                  <a:pt x="341196" y="2220146"/>
                  <a:pt x="60157" y="1941574"/>
                  <a:pt x="9881" y="1591480"/>
                </a:cubicBezTo>
                <a:cubicBezTo>
                  <a:pt x="9714" y="1591427"/>
                  <a:pt x="9545" y="1591423"/>
                  <a:pt x="9376" y="1591418"/>
                </a:cubicBezTo>
                <a:lnTo>
                  <a:pt x="gd2187" y="gd2188"/>
                </a:lnTo>
                <a:cubicBezTo>
                  <a:pt x="3779" y="1554782"/>
                  <a:pt x="1328" y="1524133"/>
                  <a:pt x="1370" y="1493044"/>
                </a:cubicBezTo>
                <a:cubicBezTo>
                  <a:pt x="58" y="1487460"/>
                  <a:pt x="0" y="1481838"/>
                  <a:pt x="0" y="1476202"/>
                </a:cubicBezTo>
                <a:lnTo>
                  <a:pt x="gd2193" y="gd2194"/>
                </a:lnTo>
                <a:lnTo>
                  <a:pt x="gd2195" y="gd2196"/>
                </a:lnTo>
                <a:lnTo>
                  <a:pt x="gd2197" y="gd2198"/>
                </a:lnTo>
                <a:close/>
                <a:moveTo>
                  <a:pt x="gd2199" y="gd2200"/>
                </a:moveTo>
                <a:cubicBezTo>
                  <a:pt x="7815805" y="1021506"/>
                  <a:pt x="8030648" y="1236303"/>
                  <a:pt x="8305838" y="1295446"/>
                </a:cubicBezTo>
                <a:cubicBezTo>
                  <a:pt x="8252563" y="1024540"/>
                  <a:pt x="8037719" y="809743"/>
                  <a:pt x="7762529" y="750600"/>
                </a:cubicBezTo>
                <a:close/>
                <a:moveTo>
                  <a:pt x="gd2205" y="gd2206"/>
                </a:moveTo>
                <a:cubicBezTo>
                  <a:pt x="7180090" y="809743"/>
                  <a:pt x="6965246" y="1024540"/>
                  <a:pt x="6911971" y="1295446"/>
                </a:cubicBezTo>
                <a:cubicBezTo>
                  <a:pt x="7187161" y="1236303"/>
                  <a:pt x="7402004" y="1021506"/>
                  <a:pt x="7455280" y="750600"/>
                </a:cubicBezTo>
                <a:close/>
                <a:moveTo>
                  <a:pt x="gd2211" y="gd2212"/>
                </a:moveTo>
                <a:cubicBezTo>
                  <a:pt x="6123654" y="1021506"/>
                  <a:pt x="6338497" y="1236303"/>
                  <a:pt x="6613687" y="1295446"/>
                </a:cubicBezTo>
                <a:cubicBezTo>
                  <a:pt x="6560412" y="1024540"/>
                  <a:pt x="6345568" y="809743"/>
                  <a:pt x="6070378" y="750600"/>
                </a:cubicBezTo>
                <a:close/>
                <a:moveTo>
                  <a:pt x="gd2217" y="gd2218"/>
                </a:moveTo>
                <a:cubicBezTo>
                  <a:pt x="5487939" y="809743"/>
                  <a:pt x="5273095" y="1024540"/>
                  <a:pt x="5219820" y="1295446"/>
                </a:cubicBezTo>
                <a:cubicBezTo>
                  <a:pt x="5495010" y="1236303"/>
                  <a:pt x="5709853" y="1021506"/>
                  <a:pt x="5763129" y="750600"/>
                </a:cubicBezTo>
                <a:close/>
                <a:moveTo>
                  <a:pt x="gd2223" y="gd2224"/>
                </a:moveTo>
                <a:cubicBezTo>
                  <a:pt x="4431503" y="1021506"/>
                  <a:pt x="4646346" y="1236303"/>
                  <a:pt x="4921536" y="1295446"/>
                </a:cubicBezTo>
                <a:cubicBezTo>
                  <a:pt x="4868261" y="1024540"/>
                  <a:pt x="4653417" y="809743"/>
                  <a:pt x="4378227" y="750600"/>
                </a:cubicBezTo>
                <a:close/>
                <a:moveTo>
                  <a:pt x="gd2229" y="gd2230"/>
                </a:moveTo>
                <a:cubicBezTo>
                  <a:pt x="3795788" y="809743"/>
                  <a:pt x="3580944" y="1024540"/>
                  <a:pt x="3527669" y="1295446"/>
                </a:cubicBezTo>
                <a:cubicBezTo>
                  <a:pt x="3802859" y="1236303"/>
                  <a:pt x="4017702" y="1021506"/>
                  <a:pt x="4070978" y="750600"/>
                </a:cubicBezTo>
                <a:close/>
                <a:moveTo>
                  <a:pt x="gd2235" y="gd2236"/>
                </a:moveTo>
                <a:cubicBezTo>
                  <a:pt x="2739352" y="1021506"/>
                  <a:pt x="2954195" y="1236303"/>
                  <a:pt x="3229385" y="1295446"/>
                </a:cubicBezTo>
                <a:cubicBezTo>
                  <a:pt x="3176110" y="1024540"/>
                  <a:pt x="2961266" y="809743"/>
                  <a:pt x="2686076" y="750600"/>
                </a:cubicBezTo>
                <a:close/>
                <a:moveTo>
                  <a:pt x="gd2241" y="gd2242"/>
                </a:moveTo>
                <a:cubicBezTo>
                  <a:pt x="2103637" y="809743"/>
                  <a:pt x="1888793" y="1024540"/>
                  <a:pt x="1835518" y="1295446"/>
                </a:cubicBezTo>
                <a:cubicBezTo>
                  <a:pt x="2110708" y="1236303"/>
                  <a:pt x="2325551" y="1021506"/>
                  <a:pt x="2378827" y="750600"/>
                </a:cubicBezTo>
                <a:close/>
                <a:moveTo>
                  <a:pt x="gd2247" y="gd2248"/>
                </a:moveTo>
                <a:cubicBezTo>
                  <a:pt x="1047201" y="1021506"/>
                  <a:pt x="1262044" y="1236303"/>
                  <a:pt x="1537234" y="1295446"/>
                </a:cubicBezTo>
                <a:cubicBezTo>
                  <a:pt x="1483959" y="1024540"/>
                  <a:pt x="1269115" y="809743"/>
                  <a:pt x="993925" y="750600"/>
                </a:cubicBezTo>
                <a:close/>
                <a:moveTo>
                  <a:pt x="gd2253" y="gd2254"/>
                </a:moveTo>
                <a:cubicBezTo>
                  <a:pt x="411486" y="809743"/>
                  <a:pt x="196642" y="1024540"/>
                  <a:pt x="143367" y="1295446"/>
                </a:cubicBezTo>
                <a:cubicBezTo>
                  <a:pt x="418557" y="1236303"/>
                  <a:pt x="633400" y="1021506"/>
                  <a:pt x="686676" y="750600"/>
                </a:cubicBezTo>
                <a:close/>
                <a:moveTo>
                  <a:pt x="gd2259" y="gd2260"/>
                </a:moveTo>
                <a:lnTo>
                  <a:pt x="gd2261" y="gd2262"/>
                </a:lnTo>
                <a:lnTo>
                  <a:pt x="gd2263" y="gd2264"/>
                </a:lnTo>
                <a:cubicBezTo>
                  <a:pt x="8821055" y="864319"/>
                  <a:pt x="8650738" y="1058403"/>
                  <a:pt x="8604122" y="1295446"/>
                </a:cubicBezTo>
                <a:cubicBezTo>
                  <a:pt x="8844913" y="1243696"/>
                  <a:pt x="9039501" y="1072773"/>
                  <a:pt x="9120077" y="849365"/>
                </a:cubicBezTo>
                <a:lnTo>
                  <a:pt x="gd2269" y="gd2270"/>
                </a:lnTo>
                <a:lnTo>
                  <a:pt x="gd2271" y="gd2272"/>
                </a:lnTo>
                <a:lnTo>
                  <a:pt x="gd2273" y="gd2274"/>
                </a:lnTo>
                <a:cubicBezTo>
                  <a:pt x="9008919" y="1266178"/>
                  <a:pt x="8815033" y="1389778"/>
                  <a:pt x="8590751" y="1426902"/>
                </a:cubicBezTo>
                <a:lnTo>
                  <a:pt x="gd2277" y="gd2278"/>
                </a:lnTo>
                <a:cubicBezTo>
                  <a:pt x="8585324" y="1429061"/>
                  <a:pt x="8579995" y="1430009"/>
                  <a:pt x="8574418" y="1429590"/>
                </a:cubicBezTo>
                <a:cubicBezTo>
                  <a:pt x="8543246" y="1435144"/>
                  <a:pt x="8511366" y="1438125"/>
                  <a:pt x="8478991" y="1438652"/>
                </a:cubicBezTo>
                <a:lnTo>
                  <a:pt x="gd2283" y="gd2284"/>
                </a:lnTo>
                <a:lnTo>
                  <a:pt x="gd2285" y="gd2286"/>
                </a:lnTo>
                <a:lnTo>
                  <a:pt x="gd2287" y="gd2288"/>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gd2295" y="gd2296"/>
                </a:lnTo>
                <a:cubicBezTo>
                  <a:pt x="8470299" y="1312243"/>
                  <a:pt x="8470468" y="1312238"/>
                  <a:pt x="8470636" y="1312185"/>
                </a:cubicBezTo>
                <a:cubicBezTo>
                  <a:pt x="8514628" y="1003427"/>
                  <a:pt x="8735297" y="749863"/>
                  <a:pt x="9030178" y="651504"/>
                </a:cubicBezTo>
                <a:lnTo>
                  <a:pt x="gd2301" y="gd2302"/>
                </a:lnTo>
                <a:close/>
                <a:moveTo>
                  <a:pt x="gd2303" y="gd2304"/>
                </a:moveTo>
                <a:lnTo>
                  <a:pt x="gd2305" y="gd2306"/>
                </a:lnTo>
                <a:cubicBezTo>
                  <a:pt x="7669753" y="607919"/>
                  <a:pt x="7701646" y="610900"/>
                  <a:pt x="7732829" y="616457"/>
                </a:cubicBezTo>
                <a:cubicBezTo>
                  <a:pt x="7738405" y="616038"/>
                  <a:pt x="7743733" y="616986"/>
                  <a:pt x="7749042" y="617996"/>
                </a:cubicBezTo>
                <a:lnTo>
                  <a:pt x="gd2311" y="gd2312"/>
                </a:lnTo>
                <a:cubicBezTo>
                  <a:pt x="8108009" y="678542"/>
                  <a:pt x="8389048" y="959319"/>
                  <a:pt x="8439324" y="1312185"/>
                </a:cubicBezTo>
                <a:cubicBezTo>
                  <a:pt x="8439492" y="1312238"/>
                  <a:pt x="8439661" y="1312243"/>
                  <a:pt x="8439830" y="1312248"/>
                </a:cubicBezTo>
                <a:lnTo>
                  <a:pt x="gd2317" y="gd231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gd2325" y="gd2326"/>
                </a:lnTo>
                <a:lnTo>
                  <a:pt x="gd2327" y="gd2328"/>
                </a:lnTo>
                <a:lnTo>
                  <a:pt x="gd2329" y="gd2330"/>
                </a:lnTo>
                <a:cubicBezTo>
                  <a:pt x="8398594" y="1438125"/>
                  <a:pt x="8366714" y="1435144"/>
                  <a:pt x="8335542" y="1429590"/>
                </a:cubicBezTo>
                <a:cubicBezTo>
                  <a:pt x="8329965" y="1430009"/>
                  <a:pt x="8324636" y="1429061"/>
                  <a:pt x="8319325" y="1428050"/>
                </a:cubicBezTo>
                <a:lnTo>
                  <a:pt x="gd2335" y="gd2336"/>
                </a:lnTo>
                <a:cubicBezTo>
                  <a:pt x="7960358" y="1367503"/>
                  <a:pt x="7679319" y="1086726"/>
                  <a:pt x="7629044" y="733861"/>
                </a:cubicBezTo>
                <a:cubicBezTo>
                  <a:pt x="7628876" y="733808"/>
                  <a:pt x="7628708" y="733803"/>
                  <a:pt x="7628538" y="733798"/>
                </a:cubicBezTo>
                <a:lnTo>
                  <a:pt x="gd2341" y="gd2342"/>
                </a:lnTo>
                <a:cubicBezTo>
                  <a:pt x="7622941" y="696872"/>
                  <a:pt x="7620490" y="665981"/>
                  <a:pt x="7620533" y="634646"/>
                </a:cubicBezTo>
                <a:cubicBezTo>
                  <a:pt x="7619221" y="629018"/>
                  <a:pt x="7619162" y="623351"/>
                  <a:pt x="7619162" y="617670"/>
                </a:cubicBezTo>
                <a:lnTo>
                  <a:pt x="gd2347" y="gd2348"/>
                </a:lnTo>
                <a:lnTo>
                  <a:pt x="gd2349" y="gd2350"/>
                </a:lnTo>
                <a:lnTo>
                  <a:pt x="gd2351" y="gd2352"/>
                </a:lnTo>
                <a:close/>
                <a:moveTo>
                  <a:pt x="gd2353" y="gd2354"/>
                </a:moveTo>
                <a:lnTo>
                  <a:pt x="gd2355" y="gd2356"/>
                </a:lnTo>
                <a:lnTo>
                  <a:pt x="gd2357" y="gd2358"/>
                </a:lnTo>
                <a:lnTo>
                  <a:pt x="gd2359" y="gd2360"/>
                </a:lnTo>
                <a:cubicBezTo>
                  <a:pt x="7598647" y="623351"/>
                  <a:pt x="7598588" y="629018"/>
                  <a:pt x="7597276" y="634646"/>
                </a:cubicBezTo>
                <a:cubicBezTo>
                  <a:pt x="7597319" y="665981"/>
                  <a:pt x="7594868" y="696872"/>
                  <a:pt x="7589809" y="727122"/>
                </a:cubicBezTo>
                <a:lnTo>
                  <a:pt x="gd2365" y="gd2366"/>
                </a:lnTo>
                <a:cubicBezTo>
                  <a:pt x="7589101" y="733803"/>
                  <a:pt x="7588933" y="733808"/>
                  <a:pt x="7588765" y="733861"/>
                </a:cubicBezTo>
                <a:cubicBezTo>
                  <a:pt x="7538490" y="1086726"/>
                  <a:pt x="7257451" y="1367503"/>
                  <a:pt x="6898600" y="1426902"/>
                </a:cubicBezTo>
                <a:lnTo>
                  <a:pt x="gd2371" y="gd2372"/>
                </a:lnTo>
                <a:cubicBezTo>
                  <a:pt x="6893173" y="1429061"/>
                  <a:pt x="6887844" y="1430009"/>
                  <a:pt x="6882267" y="1429590"/>
                </a:cubicBezTo>
                <a:cubicBezTo>
                  <a:pt x="6851095" y="1435144"/>
                  <a:pt x="6819215" y="1438125"/>
                  <a:pt x="6786841" y="1438652"/>
                </a:cubicBezTo>
                <a:lnTo>
                  <a:pt x="gd2377" y="gd2378"/>
                </a:lnTo>
                <a:lnTo>
                  <a:pt x="gd2379" y="gd2380"/>
                </a:lnTo>
                <a:lnTo>
                  <a:pt x="gd2381" y="gd2382"/>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gd2389" y="gd2390"/>
                </a:lnTo>
                <a:cubicBezTo>
                  <a:pt x="6778148" y="1312243"/>
                  <a:pt x="6778317" y="1312238"/>
                  <a:pt x="6778485" y="1312185"/>
                </a:cubicBezTo>
                <a:cubicBezTo>
                  <a:pt x="6828761" y="959319"/>
                  <a:pt x="7109800" y="678542"/>
                  <a:pt x="7468650" y="619144"/>
                </a:cubicBezTo>
                <a:lnTo>
                  <a:pt x="gd2395" y="gd2396"/>
                </a:lnTo>
                <a:cubicBezTo>
                  <a:pt x="7474076" y="616986"/>
                  <a:pt x="7479404" y="616038"/>
                  <a:pt x="7484980" y="616457"/>
                </a:cubicBezTo>
                <a:cubicBezTo>
                  <a:pt x="7516163" y="610900"/>
                  <a:pt x="7548056" y="607919"/>
                  <a:pt x="7580442" y="607392"/>
                </a:cubicBezTo>
                <a:lnTo>
                  <a:pt x="gd2401" y="gd2402"/>
                </a:lnTo>
                <a:close/>
                <a:moveTo>
                  <a:pt x="gd2403" y="gd2404"/>
                </a:moveTo>
                <a:lnTo>
                  <a:pt x="gd2405" y="gd2406"/>
                </a:lnTo>
                <a:cubicBezTo>
                  <a:pt x="5977602" y="607919"/>
                  <a:pt x="6009495" y="610900"/>
                  <a:pt x="6040678" y="616457"/>
                </a:cubicBezTo>
                <a:cubicBezTo>
                  <a:pt x="6046254" y="616038"/>
                  <a:pt x="6051582" y="616986"/>
                  <a:pt x="6056891" y="617996"/>
                </a:cubicBezTo>
                <a:lnTo>
                  <a:pt x="gd2411" y="gd2412"/>
                </a:lnTo>
                <a:cubicBezTo>
                  <a:pt x="6415858" y="678542"/>
                  <a:pt x="6696897" y="959319"/>
                  <a:pt x="6747174" y="1312185"/>
                </a:cubicBezTo>
                <a:cubicBezTo>
                  <a:pt x="6747341" y="1312238"/>
                  <a:pt x="6747511" y="1312243"/>
                  <a:pt x="6747679" y="1312248"/>
                </a:cubicBezTo>
                <a:lnTo>
                  <a:pt x="gd2417" y="gd241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gd2425" y="gd2426"/>
                </a:lnTo>
                <a:lnTo>
                  <a:pt x="gd2427" y="gd2428"/>
                </a:lnTo>
                <a:lnTo>
                  <a:pt x="gd2429" y="gd2430"/>
                </a:lnTo>
                <a:cubicBezTo>
                  <a:pt x="6706444" y="1438125"/>
                  <a:pt x="6674563" y="1435144"/>
                  <a:pt x="6643391" y="1429590"/>
                </a:cubicBezTo>
                <a:cubicBezTo>
                  <a:pt x="6637814" y="1430009"/>
                  <a:pt x="6632485" y="1429061"/>
                  <a:pt x="6627175" y="1428050"/>
                </a:cubicBezTo>
                <a:lnTo>
                  <a:pt x="gd2435" y="gd2436"/>
                </a:lnTo>
                <a:cubicBezTo>
                  <a:pt x="6268207" y="1367503"/>
                  <a:pt x="5987168" y="1086726"/>
                  <a:pt x="5936893" y="733861"/>
                </a:cubicBezTo>
                <a:cubicBezTo>
                  <a:pt x="5936725" y="733808"/>
                  <a:pt x="5936557" y="733803"/>
                  <a:pt x="5936387" y="733798"/>
                </a:cubicBezTo>
                <a:lnTo>
                  <a:pt x="gd2441" y="gd2442"/>
                </a:lnTo>
                <a:cubicBezTo>
                  <a:pt x="5930790" y="696872"/>
                  <a:pt x="5928340" y="665981"/>
                  <a:pt x="5928382" y="634646"/>
                </a:cubicBezTo>
                <a:cubicBezTo>
                  <a:pt x="5927070" y="629018"/>
                  <a:pt x="5927011" y="623351"/>
                  <a:pt x="5927011" y="617670"/>
                </a:cubicBezTo>
                <a:lnTo>
                  <a:pt x="gd2447" y="gd2448"/>
                </a:lnTo>
                <a:lnTo>
                  <a:pt x="gd2449" y="gd2450"/>
                </a:lnTo>
                <a:lnTo>
                  <a:pt x="gd2451" y="gd2452"/>
                </a:lnTo>
                <a:close/>
                <a:moveTo>
                  <a:pt x="gd2453" y="gd2454"/>
                </a:moveTo>
                <a:lnTo>
                  <a:pt x="gd2455" y="gd2456"/>
                </a:lnTo>
                <a:lnTo>
                  <a:pt x="gd2457" y="gd2458"/>
                </a:lnTo>
                <a:lnTo>
                  <a:pt x="gd2459" y="gd2460"/>
                </a:lnTo>
                <a:cubicBezTo>
                  <a:pt x="5906496" y="623351"/>
                  <a:pt x="5906438" y="629018"/>
                  <a:pt x="5905126" y="634646"/>
                </a:cubicBezTo>
                <a:cubicBezTo>
                  <a:pt x="5905168" y="665981"/>
                  <a:pt x="5902717" y="696872"/>
                  <a:pt x="5897659" y="727122"/>
                </a:cubicBezTo>
                <a:lnTo>
                  <a:pt x="gd2465" y="gd2466"/>
                </a:lnTo>
                <a:cubicBezTo>
                  <a:pt x="5896951" y="733803"/>
                  <a:pt x="5896782" y="733808"/>
                  <a:pt x="5896615" y="733861"/>
                </a:cubicBezTo>
                <a:cubicBezTo>
                  <a:pt x="5846339" y="1086726"/>
                  <a:pt x="5565300" y="1367503"/>
                  <a:pt x="5206449" y="1426902"/>
                </a:cubicBezTo>
                <a:lnTo>
                  <a:pt x="gd2471" y="gd2472"/>
                </a:lnTo>
                <a:cubicBezTo>
                  <a:pt x="5201022" y="1429061"/>
                  <a:pt x="5195693" y="1430009"/>
                  <a:pt x="5190116" y="1429590"/>
                </a:cubicBezTo>
                <a:cubicBezTo>
                  <a:pt x="5158944" y="1435144"/>
                  <a:pt x="5127065" y="1438125"/>
                  <a:pt x="5094690" y="1438652"/>
                </a:cubicBezTo>
                <a:lnTo>
                  <a:pt x="gd2477" y="gd2478"/>
                </a:lnTo>
                <a:lnTo>
                  <a:pt x="gd2479" y="gd2480"/>
                </a:lnTo>
                <a:lnTo>
                  <a:pt x="gd2481" y="gd2482"/>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gd2489" y="gd2490"/>
                </a:lnTo>
                <a:cubicBezTo>
                  <a:pt x="5085997" y="1312243"/>
                  <a:pt x="5086166" y="1312238"/>
                  <a:pt x="5086334" y="1312185"/>
                </a:cubicBezTo>
                <a:cubicBezTo>
                  <a:pt x="5136610" y="959319"/>
                  <a:pt x="5417649" y="678542"/>
                  <a:pt x="5776501" y="619144"/>
                </a:cubicBezTo>
                <a:lnTo>
                  <a:pt x="gd2495" y="gd2496"/>
                </a:lnTo>
                <a:cubicBezTo>
                  <a:pt x="5781926" y="616986"/>
                  <a:pt x="5787253" y="616038"/>
                  <a:pt x="5792829" y="616457"/>
                </a:cubicBezTo>
                <a:cubicBezTo>
                  <a:pt x="5824013" y="610900"/>
                  <a:pt x="5855905" y="607919"/>
                  <a:pt x="5888291" y="607392"/>
                </a:cubicBezTo>
                <a:lnTo>
                  <a:pt x="gd2501" y="gd2502"/>
                </a:lnTo>
                <a:close/>
                <a:moveTo>
                  <a:pt x="gd2503" y="gd2504"/>
                </a:moveTo>
                <a:lnTo>
                  <a:pt x="gd2505" y="gd2506"/>
                </a:lnTo>
                <a:cubicBezTo>
                  <a:pt x="4285451" y="607919"/>
                  <a:pt x="4317343" y="610900"/>
                  <a:pt x="4348528" y="616457"/>
                </a:cubicBezTo>
                <a:cubicBezTo>
                  <a:pt x="4354104" y="616038"/>
                  <a:pt x="4359431" y="616986"/>
                  <a:pt x="4364739" y="617996"/>
                </a:cubicBezTo>
                <a:lnTo>
                  <a:pt x="gd2511" y="gd2512"/>
                </a:lnTo>
                <a:cubicBezTo>
                  <a:pt x="4723707" y="678542"/>
                  <a:pt x="5004746" y="959319"/>
                  <a:pt x="5055022" y="1312185"/>
                </a:cubicBezTo>
                <a:cubicBezTo>
                  <a:pt x="5055190" y="1312238"/>
                  <a:pt x="5055359" y="1312243"/>
                  <a:pt x="5055528" y="1312248"/>
                </a:cubicBezTo>
                <a:lnTo>
                  <a:pt x="gd2517" y="gd251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gd2525" y="gd2526"/>
                </a:lnTo>
                <a:lnTo>
                  <a:pt x="gd2527" y="gd2528"/>
                </a:lnTo>
                <a:lnTo>
                  <a:pt x="gd2529" y="gd2530"/>
                </a:lnTo>
                <a:cubicBezTo>
                  <a:pt x="5014292" y="1438125"/>
                  <a:pt x="4982412" y="1435144"/>
                  <a:pt x="4951241" y="1429590"/>
                </a:cubicBezTo>
                <a:cubicBezTo>
                  <a:pt x="4945663" y="1430009"/>
                  <a:pt x="4940334" y="1429061"/>
                  <a:pt x="4935023" y="1428050"/>
                </a:cubicBezTo>
                <a:lnTo>
                  <a:pt x="gd2535" y="gd2536"/>
                </a:lnTo>
                <a:cubicBezTo>
                  <a:pt x="4576056" y="1367503"/>
                  <a:pt x="4295017" y="1086726"/>
                  <a:pt x="4244741" y="733861"/>
                </a:cubicBezTo>
                <a:cubicBezTo>
                  <a:pt x="4244574" y="733808"/>
                  <a:pt x="4244405" y="733803"/>
                  <a:pt x="4244236" y="733798"/>
                </a:cubicBezTo>
                <a:lnTo>
                  <a:pt x="gd2541" y="gd2542"/>
                </a:lnTo>
                <a:cubicBezTo>
                  <a:pt x="4238639" y="696872"/>
                  <a:pt x="4236188" y="665981"/>
                  <a:pt x="4236230" y="634646"/>
                </a:cubicBezTo>
                <a:cubicBezTo>
                  <a:pt x="4234918" y="629018"/>
                  <a:pt x="4234860" y="623351"/>
                  <a:pt x="4234860" y="617670"/>
                </a:cubicBezTo>
                <a:lnTo>
                  <a:pt x="gd2547" y="gd2548"/>
                </a:lnTo>
                <a:lnTo>
                  <a:pt x="gd2549" y="gd2550"/>
                </a:lnTo>
                <a:lnTo>
                  <a:pt x="gd2551" y="gd2552"/>
                </a:lnTo>
                <a:close/>
                <a:moveTo>
                  <a:pt x="gd2553" y="gd2554"/>
                </a:moveTo>
                <a:lnTo>
                  <a:pt x="gd2555" y="gd2556"/>
                </a:lnTo>
                <a:lnTo>
                  <a:pt x="gd2557" y="gd2558"/>
                </a:lnTo>
                <a:lnTo>
                  <a:pt x="gd2559" y="gd2560"/>
                </a:lnTo>
                <a:cubicBezTo>
                  <a:pt x="4214345" y="623351"/>
                  <a:pt x="4214286" y="629018"/>
                  <a:pt x="4212974" y="634646"/>
                </a:cubicBezTo>
                <a:cubicBezTo>
                  <a:pt x="4213016" y="665981"/>
                  <a:pt x="4210566" y="696872"/>
                  <a:pt x="4205507" y="727122"/>
                </a:cubicBezTo>
                <a:lnTo>
                  <a:pt x="gd2565" y="gd2566"/>
                </a:lnTo>
                <a:cubicBezTo>
                  <a:pt x="4204799" y="733803"/>
                  <a:pt x="4204631" y="733808"/>
                  <a:pt x="4204463" y="733861"/>
                </a:cubicBezTo>
                <a:cubicBezTo>
                  <a:pt x="4154188" y="1086726"/>
                  <a:pt x="3873149" y="1367503"/>
                  <a:pt x="3514297" y="1426902"/>
                </a:cubicBezTo>
                <a:lnTo>
                  <a:pt x="gd2571" y="gd2572"/>
                </a:lnTo>
                <a:cubicBezTo>
                  <a:pt x="3508871" y="1429061"/>
                  <a:pt x="3503542" y="1430009"/>
                  <a:pt x="3497965" y="1429590"/>
                </a:cubicBezTo>
                <a:cubicBezTo>
                  <a:pt x="3466793" y="1435144"/>
                  <a:pt x="3434912" y="1438125"/>
                  <a:pt x="3402538" y="1438652"/>
                </a:cubicBezTo>
                <a:lnTo>
                  <a:pt x="gd2577" y="gd2578"/>
                </a:lnTo>
                <a:lnTo>
                  <a:pt x="gd2579" y="gd2580"/>
                </a:lnTo>
                <a:lnTo>
                  <a:pt x="gd2581" y="gd2582"/>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gd2589" y="gd2590"/>
                </a:lnTo>
                <a:cubicBezTo>
                  <a:pt x="3393845" y="1312243"/>
                  <a:pt x="3394015" y="1312238"/>
                  <a:pt x="3394182" y="1312185"/>
                </a:cubicBezTo>
                <a:cubicBezTo>
                  <a:pt x="3444459" y="959319"/>
                  <a:pt x="3725498" y="678542"/>
                  <a:pt x="4084348" y="619144"/>
                </a:cubicBezTo>
                <a:lnTo>
                  <a:pt x="gd2595" y="gd2596"/>
                </a:lnTo>
                <a:cubicBezTo>
                  <a:pt x="4089774" y="616986"/>
                  <a:pt x="4095102" y="616038"/>
                  <a:pt x="4100678" y="616457"/>
                </a:cubicBezTo>
                <a:cubicBezTo>
                  <a:pt x="4131861" y="610900"/>
                  <a:pt x="4163754" y="607919"/>
                  <a:pt x="4196139" y="607392"/>
                </a:cubicBezTo>
                <a:lnTo>
                  <a:pt x="gd2601" y="gd2602"/>
                </a:lnTo>
                <a:close/>
                <a:moveTo>
                  <a:pt x="gd2603" y="gd2604"/>
                </a:moveTo>
                <a:lnTo>
                  <a:pt x="gd2605" y="gd2606"/>
                </a:lnTo>
                <a:cubicBezTo>
                  <a:pt x="2593300" y="607919"/>
                  <a:pt x="2625192" y="610900"/>
                  <a:pt x="2656376" y="616457"/>
                </a:cubicBezTo>
                <a:cubicBezTo>
                  <a:pt x="2661952" y="616038"/>
                  <a:pt x="2667280" y="616986"/>
                  <a:pt x="2672588" y="617996"/>
                </a:cubicBezTo>
                <a:lnTo>
                  <a:pt x="gd2611" y="gd2612"/>
                </a:lnTo>
                <a:cubicBezTo>
                  <a:pt x="3031556" y="678542"/>
                  <a:pt x="3312595" y="959319"/>
                  <a:pt x="3362871" y="1312185"/>
                </a:cubicBezTo>
                <a:cubicBezTo>
                  <a:pt x="3363039" y="1312238"/>
                  <a:pt x="3363208" y="1312243"/>
                  <a:pt x="3363377" y="1312248"/>
                </a:cubicBezTo>
                <a:lnTo>
                  <a:pt x="gd2617" y="gd261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gd2625" y="gd2626"/>
                </a:lnTo>
                <a:lnTo>
                  <a:pt x="gd2627" y="gd2628"/>
                </a:lnTo>
                <a:lnTo>
                  <a:pt x="gd2629" y="gd2630"/>
                </a:lnTo>
                <a:cubicBezTo>
                  <a:pt x="3322141" y="1438125"/>
                  <a:pt x="3290261" y="1435144"/>
                  <a:pt x="3259089" y="1429590"/>
                </a:cubicBezTo>
                <a:cubicBezTo>
                  <a:pt x="3253512" y="1430009"/>
                  <a:pt x="3248183" y="1429061"/>
                  <a:pt x="3242872" y="1428050"/>
                </a:cubicBezTo>
                <a:lnTo>
                  <a:pt x="gd2635" y="gd2636"/>
                </a:lnTo>
                <a:cubicBezTo>
                  <a:pt x="2883905" y="1367503"/>
                  <a:pt x="2602866" y="1086726"/>
                  <a:pt x="2552590" y="733861"/>
                </a:cubicBezTo>
                <a:cubicBezTo>
                  <a:pt x="2552423" y="733808"/>
                  <a:pt x="2552254" y="733803"/>
                  <a:pt x="2552085" y="733798"/>
                </a:cubicBezTo>
                <a:lnTo>
                  <a:pt x="gd2641" y="gd2642"/>
                </a:lnTo>
                <a:cubicBezTo>
                  <a:pt x="2546488" y="696872"/>
                  <a:pt x="2544037" y="665981"/>
                  <a:pt x="2544079" y="634646"/>
                </a:cubicBezTo>
                <a:cubicBezTo>
                  <a:pt x="2542767" y="629018"/>
                  <a:pt x="2542709" y="623351"/>
                  <a:pt x="2542709" y="617670"/>
                </a:cubicBezTo>
                <a:lnTo>
                  <a:pt x="gd2647" y="gd2648"/>
                </a:lnTo>
                <a:lnTo>
                  <a:pt x="gd2649" y="gd2650"/>
                </a:lnTo>
                <a:lnTo>
                  <a:pt x="gd2651" y="gd2652"/>
                </a:lnTo>
                <a:close/>
                <a:moveTo>
                  <a:pt x="gd2653" y="gd2654"/>
                </a:moveTo>
                <a:lnTo>
                  <a:pt x="gd2655" y="gd2656"/>
                </a:lnTo>
                <a:lnTo>
                  <a:pt x="gd2657" y="gd2658"/>
                </a:lnTo>
                <a:lnTo>
                  <a:pt x="gd2659" y="gd2660"/>
                </a:lnTo>
                <a:cubicBezTo>
                  <a:pt x="2522194" y="623351"/>
                  <a:pt x="2522135" y="629018"/>
                  <a:pt x="2520823" y="634646"/>
                </a:cubicBezTo>
                <a:cubicBezTo>
                  <a:pt x="2520865" y="665981"/>
                  <a:pt x="2518415" y="696872"/>
                  <a:pt x="2513356" y="727122"/>
                </a:cubicBezTo>
                <a:lnTo>
                  <a:pt x="gd2665" y="gd2666"/>
                </a:lnTo>
                <a:cubicBezTo>
                  <a:pt x="2512648" y="733803"/>
                  <a:pt x="2512480" y="733808"/>
                  <a:pt x="2512312" y="733861"/>
                </a:cubicBezTo>
                <a:cubicBezTo>
                  <a:pt x="2462037" y="1086726"/>
                  <a:pt x="2180998" y="1367503"/>
                  <a:pt x="1822147" y="1426902"/>
                </a:cubicBezTo>
                <a:lnTo>
                  <a:pt x="gd2671" y="gd2672"/>
                </a:lnTo>
                <a:cubicBezTo>
                  <a:pt x="1816720" y="1429061"/>
                  <a:pt x="1811391" y="1430009"/>
                  <a:pt x="1805814" y="1429590"/>
                </a:cubicBezTo>
                <a:cubicBezTo>
                  <a:pt x="1774642" y="1435144"/>
                  <a:pt x="1742762" y="1438125"/>
                  <a:pt x="1710387" y="1438652"/>
                </a:cubicBezTo>
                <a:lnTo>
                  <a:pt x="gd2677" y="gd2678"/>
                </a:lnTo>
                <a:lnTo>
                  <a:pt x="gd2679" y="gd2680"/>
                </a:lnTo>
                <a:lnTo>
                  <a:pt x="gd2681" y="gd2682"/>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gd2689" y="gd2690"/>
                </a:lnTo>
                <a:cubicBezTo>
                  <a:pt x="1701694" y="1312243"/>
                  <a:pt x="1701864" y="1312238"/>
                  <a:pt x="1702031" y="1312185"/>
                </a:cubicBezTo>
                <a:cubicBezTo>
                  <a:pt x="1752308" y="959319"/>
                  <a:pt x="2033347" y="678542"/>
                  <a:pt x="2392197" y="619144"/>
                </a:cubicBezTo>
                <a:lnTo>
                  <a:pt x="gd2695" y="gd2696"/>
                </a:lnTo>
                <a:cubicBezTo>
                  <a:pt x="2397623" y="616986"/>
                  <a:pt x="2402951" y="616038"/>
                  <a:pt x="2408527" y="616457"/>
                </a:cubicBezTo>
                <a:cubicBezTo>
                  <a:pt x="2439710" y="610900"/>
                  <a:pt x="2471603" y="607919"/>
                  <a:pt x="2503988" y="607392"/>
                </a:cubicBezTo>
                <a:lnTo>
                  <a:pt x="gd2701" y="gd2702"/>
                </a:lnTo>
                <a:close/>
                <a:moveTo>
                  <a:pt x="gd2703" y="gd2704"/>
                </a:moveTo>
                <a:lnTo>
                  <a:pt x="gd2705" y="gd2706"/>
                </a:lnTo>
                <a:cubicBezTo>
                  <a:pt x="901149" y="607919"/>
                  <a:pt x="933041" y="610900"/>
                  <a:pt x="964225" y="616457"/>
                </a:cubicBezTo>
                <a:cubicBezTo>
                  <a:pt x="969801" y="616038"/>
                  <a:pt x="975129" y="616986"/>
                  <a:pt x="980437" y="617996"/>
                </a:cubicBezTo>
                <a:lnTo>
                  <a:pt x="gd2711" y="gd2712"/>
                </a:lnTo>
                <a:cubicBezTo>
                  <a:pt x="1339405" y="678542"/>
                  <a:pt x="1620444" y="959319"/>
                  <a:pt x="1670720" y="1312185"/>
                </a:cubicBezTo>
                <a:cubicBezTo>
                  <a:pt x="1670888" y="1312238"/>
                  <a:pt x="1671057" y="1312243"/>
                  <a:pt x="1671226" y="1312248"/>
                </a:cubicBezTo>
                <a:lnTo>
                  <a:pt x="gd2717" y="gd271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gd2725" y="gd2726"/>
                </a:lnTo>
                <a:lnTo>
                  <a:pt x="gd2727" y="gd2728"/>
                </a:lnTo>
                <a:lnTo>
                  <a:pt x="gd2729" y="gd2730"/>
                </a:lnTo>
                <a:cubicBezTo>
                  <a:pt x="1629990" y="1438125"/>
                  <a:pt x="1598110" y="1435144"/>
                  <a:pt x="1566938" y="1429590"/>
                </a:cubicBezTo>
                <a:cubicBezTo>
                  <a:pt x="1561361" y="1430009"/>
                  <a:pt x="1556032" y="1429061"/>
                  <a:pt x="1550721" y="1428050"/>
                </a:cubicBezTo>
                <a:lnTo>
                  <a:pt x="gd2735" y="gd2736"/>
                </a:lnTo>
                <a:cubicBezTo>
                  <a:pt x="1191754" y="1367503"/>
                  <a:pt x="910715" y="1086726"/>
                  <a:pt x="860439" y="733861"/>
                </a:cubicBezTo>
                <a:cubicBezTo>
                  <a:pt x="860272" y="733808"/>
                  <a:pt x="860103" y="733803"/>
                  <a:pt x="859934" y="733798"/>
                </a:cubicBezTo>
                <a:lnTo>
                  <a:pt x="gd2741" y="gd2742"/>
                </a:lnTo>
                <a:cubicBezTo>
                  <a:pt x="854337" y="696872"/>
                  <a:pt x="851886" y="665981"/>
                  <a:pt x="851928" y="634646"/>
                </a:cubicBezTo>
                <a:cubicBezTo>
                  <a:pt x="850616" y="629018"/>
                  <a:pt x="850558" y="623351"/>
                  <a:pt x="850558" y="617670"/>
                </a:cubicBezTo>
                <a:lnTo>
                  <a:pt x="gd2747" y="gd2748"/>
                </a:lnTo>
                <a:lnTo>
                  <a:pt x="gd2749" y="gd2750"/>
                </a:lnTo>
                <a:lnTo>
                  <a:pt x="gd2751" y="gd2752"/>
                </a:lnTo>
                <a:close/>
                <a:moveTo>
                  <a:pt x="gd2753" y="gd2754"/>
                </a:moveTo>
                <a:lnTo>
                  <a:pt x="gd2755" y="gd2756"/>
                </a:lnTo>
                <a:lnTo>
                  <a:pt x="gd2757" y="gd2758"/>
                </a:lnTo>
                <a:lnTo>
                  <a:pt x="gd2759" y="gd2760"/>
                </a:lnTo>
                <a:cubicBezTo>
                  <a:pt x="830043" y="623351"/>
                  <a:pt x="829984" y="629018"/>
                  <a:pt x="828672" y="634646"/>
                </a:cubicBezTo>
                <a:cubicBezTo>
                  <a:pt x="828714" y="665981"/>
                  <a:pt x="826264" y="696872"/>
                  <a:pt x="821205" y="727122"/>
                </a:cubicBezTo>
                <a:lnTo>
                  <a:pt x="gd2765" y="gd2766"/>
                </a:lnTo>
                <a:cubicBezTo>
                  <a:pt x="820497" y="733803"/>
                  <a:pt x="820329" y="733808"/>
                  <a:pt x="820161" y="733861"/>
                </a:cubicBezTo>
                <a:cubicBezTo>
                  <a:pt x="769886" y="1086726"/>
                  <a:pt x="488847" y="1367503"/>
                  <a:pt x="129995" y="1426902"/>
                </a:cubicBezTo>
                <a:lnTo>
                  <a:pt x="gd2771" y="gd2772"/>
                </a:lnTo>
                <a:cubicBezTo>
                  <a:pt x="124569" y="1429061"/>
                  <a:pt x="119240" y="1430009"/>
                  <a:pt x="113663" y="1429590"/>
                </a:cubicBezTo>
                <a:cubicBezTo>
                  <a:pt x="82491" y="1435144"/>
                  <a:pt x="50611" y="1438125"/>
                  <a:pt x="18236" y="1438652"/>
                </a:cubicBezTo>
                <a:lnTo>
                  <a:pt x="gd2777" y="gd2778"/>
                </a:lnTo>
                <a:lnTo>
                  <a:pt x="gd2779" y="gd2780"/>
                </a:lnTo>
                <a:lnTo>
                  <a:pt x="gd2781" y="gd2782"/>
                </a:lnTo>
                <a:cubicBezTo>
                  <a:pt x="27" y="1436014"/>
                  <a:pt x="0" y="1432198"/>
                  <a:pt x="0" y="1428376"/>
                </a:cubicBezTo>
                <a:cubicBezTo>
                  <a:pt x="0" y="1422694"/>
                  <a:pt x="58" y="1417025"/>
                  <a:pt x="1370" y="1411395"/>
                </a:cubicBezTo>
                <a:cubicBezTo>
                  <a:pt x="1328" y="1380067"/>
                  <a:pt x="3778" y="1349182"/>
                  <a:pt x="8835" y="1318938"/>
                </a:cubicBezTo>
                <a:lnTo>
                  <a:pt x="gd2789" y="gd2790"/>
                </a:lnTo>
                <a:cubicBezTo>
                  <a:pt x="9543" y="1312243"/>
                  <a:pt x="9713" y="1312238"/>
                  <a:pt x="9880" y="1312185"/>
                </a:cubicBezTo>
                <a:cubicBezTo>
                  <a:pt x="60157" y="959319"/>
                  <a:pt x="341196" y="678542"/>
                  <a:pt x="700046" y="619144"/>
                </a:cubicBezTo>
                <a:lnTo>
                  <a:pt x="gd2795" y="gd2796"/>
                </a:lnTo>
                <a:cubicBezTo>
                  <a:pt x="705472" y="616986"/>
                  <a:pt x="710800" y="616038"/>
                  <a:pt x="716376" y="616457"/>
                </a:cubicBezTo>
                <a:cubicBezTo>
                  <a:pt x="747559" y="610900"/>
                  <a:pt x="779452" y="607919"/>
                  <a:pt x="811837" y="607392"/>
                </a:cubicBezTo>
                <a:lnTo>
                  <a:pt x="gd2801" y="gd2802"/>
                </a:lnTo>
                <a:close/>
                <a:moveTo>
                  <a:pt x="gd2803" y="gd2804"/>
                </a:moveTo>
                <a:lnTo>
                  <a:pt x="gd2805" y="gd2806"/>
                </a:lnTo>
                <a:cubicBezTo>
                  <a:pt x="9066347" y="30426"/>
                  <a:pt x="9096640" y="63469"/>
                  <a:pt x="9123965" y="98781"/>
                </a:cubicBezTo>
                <a:lnTo>
                  <a:pt x="gd2809" y="gd2810"/>
                </a:lnTo>
                <a:lnTo>
                  <a:pt x="gd2811" y="gd2812"/>
                </a:lnTo>
                <a:lnTo>
                  <a:pt x="gd2813" y="gd2814"/>
                </a:lnTo>
                <a:cubicBezTo>
                  <a:pt x="9046997" y="183490"/>
                  <a:pt x="8948803" y="73504"/>
                  <a:pt x="8824701" y="0"/>
                </a:cubicBezTo>
                <a:close/>
                <a:moveTo>
                  <a:pt x="gd2817" y="gd2818"/>
                </a:moveTo>
                <a:lnTo>
                  <a:pt x="gd2819" y="gd2820"/>
                </a:lnTo>
                <a:cubicBezTo>
                  <a:pt x="8697052" y="198004"/>
                  <a:pt x="8856086" y="355591"/>
                  <a:pt x="9058275" y="426756"/>
                </a:cubicBezTo>
                <a:lnTo>
                  <a:pt x="gd2823" y="gd2824"/>
                </a:lnTo>
                <a:lnTo>
                  <a:pt x="gd2825" y="gd2826"/>
                </a:lnTo>
                <a:lnTo>
                  <a:pt x="gd2827" y="gd2828"/>
                </a:lnTo>
                <a:cubicBezTo>
                  <a:pt x="8776836" y="470904"/>
                  <a:pt x="8569058" y="262348"/>
                  <a:pt x="8494877" y="0"/>
                </a:cubicBezTo>
                <a:close/>
                <a:moveTo>
                  <a:pt x="gd2831" y="gd2832"/>
                </a:moveTo>
                <a:lnTo>
                  <a:pt x="gd2833" y="gd2834"/>
                </a:lnTo>
                <a:cubicBezTo>
                  <a:pt x="7919787" y="98005"/>
                  <a:pt x="7800378" y="260867"/>
                  <a:pt x="7762527" y="451830"/>
                </a:cubicBezTo>
                <a:cubicBezTo>
                  <a:pt x="8006579" y="399791"/>
                  <a:pt x="8203169" y="226290"/>
                  <a:pt x="8281065" y="0"/>
                </a:cubicBezTo>
                <a:lnTo>
                  <a:pt x="gd2839" y="gd2840"/>
                </a:lnTo>
                <a:cubicBezTo>
                  <a:pt x="8330303" y="299826"/>
                  <a:pt x="8071031" y="529393"/>
                  <a:pt x="7749156" y="582253"/>
                </a:cubicBezTo>
                <a:lnTo>
                  <a:pt x="gd2843" y="gd2844"/>
                </a:lnTo>
                <a:cubicBezTo>
                  <a:pt x="7743729" y="584395"/>
                  <a:pt x="7738400" y="585336"/>
                  <a:pt x="7732823" y="584920"/>
                </a:cubicBezTo>
                <a:cubicBezTo>
                  <a:pt x="7701651" y="590430"/>
                  <a:pt x="7669771" y="593388"/>
                  <a:pt x="7637396" y="593911"/>
                </a:cubicBezTo>
                <a:lnTo>
                  <a:pt x="gd2849" y="gd2850"/>
                </a:lnTo>
                <a:lnTo>
                  <a:pt x="gd2851" y="gd2852"/>
                </a:lnTo>
                <a:lnTo>
                  <a:pt x="gd2853" y="gd2854"/>
                </a:lnTo>
                <a:cubicBezTo>
                  <a:pt x="7619187" y="591293"/>
                  <a:pt x="7619160" y="587507"/>
                  <a:pt x="7619160" y="583715"/>
                </a:cubicBezTo>
                <a:cubicBezTo>
                  <a:pt x="7619160" y="578078"/>
                  <a:pt x="7619219" y="572454"/>
                  <a:pt x="7620531" y="566868"/>
                </a:cubicBezTo>
                <a:cubicBezTo>
                  <a:pt x="7620488" y="535786"/>
                  <a:pt x="7622938" y="505143"/>
                  <a:pt x="7627995" y="475137"/>
                </a:cubicBezTo>
                <a:lnTo>
                  <a:pt x="gd2861" y="gd2862"/>
                </a:lnTo>
                <a:cubicBezTo>
                  <a:pt x="7628704" y="468495"/>
                  <a:pt x="7628873" y="468490"/>
                  <a:pt x="7629040" y="468437"/>
                </a:cubicBezTo>
                <a:cubicBezTo>
                  <a:pt x="7655343" y="285283"/>
                  <a:pt x="7744803" y="121704"/>
                  <a:pt x="7876547" y="0"/>
                </a:cubicBezTo>
                <a:close/>
                <a:moveTo>
                  <a:pt x="gd2867" y="gd2868"/>
                </a:moveTo>
                <a:lnTo>
                  <a:pt x="gd2869" y="gd2870"/>
                </a:lnTo>
                <a:cubicBezTo>
                  <a:pt x="7014638" y="226290"/>
                  <a:pt x="7211228" y="399791"/>
                  <a:pt x="7455280" y="451830"/>
                </a:cubicBezTo>
                <a:cubicBezTo>
                  <a:pt x="7417429" y="260867"/>
                  <a:pt x="7298020" y="98005"/>
                  <a:pt x="7132550" y="0"/>
                </a:cubicBezTo>
                <a:lnTo>
                  <a:pt x="gd2875" y="gd2876"/>
                </a:lnTo>
                <a:cubicBezTo>
                  <a:pt x="7473003" y="121704"/>
                  <a:pt x="7562464" y="285283"/>
                  <a:pt x="7588766" y="468437"/>
                </a:cubicBezTo>
                <a:cubicBezTo>
                  <a:pt x="7588934" y="468490"/>
                  <a:pt x="7589103" y="468495"/>
                  <a:pt x="7589272" y="468500"/>
                </a:cubicBezTo>
                <a:lnTo>
                  <a:pt x="gd2881" y="gd2882"/>
                </a:lnTo>
                <a:cubicBezTo>
                  <a:pt x="7594869" y="505143"/>
                  <a:pt x="7597319" y="535786"/>
                  <a:pt x="7597276" y="566868"/>
                </a:cubicBezTo>
                <a:cubicBezTo>
                  <a:pt x="7598588" y="572454"/>
                  <a:pt x="7598647" y="578078"/>
                  <a:pt x="7598647" y="583715"/>
                </a:cubicBezTo>
                <a:cubicBezTo>
                  <a:pt x="7598647" y="587507"/>
                  <a:pt x="7598620" y="591293"/>
                  <a:pt x="7598054" y="595066"/>
                </a:cubicBezTo>
                <a:lnTo>
                  <a:pt x="gd2889" y="gd2890"/>
                </a:lnTo>
                <a:lnTo>
                  <a:pt x="gd2891" y="gd2892"/>
                </a:lnTo>
                <a:lnTo>
                  <a:pt x="gd2893" y="gd2894"/>
                </a:lnTo>
                <a:cubicBezTo>
                  <a:pt x="7548036" y="593388"/>
                  <a:pt x="7516156" y="590430"/>
                  <a:pt x="7484984" y="584920"/>
                </a:cubicBezTo>
                <a:cubicBezTo>
                  <a:pt x="7479407" y="585336"/>
                  <a:pt x="7474078" y="584395"/>
                  <a:pt x="7468767" y="583392"/>
                </a:cubicBezTo>
                <a:lnTo>
                  <a:pt x="gd2899" y="gd2900"/>
                </a:lnTo>
                <a:cubicBezTo>
                  <a:pt x="7146776" y="529393"/>
                  <a:pt x="6887504" y="299826"/>
                  <a:pt x="6802727" y="0"/>
                </a:cubicBezTo>
                <a:close/>
                <a:moveTo>
                  <a:pt x="gd2903" y="gd2904"/>
                </a:moveTo>
                <a:lnTo>
                  <a:pt x="gd2905" y="gd2906"/>
                </a:lnTo>
                <a:cubicBezTo>
                  <a:pt x="6227636" y="98005"/>
                  <a:pt x="6108227" y="260867"/>
                  <a:pt x="6070376" y="451830"/>
                </a:cubicBezTo>
                <a:cubicBezTo>
                  <a:pt x="6314429" y="399791"/>
                  <a:pt x="6511018" y="226290"/>
                  <a:pt x="6588914" y="0"/>
                </a:cubicBezTo>
                <a:lnTo>
                  <a:pt x="gd2911" y="gd2912"/>
                </a:lnTo>
                <a:cubicBezTo>
                  <a:pt x="6638152" y="299826"/>
                  <a:pt x="6378880" y="529393"/>
                  <a:pt x="6057005" y="582253"/>
                </a:cubicBezTo>
                <a:lnTo>
                  <a:pt x="gd2915" y="gd2916"/>
                </a:lnTo>
                <a:cubicBezTo>
                  <a:pt x="6051578" y="584395"/>
                  <a:pt x="6046249" y="585336"/>
                  <a:pt x="6040672" y="584920"/>
                </a:cubicBezTo>
                <a:cubicBezTo>
                  <a:pt x="6009500" y="590430"/>
                  <a:pt x="5977620" y="593388"/>
                  <a:pt x="5945246" y="593911"/>
                </a:cubicBezTo>
                <a:lnTo>
                  <a:pt x="gd2921" y="gd2922"/>
                </a:lnTo>
                <a:lnTo>
                  <a:pt x="gd2923" y="gd2924"/>
                </a:lnTo>
                <a:lnTo>
                  <a:pt x="gd2925" y="gd292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gd2933" y="gd2934"/>
                </a:lnTo>
                <a:cubicBezTo>
                  <a:pt x="5936553" y="468495"/>
                  <a:pt x="5936722" y="468490"/>
                  <a:pt x="5936890" y="468437"/>
                </a:cubicBezTo>
                <a:cubicBezTo>
                  <a:pt x="5963192" y="285283"/>
                  <a:pt x="6052653" y="121703"/>
                  <a:pt x="6184397" y="0"/>
                </a:cubicBezTo>
                <a:close/>
                <a:moveTo>
                  <a:pt x="gd2939" y="gd2940"/>
                </a:moveTo>
                <a:lnTo>
                  <a:pt x="gd2941" y="gd2942"/>
                </a:lnTo>
                <a:cubicBezTo>
                  <a:pt x="5322488" y="226290"/>
                  <a:pt x="5519077" y="399791"/>
                  <a:pt x="5763129" y="451830"/>
                </a:cubicBezTo>
                <a:cubicBezTo>
                  <a:pt x="5725278" y="260867"/>
                  <a:pt x="5605869" y="98005"/>
                  <a:pt x="5440399" y="0"/>
                </a:cubicBezTo>
                <a:lnTo>
                  <a:pt x="gd2947" y="gd2948"/>
                </a:lnTo>
                <a:cubicBezTo>
                  <a:pt x="5780853" y="121704"/>
                  <a:pt x="5870314" y="285283"/>
                  <a:pt x="5896616" y="468437"/>
                </a:cubicBezTo>
                <a:cubicBezTo>
                  <a:pt x="5896783" y="468490"/>
                  <a:pt x="5896953" y="468495"/>
                  <a:pt x="5897121" y="468500"/>
                </a:cubicBezTo>
                <a:lnTo>
                  <a:pt x="gd2953" y="gd2954"/>
                </a:lnTo>
                <a:cubicBezTo>
                  <a:pt x="5902718" y="505143"/>
                  <a:pt x="5905168" y="535786"/>
                  <a:pt x="5905126" y="566868"/>
                </a:cubicBezTo>
                <a:cubicBezTo>
                  <a:pt x="5906438" y="572454"/>
                  <a:pt x="5906496" y="578078"/>
                  <a:pt x="5906496" y="583715"/>
                </a:cubicBezTo>
                <a:cubicBezTo>
                  <a:pt x="5906496" y="587507"/>
                  <a:pt x="5906469" y="591293"/>
                  <a:pt x="5905903" y="595066"/>
                </a:cubicBezTo>
                <a:lnTo>
                  <a:pt x="gd2961" y="gd2962"/>
                </a:lnTo>
                <a:lnTo>
                  <a:pt x="gd2963" y="gd2964"/>
                </a:lnTo>
                <a:lnTo>
                  <a:pt x="gd2965" y="gd2966"/>
                </a:lnTo>
                <a:cubicBezTo>
                  <a:pt x="5855886" y="593388"/>
                  <a:pt x="5824005" y="590430"/>
                  <a:pt x="5792833" y="584920"/>
                </a:cubicBezTo>
                <a:cubicBezTo>
                  <a:pt x="5787256" y="585336"/>
                  <a:pt x="5781927" y="584395"/>
                  <a:pt x="5776617" y="583392"/>
                </a:cubicBezTo>
                <a:lnTo>
                  <a:pt x="gd2971" y="gd2972"/>
                </a:lnTo>
                <a:cubicBezTo>
                  <a:pt x="5454626" y="529393"/>
                  <a:pt x="5195354" y="299826"/>
                  <a:pt x="5110576" y="0"/>
                </a:cubicBezTo>
                <a:close/>
                <a:moveTo>
                  <a:pt x="gd2975" y="gd2976"/>
                </a:moveTo>
                <a:lnTo>
                  <a:pt x="gd2977" y="gd2978"/>
                </a:lnTo>
                <a:cubicBezTo>
                  <a:pt x="4535485" y="98005"/>
                  <a:pt x="4416076" y="260867"/>
                  <a:pt x="4378225" y="451830"/>
                </a:cubicBezTo>
                <a:cubicBezTo>
                  <a:pt x="4622279" y="399791"/>
                  <a:pt x="4818867" y="226290"/>
                  <a:pt x="4896763" y="0"/>
                </a:cubicBezTo>
                <a:lnTo>
                  <a:pt x="gd2983" y="gd2984"/>
                </a:lnTo>
                <a:cubicBezTo>
                  <a:pt x="4946001" y="299826"/>
                  <a:pt x="4686729" y="529393"/>
                  <a:pt x="4364853" y="582253"/>
                </a:cubicBezTo>
                <a:lnTo>
                  <a:pt x="gd2987" y="gd2988"/>
                </a:lnTo>
                <a:cubicBezTo>
                  <a:pt x="4359427" y="584395"/>
                  <a:pt x="4354098" y="585336"/>
                  <a:pt x="4348521" y="584920"/>
                </a:cubicBezTo>
                <a:cubicBezTo>
                  <a:pt x="4317350" y="590430"/>
                  <a:pt x="4285468" y="593388"/>
                  <a:pt x="4253094" y="593911"/>
                </a:cubicBezTo>
                <a:lnTo>
                  <a:pt x="gd2993" y="gd2994"/>
                </a:lnTo>
                <a:lnTo>
                  <a:pt x="gd2995" y="gd2996"/>
                </a:lnTo>
                <a:lnTo>
                  <a:pt x="gd2997" y="gd2998"/>
                </a:lnTo>
                <a:cubicBezTo>
                  <a:pt x="4234885" y="591293"/>
                  <a:pt x="4234858" y="587507"/>
                  <a:pt x="4234858" y="583715"/>
                </a:cubicBezTo>
                <a:cubicBezTo>
                  <a:pt x="4234858" y="578078"/>
                  <a:pt x="4234916" y="572454"/>
                  <a:pt x="4236228" y="566868"/>
                </a:cubicBezTo>
                <a:cubicBezTo>
                  <a:pt x="4236186" y="535786"/>
                  <a:pt x="4238636" y="505143"/>
                  <a:pt x="4243692" y="475137"/>
                </a:cubicBezTo>
                <a:lnTo>
                  <a:pt x="gd3005" y="gd3006"/>
                </a:lnTo>
                <a:cubicBezTo>
                  <a:pt x="4244401" y="468495"/>
                  <a:pt x="4244571" y="468490"/>
                  <a:pt x="4244738" y="468437"/>
                </a:cubicBezTo>
                <a:cubicBezTo>
                  <a:pt x="4271041" y="285283"/>
                  <a:pt x="4360502" y="121704"/>
                  <a:pt x="4492246" y="0"/>
                </a:cubicBezTo>
                <a:close/>
                <a:moveTo>
                  <a:pt x="gd3011" y="gd3012"/>
                </a:moveTo>
                <a:lnTo>
                  <a:pt x="gd3013" y="gd3014"/>
                </a:lnTo>
                <a:cubicBezTo>
                  <a:pt x="3630337" y="226291"/>
                  <a:pt x="3826926" y="399791"/>
                  <a:pt x="4070978" y="451830"/>
                </a:cubicBezTo>
                <a:cubicBezTo>
                  <a:pt x="4033127" y="260867"/>
                  <a:pt x="3913719" y="98005"/>
                  <a:pt x="3748249" y="0"/>
                </a:cubicBezTo>
                <a:lnTo>
                  <a:pt x="gd3019" y="gd3020"/>
                </a:lnTo>
                <a:cubicBezTo>
                  <a:pt x="4088702" y="121703"/>
                  <a:pt x="4178162" y="285283"/>
                  <a:pt x="4204464" y="468437"/>
                </a:cubicBezTo>
                <a:cubicBezTo>
                  <a:pt x="4204632" y="468490"/>
                  <a:pt x="4204801" y="468495"/>
                  <a:pt x="4204970" y="468499"/>
                </a:cubicBezTo>
                <a:lnTo>
                  <a:pt x="gd3025" y="gd3026"/>
                </a:lnTo>
                <a:cubicBezTo>
                  <a:pt x="4210567" y="505143"/>
                  <a:pt x="4213016" y="535786"/>
                  <a:pt x="4212974" y="566868"/>
                </a:cubicBezTo>
                <a:cubicBezTo>
                  <a:pt x="4214286" y="572454"/>
                  <a:pt x="4214345" y="578078"/>
                  <a:pt x="4214345" y="583715"/>
                </a:cubicBezTo>
                <a:cubicBezTo>
                  <a:pt x="4214345" y="587508"/>
                  <a:pt x="4214318" y="591293"/>
                  <a:pt x="4213752" y="595066"/>
                </a:cubicBezTo>
                <a:lnTo>
                  <a:pt x="gd3033" y="gd3034"/>
                </a:lnTo>
                <a:lnTo>
                  <a:pt x="gd3035" y="gd3036"/>
                </a:lnTo>
                <a:lnTo>
                  <a:pt x="gd3037" y="gd3038"/>
                </a:lnTo>
                <a:cubicBezTo>
                  <a:pt x="4163734" y="593388"/>
                  <a:pt x="4131854" y="590430"/>
                  <a:pt x="4100682" y="584920"/>
                </a:cubicBezTo>
                <a:cubicBezTo>
                  <a:pt x="4095105" y="585336"/>
                  <a:pt x="4089776" y="584395"/>
                  <a:pt x="4084465" y="583392"/>
                </a:cubicBezTo>
                <a:lnTo>
                  <a:pt x="gd3043" y="gd3044"/>
                </a:lnTo>
                <a:cubicBezTo>
                  <a:pt x="3762475" y="529393"/>
                  <a:pt x="3503203" y="299826"/>
                  <a:pt x="3418424" y="0"/>
                </a:cubicBezTo>
                <a:close/>
                <a:moveTo>
                  <a:pt x="gd3047" y="gd3048"/>
                </a:moveTo>
                <a:lnTo>
                  <a:pt x="gd3049" y="gd3050"/>
                </a:lnTo>
                <a:cubicBezTo>
                  <a:pt x="2843334" y="98005"/>
                  <a:pt x="2723925" y="260867"/>
                  <a:pt x="2686074" y="451830"/>
                </a:cubicBezTo>
                <a:cubicBezTo>
                  <a:pt x="2930126" y="399791"/>
                  <a:pt x="3126716" y="226291"/>
                  <a:pt x="3204612" y="0"/>
                </a:cubicBezTo>
                <a:lnTo>
                  <a:pt x="gd3055" y="gd3056"/>
                </a:lnTo>
                <a:cubicBezTo>
                  <a:pt x="3253850" y="299826"/>
                  <a:pt x="2994578" y="529393"/>
                  <a:pt x="2672703" y="582253"/>
                </a:cubicBezTo>
                <a:lnTo>
                  <a:pt x="gd3059" y="gd3060"/>
                </a:lnTo>
                <a:cubicBezTo>
                  <a:pt x="2667276" y="584395"/>
                  <a:pt x="2661947" y="585336"/>
                  <a:pt x="2656370" y="584920"/>
                </a:cubicBezTo>
                <a:cubicBezTo>
                  <a:pt x="2625198" y="590430"/>
                  <a:pt x="2593318" y="593388"/>
                  <a:pt x="2560943" y="593911"/>
                </a:cubicBezTo>
                <a:lnTo>
                  <a:pt x="gd3065" y="gd3066"/>
                </a:lnTo>
                <a:lnTo>
                  <a:pt x="gd3067" y="gd3068"/>
                </a:lnTo>
                <a:lnTo>
                  <a:pt x="gd3069" y="gd3070"/>
                </a:lnTo>
                <a:cubicBezTo>
                  <a:pt x="2542734" y="591293"/>
                  <a:pt x="2542707" y="587507"/>
                  <a:pt x="2542707" y="583715"/>
                </a:cubicBezTo>
                <a:cubicBezTo>
                  <a:pt x="2542707" y="578078"/>
                  <a:pt x="2542765" y="572454"/>
                  <a:pt x="2544077" y="566868"/>
                </a:cubicBezTo>
                <a:cubicBezTo>
                  <a:pt x="2544035" y="535786"/>
                  <a:pt x="2546485" y="505143"/>
                  <a:pt x="2551541" y="475137"/>
                </a:cubicBezTo>
                <a:lnTo>
                  <a:pt x="gd3077" y="gd3078"/>
                </a:lnTo>
                <a:cubicBezTo>
                  <a:pt x="2552250" y="468495"/>
                  <a:pt x="2552420" y="468490"/>
                  <a:pt x="2552587" y="468437"/>
                </a:cubicBezTo>
                <a:cubicBezTo>
                  <a:pt x="2578890" y="285283"/>
                  <a:pt x="2668350" y="121703"/>
                  <a:pt x="2800095" y="0"/>
                </a:cubicBezTo>
                <a:close/>
                <a:moveTo>
                  <a:pt x="gd3083" y="gd3084"/>
                </a:moveTo>
                <a:lnTo>
                  <a:pt x="gd3085" y="gd3086"/>
                </a:lnTo>
                <a:cubicBezTo>
                  <a:pt x="1938186" y="226291"/>
                  <a:pt x="2134775" y="399791"/>
                  <a:pt x="2378827" y="451830"/>
                </a:cubicBezTo>
                <a:cubicBezTo>
                  <a:pt x="2340976" y="260867"/>
                  <a:pt x="2221567" y="98005"/>
                  <a:pt x="2056098" y="0"/>
                </a:cubicBezTo>
                <a:lnTo>
                  <a:pt x="gd3091" y="gd3092"/>
                </a:lnTo>
                <a:cubicBezTo>
                  <a:pt x="2396551" y="121703"/>
                  <a:pt x="2486011" y="285283"/>
                  <a:pt x="2512313" y="468437"/>
                </a:cubicBezTo>
                <a:cubicBezTo>
                  <a:pt x="2512481" y="468490"/>
                  <a:pt x="2512650" y="468495"/>
                  <a:pt x="2512819" y="468499"/>
                </a:cubicBezTo>
                <a:lnTo>
                  <a:pt x="gd3097" y="gd3098"/>
                </a:lnTo>
                <a:cubicBezTo>
                  <a:pt x="2518416" y="505143"/>
                  <a:pt x="2520865" y="535786"/>
                  <a:pt x="2520823" y="566868"/>
                </a:cubicBezTo>
                <a:cubicBezTo>
                  <a:pt x="2522135" y="572454"/>
                  <a:pt x="2522194" y="578078"/>
                  <a:pt x="2522194" y="583715"/>
                </a:cubicBezTo>
                <a:cubicBezTo>
                  <a:pt x="2522194" y="587508"/>
                  <a:pt x="2522167" y="591293"/>
                  <a:pt x="2521601" y="595066"/>
                </a:cubicBezTo>
                <a:lnTo>
                  <a:pt x="gd3105" y="gd3106"/>
                </a:lnTo>
                <a:lnTo>
                  <a:pt x="gd3107" y="gd3108"/>
                </a:lnTo>
                <a:lnTo>
                  <a:pt x="gd3109" y="gd3110"/>
                </a:lnTo>
                <a:cubicBezTo>
                  <a:pt x="2471583" y="593388"/>
                  <a:pt x="2439703" y="590430"/>
                  <a:pt x="2408531" y="584920"/>
                </a:cubicBezTo>
                <a:cubicBezTo>
                  <a:pt x="2402954" y="585336"/>
                  <a:pt x="2397625" y="584395"/>
                  <a:pt x="2392314" y="583392"/>
                </a:cubicBezTo>
                <a:lnTo>
                  <a:pt x="gd3115" y="gd3116"/>
                </a:lnTo>
                <a:cubicBezTo>
                  <a:pt x="2070324" y="529393"/>
                  <a:pt x="1811051" y="299826"/>
                  <a:pt x="1726273" y="0"/>
                </a:cubicBezTo>
                <a:close/>
                <a:moveTo>
                  <a:pt x="gd3119" y="gd3120"/>
                </a:moveTo>
                <a:lnTo>
                  <a:pt x="gd3121" y="gd3122"/>
                </a:lnTo>
                <a:cubicBezTo>
                  <a:pt x="1151183" y="98005"/>
                  <a:pt x="1031774" y="260867"/>
                  <a:pt x="993923" y="451830"/>
                </a:cubicBezTo>
                <a:cubicBezTo>
                  <a:pt x="1237975" y="399791"/>
                  <a:pt x="1434564" y="226291"/>
                  <a:pt x="1512461" y="0"/>
                </a:cubicBezTo>
                <a:lnTo>
                  <a:pt x="gd3127" y="gd3128"/>
                </a:lnTo>
                <a:cubicBezTo>
                  <a:pt x="1561699" y="299826"/>
                  <a:pt x="1302427" y="529393"/>
                  <a:pt x="980552" y="582253"/>
                </a:cubicBezTo>
                <a:lnTo>
                  <a:pt x="gd3131" y="gd3132"/>
                </a:lnTo>
                <a:cubicBezTo>
                  <a:pt x="975125" y="584395"/>
                  <a:pt x="969796" y="585336"/>
                  <a:pt x="964219" y="584920"/>
                </a:cubicBezTo>
                <a:cubicBezTo>
                  <a:pt x="933047" y="590430"/>
                  <a:pt x="901167" y="593388"/>
                  <a:pt x="868792" y="593911"/>
                </a:cubicBezTo>
                <a:lnTo>
                  <a:pt x="gd3137" y="gd3138"/>
                </a:lnTo>
                <a:lnTo>
                  <a:pt x="gd3139" y="gd3140"/>
                </a:lnTo>
                <a:lnTo>
                  <a:pt x="gd3141" y="gd3142"/>
                </a:lnTo>
                <a:cubicBezTo>
                  <a:pt x="850583" y="591293"/>
                  <a:pt x="850556" y="587507"/>
                  <a:pt x="850556" y="583715"/>
                </a:cubicBezTo>
                <a:cubicBezTo>
                  <a:pt x="850556" y="578078"/>
                  <a:pt x="850614" y="572454"/>
                  <a:pt x="851926" y="566868"/>
                </a:cubicBezTo>
                <a:cubicBezTo>
                  <a:pt x="851884" y="535786"/>
                  <a:pt x="854334" y="505143"/>
                  <a:pt x="859390" y="475137"/>
                </a:cubicBezTo>
                <a:lnTo>
                  <a:pt x="gd3149" y="gd3150"/>
                </a:lnTo>
                <a:cubicBezTo>
                  <a:pt x="860099" y="468495"/>
                  <a:pt x="860269" y="468490"/>
                  <a:pt x="860436" y="468437"/>
                </a:cubicBezTo>
                <a:cubicBezTo>
                  <a:pt x="886739" y="285283"/>
                  <a:pt x="976199" y="121704"/>
                  <a:pt x="1107944" y="0"/>
                </a:cubicBezTo>
                <a:close/>
                <a:moveTo>
                  <a:pt x="gd3155" y="gd3156"/>
                </a:moveTo>
                <a:lnTo>
                  <a:pt x="gd3157" y="gd3158"/>
                </a:lnTo>
                <a:cubicBezTo>
                  <a:pt x="246034" y="226290"/>
                  <a:pt x="442624" y="399791"/>
                  <a:pt x="686676" y="451830"/>
                </a:cubicBezTo>
                <a:cubicBezTo>
                  <a:pt x="648825" y="260867"/>
                  <a:pt x="529416" y="98005"/>
                  <a:pt x="363946" y="0"/>
                </a:cubicBezTo>
                <a:lnTo>
                  <a:pt x="gd3163" y="gd3164"/>
                </a:lnTo>
                <a:cubicBezTo>
                  <a:pt x="704400" y="121703"/>
                  <a:pt x="793860" y="285283"/>
                  <a:pt x="820162" y="468437"/>
                </a:cubicBezTo>
                <a:cubicBezTo>
                  <a:pt x="820330" y="468490"/>
                  <a:pt x="820499" y="468495"/>
                  <a:pt x="820668" y="468500"/>
                </a:cubicBezTo>
                <a:lnTo>
                  <a:pt x="gd3169" y="gd3170"/>
                </a:lnTo>
                <a:cubicBezTo>
                  <a:pt x="826265" y="505143"/>
                  <a:pt x="828714" y="535786"/>
                  <a:pt x="828672" y="566868"/>
                </a:cubicBezTo>
                <a:cubicBezTo>
                  <a:pt x="829984" y="572454"/>
                  <a:pt x="830043" y="578078"/>
                  <a:pt x="830043" y="583715"/>
                </a:cubicBezTo>
                <a:cubicBezTo>
                  <a:pt x="830043" y="587508"/>
                  <a:pt x="830016" y="591293"/>
                  <a:pt x="829450" y="595066"/>
                </a:cubicBezTo>
                <a:lnTo>
                  <a:pt x="gd3177" y="gd3178"/>
                </a:lnTo>
                <a:lnTo>
                  <a:pt x="gd3179" y="gd3180"/>
                </a:lnTo>
                <a:lnTo>
                  <a:pt x="gd3181" y="gd3182"/>
                </a:lnTo>
                <a:cubicBezTo>
                  <a:pt x="779432" y="593388"/>
                  <a:pt x="747552" y="590430"/>
                  <a:pt x="716380" y="584920"/>
                </a:cubicBezTo>
                <a:cubicBezTo>
                  <a:pt x="710803" y="585336"/>
                  <a:pt x="705474" y="584395"/>
                  <a:pt x="700163" y="583392"/>
                </a:cubicBezTo>
                <a:lnTo>
                  <a:pt x="gd3187" y="gd3188"/>
                </a:lnTo>
                <a:cubicBezTo>
                  <a:pt x="378172" y="529393"/>
                  <a:pt x="118900" y="299826"/>
                  <a:pt x="34122" y="0"/>
                </a:cubicBezTo>
                <a:close/>
              </a:path>
            </a:pathLst>
          </a:custGeom>
          <a:solidFill>
            <a:schemeClr val="lt1"/>
          </a:solidFill>
        </p:spPr>
        <p:txBody>
          <a:bodyPr lIns="91440" tIns="45720" rIns="91440" bIns="45720" anchor="t"/>
          <a:lstStyle/>
          <a:p>
            <a:pPr>
              <a:defRPr/>
            </a:pPr>
            <a:endParaRPr sz="1400"/>
          </a:p>
        </p:txBody>
      </p:sp>
      <p:sp>
        <p:nvSpPr>
          <p:cNvPr id="511267341" name="Straight Connector 9"/>
          <p:cNvSpPr>
            <a:spLocks noChangeShapeType="1" noGrp="1"/>
          </p:cNvSpPr>
          <p:nvPr/>
        </p:nvSpPr>
        <p:spPr bwMode="auto">
          <a:xfrm flipV="1">
            <a:off x="6289675" y="5264150"/>
            <a:ext cx="0" cy="914400"/>
          </a:xfrm>
          <a:prstGeom prst="line">
            <a:avLst/>
          </a:prstGeom>
          <a:noFill/>
          <a:ln w="19050">
            <a:solidFill>
              <a:srgbClr val="1482AC"/>
            </a:solidFill>
            <a:round/>
            <a:headEnd/>
            <a:tailEnd/>
          </a:ln>
        </p:spPr>
        <p:txBody>
          <a:bodyPr lIns="91440" tIns="45720" rIns="91440" bIns="45720"/>
          <a:lstStyle/>
          <a:p>
            <a:pPr>
              <a:defRPr/>
            </a:pPr>
            <a:endParaRPr sz="1400"/>
          </a:p>
        </p:txBody>
      </p:sp>
      <p:sp>
        <p:nvSpPr>
          <p:cNvPr id="969925585" name="Title Placeholder 1"/>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748674732" name="Text Placeholder 2"/>
          <p:cNvSpPr>
            <a:spLocks noChangeShapeType="1" noGrp="1"/>
          </p:cNvSpPr>
          <p:nvPr>
            <p:ph type="body" idx="1"/>
          </p:nvPr>
        </p:nvSpPr>
        <p:spPr bwMode="auto">
          <a:xfrm>
            <a:off x="768350" y="2286000"/>
            <a:ext cx="7289800" cy="4022725"/>
          </a:xfrm>
          <a:prstGeom prst="rect">
            <a:avLst/>
          </a:prstGeom>
          <a:noFill/>
        </p:spPr>
        <p:txBody>
          <a:bodyPr lIns="45720" tIns="45720" rIns="45720" bIns="45720"/>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1191009339" name="Date Placeholder 3"/>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593390649" name="Footer Placeholder 4"/>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a:defRPr/>
            </a:pPr>
            <a:endParaRPr sz="1400"/>
          </a:p>
        </p:txBody>
      </p:sp>
      <p:sp>
        <p:nvSpPr>
          <p:cNvPr id="2126634892" name="Slide Number Placeholder 5"/>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p>
            <a:pPr marL="0" lvl="0" indent="0">
              <a:spcBef>
                <a:spcPts val="0"/>
              </a:spcBef>
              <a:buNone/>
              <a:defRPr/>
            </a:pPr>
            <a:fld id="{D038279B-FC19-497E-A7D1-5ADD9CAF016F}" type="slidenum">
              <a:rPr lang="en-US" sz="1000">
                <a:solidFill>
                  <a:srgbClr val="0D0D0D"/>
                </a:solidFill>
                <a:latin typeface="Tw Cen MT Condensed"/>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3_Integral">
    <p:bg>
      <p:bgPr shadeToTitle="0">
        <a:solidFill>
          <a:schemeClr val="lt1"/>
        </a:solidFill>
      </p:bgPr>
    </p:bg>
    <p:spTree>
      <p:nvGrpSpPr>
        <p:cNvPr id="1" name=""/>
        <p:cNvGrpSpPr/>
        <p:nvPr/>
      </p:nvGrpSpPr>
      <p:grpSpPr bwMode="auto">
        <a:xfrm>
          <a:off x="0" y="0"/>
          <a:ext cx="0" cy="0"/>
          <a:chOff x="0" y="0"/>
          <a:chExt cx="0" cy="0"/>
        </a:xfrm>
      </p:grpSpPr>
      <p:sp>
        <p:nvSpPr>
          <p:cNvPr id="1865407256" name="Title Placeholder 1"/>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368754667" name="Text Placeholder 2"/>
          <p:cNvSpPr>
            <a:spLocks noChangeShapeType="1" noGrp="1"/>
          </p:cNvSpPr>
          <p:nvPr>
            <p:ph type="body" idx="1"/>
          </p:nvPr>
        </p:nvSpPr>
        <p:spPr bwMode="auto">
          <a:xfrm>
            <a:off x="768350" y="2286000"/>
            <a:ext cx="7289800" cy="4022725"/>
          </a:xfrm>
          <a:prstGeom prst="rect">
            <a:avLst/>
          </a:prstGeom>
          <a:noFill/>
        </p:spPr>
        <p:txBody>
          <a:bodyPr lIns="45720" tIns="45720" rIns="45720" bIns="45720"/>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925234562" name="Date Placeholder 1"/>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913490173" name="Footer Placeholder 2"/>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a:defRPr/>
            </a:pPr>
            <a:endParaRPr sz="1400"/>
          </a:p>
        </p:txBody>
      </p:sp>
      <p:sp>
        <p:nvSpPr>
          <p:cNvPr id="317408030" name="Slide Number Placeholder 3"/>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p>
            <a:pPr marL="0" lvl="0" indent="0">
              <a:spcBef>
                <a:spcPts val="0"/>
              </a:spcBef>
              <a:buNone/>
              <a:defRPr/>
            </a:pPr>
            <a:fld id="{D038279B-FC19-497E-A7D1-5ADD9CAF016F}" type="slidenum">
              <a:rPr lang="en-US" sz="1000">
                <a:solidFill>
                  <a:srgbClr val="0D0D0D"/>
                </a:solidFill>
                <a:latin typeface="Tw Cen MT Condensed"/>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4_Integral">
    <p:bg>
      <p:bgPr shadeToTitle="0">
        <a:solidFill>
          <a:schemeClr val="lt1"/>
        </a:solidFill>
      </p:bgPr>
    </p:bg>
    <p:spTree>
      <p:nvGrpSpPr>
        <p:cNvPr id="1" name=""/>
        <p:cNvGrpSpPr/>
        <p:nvPr/>
      </p:nvGrpSpPr>
      <p:grpSpPr bwMode="auto">
        <a:xfrm>
          <a:off x="0" y="0"/>
          <a:ext cx="0" cy="0"/>
          <a:chOff x="0" y="0"/>
          <a:chExt cx="0" cy="0"/>
        </a:xfrm>
      </p:grpSpPr>
      <p:sp>
        <p:nvSpPr>
          <p:cNvPr id="1453095201" name="Straight Connector 7"/>
          <p:cNvSpPr>
            <a:spLocks noChangeShapeType="1" noGrp="1"/>
          </p:cNvSpPr>
          <p:nvPr/>
        </p:nvSpPr>
        <p:spPr bwMode="auto">
          <a:xfrm flipV="1">
            <a:off x="6289675" y="5264150"/>
            <a:ext cx="0" cy="914400"/>
          </a:xfrm>
          <a:prstGeom prst="line">
            <a:avLst/>
          </a:prstGeom>
          <a:noFill/>
          <a:ln w="19050">
            <a:solidFill>
              <a:schemeClr val="accent1"/>
            </a:solidFill>
            <a:round/>
            <a:headEnd/>
            <a:tailEnd/>
          </a:ln>
        </p:spPr>
        <p:txBody>
          <a:bodyPr lIns="91440" tIns="45720" rIns="91440" bIns="45720"/>
          <a:lstStyle/>
          <a:p>
            <a:pPr>
              <a:defRPr/>
            </a:pPr>
            <a:endParaRPr sz="1400"/>
          </a:p>
        </p:txBody>
      </p:sp>
      <p:sp>
        <p:nvSpPr>
          <p:cNvPr id="449576503" name="Title Placeholder 1"/>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887774591" name="Text Placeholder 2"/>
          <p:cNvSpPr>
            <a:spLocks noChangeShapeType="1" noGrp="1"/>
          </p:cNvSpPr>
          <p:nvPr>
            <p:ph type="body" idx="1"/>
          </p:nvPr>
        </p:nvSpPr>
        <p:spPr bwMode="auto">
          <a:xfrm>
            <a:off x="768350" y="2286000"/>
            <a:ext cx="7289800" cy="4022725"/>
          </a:xfrm>
          <a:prstGeom prst="rect">
            <a:avLst/>
          </a:prstGeom>
          <a:noFill/>
        </p:spPr>
        <p:txBody>
          <a:bodyPr lIns="45720" tIns="45720" rIns="45720" bIns="45720"/>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416837401" name="Date Placeholder 4"/>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109071625" name="Footer Placeholder 5"/>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a:defRPr/>
            </a:pPr>
            <a:endParaRPr sz="1400"/>
          </a:p>
        </p:txBody>
      </p:sp>
      <p:sp>
        <p:nvSpPr>
          <p:cNvPr id="238200974" name="Slide Number Placeholder 6"/>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p>
            <a:pPr marL="0" lvl="0" indent="0">
              <a:spcBef>
                <a:spcPts val="0"/>
              </a:spcBef>
              <a:buNone/>
              <a:defRPr/>
            </a:pPr>
            <a:fld id="{D038279B-FC19-497E-A7D1-5ADD9CAF016F}" type="slidenum">
              <a:rPr lang="en-US" sz="1000">
                <a:solidFill>
                  <a:srgbClr val="0D0D0D"/>
                </a:solidFill>
                <a:latin typeface="Tw Cen MT Condensed"/>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5_Integral">
    <p:bg>
      <p:bgPr shadeToTitle="0">
        <a:solidFill>
          <a:schemeClr val="lt1"/>
        </a:solidFill>
      </p:bgPr>
    </p:bg>
    <p:spTree>
      <p:nvGrpSpPr>
        <p:cNvPr id="1" name=""/>
        <p:cNvGrpSpPr/>
        <p:nvPr/>
      </p:nvGrpSpPr>
      <p:grpSpPr bwMode="auto">
        <a:xfrm>
          <a:off x="0" y="0"/>
          <a:ext cx="0" cy="0"/>
          <a:chOff x="0" y="0"/>
          <a:chExt cx="0" cy="0"/>
        </a:xfrm>
      </p:grpSpPr>
      <p:sp>
        <p:nvSpPr>
          <p:cNvPr id="497960596" name="Straight Connector 7"/>
          <p:cNvSpPr>
            <a:spLocks noChangeShapeType="1" noGrp="1"/>
          </p:cNvSpPr>
          <p:nvPr/>
        </p:nvSpPr>
        <p:spPr bwMode="auto">
          <a:xfrm rot="-5400000" flipV="1">
            <a:off x="7543800" y="173037"/>
            <a:ext cx="0" cy="685800"/>
          </a:xfrm>
          <a:prstGeom prst="line">
            <a:avLst/>
          </a:prstGeom>
          <a:noFill/>
          <a:ln w="19050">
            <a:solidFill>
              <a:schemeClr val="accent1"/>
            </a:solidFill>
            <a:round/>
            <a:headEnd/>
            <a:tailEnd/>
          </a:ln>
        </p:spPr>
        <p:txBody>
          <a:bodyPr lIns="91440" tIns="45720" rIns="91440" bIns="45720"/>
          <a:lstStyle/>
          <a:p>
            <a:pPr>
              <a:defRPr/>
            </a:pPr>
            <a:endParaRPr sz="1400"/>
          </a:p>
        </p:txBody>
      </p:sp>
      <p:sp>
        <p:nvSpPr>
          <p:cNvPr id="137338879" name="Title Placeholder 1"/>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617080586" name="Text Placeholder 2"/>
          <p:cNvSpPr>
            <a:spLocks noChangeShapeType="1" noGrp="1"/>
          </p:cNvSpPr>
          <p:nvPr>
            <p:ph type="body" idx="1"/>
          </p:nvPr>
        </p:nvSpPr>
        <p:spPr bwMode="auto">
          <a:xfrm>
            <a:off x="768350" y="2286000"/>
            <a:ext cx="7289800" cy="4022725"/>
          </a:xfrm>
          <a:prstGeom prst="rect">
            <a:avLst/>
          </a:prstGeom>
          <a:noFill/>
        </p:spPr>
        <p:txBody>
          <a:bodyPr lIns="45720" tIns="45720" rIns="45720" bIns="45720"/>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2097573628" name="Date Placeholder 3"/>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2944628" name="Footer Placeholder 4"/>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a:defRPr/>
            </a:pPr>
            <a:endParaRPr sz="1400"/>
          </a:p>
        </p:txBody>
      </p:sp>
      <p:sp>
        <p:nvSpPr>
          <p:cNvPr id="987390525" name="Slide Number Placeholder 5"/>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p>
            <a:pPr marL="0" lvl="0" indent="0">
              <a:spcBef>
                <a:spcPts val="0"/>
              </a:spcBef>
              <a:buNone/>
              <a:defRPr/>
            </a:pPr>
            <a:fld id="{D038279B-FC19-497E-A7D1-5ADD9CAF016F}" type="slidenum">
              <a:rPr lang="en-US" sz="1000">
                <a:solidFill>
                  <a:srgbClr val="0D0D0D"/>
                </a:solidFill>
                <a:latin typeface="Tw Cen MT Condensed"/>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364295284" name="Title Placeholder 1"/>
          <p:cNvSpPr>
            <a:spLocks noChangeShapeType="1" noGrp="1"/>
          </p:cNvSpPr>
          <p:nvPr>
            <p:ph type="title" idx="0"/>
          </p:nvPr>
        </p:nvSpPr>
        <p:spPr bwMode="auto">
          <a:xfrm>
            <a:off x="768350" y="585787"/>
            <a:ext cx="7289800" cy="149860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479266680" name="Text Placeholder 2"/>
          <p:cNvSpPr>
            <a:spLocks noChangeShapeType="1" noGrp="1"/>
          </p:cNvSpPr>
          <p:nvPr>
            <p:ph type="body" idx="1"/>
          </p:nvPr>
        </p:nvSpPr>
        <p:spPr bwMode="auto">
          <a:xfrm>
            <a:off x="768350" y="2286000"/>
            <a:ext cx="7289800" cy="4022725"/>
          </a:xfrm>
          <a:prstGeom prst="rect">
            <a:avLst/>
          </a:prstGeom>
          <a:noFill/>
        </p:spPr>
        <p:txBody>
          <a:bodyPr lIns="45720" tIns="45720" rIns="45720" bIns="45720"/>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Edit Master text styles</a:t>
            </a:r>
            <a:endParaRPr/>
          </a:p>
          <a:p>
            <a:pPr marL="265112" lvl="1" indent="-136525">
              <a:spcBef>
                <a:spcPts val="200"/>
              </a:spcBef>
              <a:buClr>
                <a:srgbClr val="1CADE4"/>
              </a:buClr>
              <a:buSzPct val="100000"/>
              <a:buFont typeface="Wingdings 3"/>
              <a:buChar char=""/>
              <a:defRPr/>
            </a:pPr>
            <a:r>
              <a:rPr lang="en-US"/>
              <a:t>Second level</a:t>
            </a:r>
            <a:endParaRPr/>
          </a:p>
          <a:p>
            <a:pPr marL="447675" lvl="2" indent="-136525">
              <a:spcBef>
                <a:spcPts val="200"/>
              </a:spcBef>
              <a:buClr>
                <a:srgbClr val="1CADE4"/>
              </a:buClr>
              <a:buSzPct val="100000"/>
              <a:buFont typeface="Wingdings 3"/>
              <a:buChar char=""/>
              <a:defRPr/>
            </a:pPr>
            <a:r>
              <a:rPr lang="en-US"/>
              <a:t>Third level</a:t>
            </a:r>
            <a:endParaRPr/>
          </a:p>
          <a:p>
            <a:pPr marL="593725" lvl="3" indent="-136525">
              <a:spcBef>
                <a:spcPts val="200"/>
              </a:spcBef>
              <a:buClr>
                <a:srgbClr val="1CADE4"/>
              </a:buClr>
              <a:buSzPct val="100000"/>
              <a:buFont typeface="Wingdings 3"/>
              <a:buChar char=""/>
              <a:defRPr/>
            </a:pPr>
            <a:r>
              <a:rPr lang="en-US"/>
              <a:t>Fourth level</a:t>
            </a:r>
            <a:endParaRPr/>
          </a:p>
          <a:p>
            <a:pPr marL="776287" lvl="4" indent="-136525">
              <a:spcBef>
                <a:spcPts val="200"/>
              </a:spcBef>
              <a:buClr>
                <a:srgbClr val="1CADE4"/>
              </a:buClr>
              <a:buSzPct val="100000"/>
              <a:buFont typeface="Wingdings 3"/>
              <a:buChar char=""/>
              <a:defRPr/>
            </a:pPr>
            <a:r>
              <a:rPr lang="en-US"/>
              <a:t>Fifth level</a:t>
            </a:r>
            <a:endParaRPr/>
          </a:p>
        </p:txBody>
      </p:sp>
      <p:sp>
        <p:nvSpPr>
          <p:cNvPr id="566933548" name="Date Placeholder 3"/>
          <p:cNvSpPr>
            <a:spLocks noChangeShapeType="1" noGrp="1"/>
          </p:cNvSpPr>
          <p:nvPr>
            <p:ph type="dt" idx="2"/>
          </p:nvPr>
        </p:nvSpPr>
        <p:spPr bwMode="auto">
          <a:xfrm>
            <a:off x="768350" y="6470650"/>
            <a:ext cx="1616075" cy="274637"/>
          </a:xfrm>
          <a:prstGeom prst="rect">
            <a:avLst/>
          </a:prstGeom>
          <a:noFill/>
        </p:spPr>
        <p:txBody>
          <a:bodyPr lIns="91440" tIns="45720" rIns="91440" bIns="45720" anchor="ctr" anchorCtr="0"/>
          <a:lstStyle/>
          <a:p>
            <a:pPr>
              <a:defRPr/>
            </a:pPr>
            <a:endParaRPr sz="1400"/>
          </a:p>
        </p:txBody>
      </p:sp>
      <p:sp>
        <p:nvSpPr>
          <p:cNvPr id="1727894544" name="Footer Placeholder 4"/>
          <p:cNvSpPr>
            <a:spLocks noChangeShapeType="1" noGrp="1"/>
          </p:cNvSpPr>
          <p:nvPr>
            <p:ph type="ftr" idx="3"/>
          </p:nvPr>
        </p:nvSpPr>
        <p:spPr bwMode="auto">
          <a:xfrm>
            <a:off x="3632200" y="6470650"/>
            <a:ext cx="4425950" cy="274637"/>
          </a:xfrm>
          <a:prstGeom prst="rect">
            <a:avLst/>
          </a:prstGeom>
          <a:noFill/>
        </p:spPr>
        <p:txBody>
          <a:bodyPr lIns="91440" tIns="45720" rIns="91440" bIns="45720" anchor="ctr" anchorCtr="0"/>
          <a:lstStyle/>
          <a:p>
            <a:pPr>
              <a:defRPr/>
            </a:pPr>
            <a:endParaRPr sz="1400"/>
          </a:p>
        </p:txBody>
      </p:sp>
      <p:sp>
        <p:nvSpPr>
          <p:cNvPr id="394201286" name="Slide Number Placeholder 5"/>
          <p:cNvSpPr>
            <a:spLocks noChangeShapeType="1" noGrp="1"/>
          </p:cNvSpPr>
          <p:nvPr>
            <p:ph type="sldNum" idx="4"/>
          </p:nvPr>
        </p:nvSpPr>
        <p:spPr bwMode="auto">
          <a:xfrm>
            <a:off x="8128000" y="6470650"/>
            <a:ext cx="730250" cy="274637"/>
          </a:xfrm>
          <a:prstGeom prst="rect">
            <a:avLst/>
          </a:prstGeom>
          <a:noFill/>
        </p:spPr>
        <p:txBody>
          <a:bodyPr lIns="91440" tIns="45720" rIns="91440" bIns="45720" anchor="ctr" anchorCtr="0"/>
          <a:lstStyle>
            <a:lvl1pPr marL="0" indent="0" algn="l" defTabSz="914400" rtl="0">
              <a:lnSpc>
                <a:spcPct val="100000"/>
              </a:lnSpc>
              <a:spcBef>
                <a:spcPts val="0"/>
              </a:spcBef>
              <a:spcAft>
                <a:spcPts val="0"/>
              </a:spcAft>
              <a:buNone/>
              <a:defRPr sz="1800" b="0" i="0">
                <a:solidFill>
                  <a:schemeClr val="dk1"/>
                </a:solidFill>
                <a:latin typeface="Tw Cen MT"/>
              </a:defRPr>
            </a:lvl1pPr>
            <a:lvl2pPr marL="457200" indent="457200" algn="l" defTabSz="914400" rtl="0">
              <a:lnSpc>
                <a:spcPct val="100000"/>
              </a:lnSpc>
              <a:spcBef>
                <a:spcPts val="0"/>
              </a:spcBef>
              <a:spcAft>
                <a:spcPts val="0"/>
              </a:spcAft>
              <a:buNone/>
              <a:defRPr sz="1800" b="0" i="0">
                <a:solidFill>
                  <a:schemeClr val="dk1"/>
                </a:solidFill>
                <a:latin typeface="Tw Cen MT"/>
              </a:defRPr>
            </a:lvl2pPr>
            <a:lvl3pPr marL="914400" indent="914400" algn="l" defTabSz="914400" rtl="0">
              <a:lnSpc>
                <a:spcPct val="100000"/>
              </a:lnSpc>
              <a:spcBef>
                <a:spcPts val="0"/>
              </a:spcBef>
              <a:spcAft>
                <a:spcPts val="0"/>
              </a:spcAft>
              <a:buNone/>
              <a:defRPr sz="1800" b="0" i="0">
                <a:solidFill>
                  <a:schemeClr val="dk1"/>
                </a:solidFill>
                <a:latin typeface="Tw Cen MT"/>
              </a:defRPr>
            </a:lvl3pPr>
            <a:lvl4pPr marL="1371600" indent="1371600" algn="l" defTabSz="914400" rtl="0">
              <a:lnSpc>
                <a:spcPct val="100000"/>
              </a:lnSpc>
              <a:spcBef>
                <a:spcPts val="0"/>
              </a:spcBef>
              <a:spcAft>
                <a:spcPts val="0"/>
              </a:spcAft>
              <a:buNone/>
              <a:defRPr sz="1800" b="0" i="0">
                <a:solidFill>
                  <a:schemeClr val="dk1"/>
                </a:solidFill>
                <a:latin typeface="Tw Cen MT"/>
              </a:defRPr>
            </a:lvl4pPr>
            <a:lvl5pPr marL="1828800" indent="1828800" algn="l" defTabSz="914400" rtl="0">
              <a:lnSpc>
                <a:spcPct val="100000"/>
              </a:lnSpc>
              <a:spcBef>
                <a:spcPts val="0"/>
              </a:spcBef>
              <a:spcAft>
                <a:spcPts val="0"/>
              </a:spcAft>
              <a:buNone/>
              <a:defRPr sz="1800" b="0" i="0">
                <a:solidFill>
                  <a:schemeClr val="dk1"/>
                </a:solidFill>
                <a:latin typeface="Tw Cen MT"/>
              </a:defRPr>
            </a:lvl5pPr>
          </a:lstStyle>
          <a:p>
            <a:pPr marL="0" lvl="0" indent="0">
              <a:spcBef>
                <a:spcPts val="0"/>
              </a:spcBef>
              <a:buNone/>
              <a:defRPr/>
            </a:pPr>
            <a:fld id="{D038279B-FC19-497E-A7D1-5ADD9CAF016F}" type="slidenum">
              <a:rPr lang="en-US" sz="1000">
                <a:solidFill>
                  <a:srgbClr val="0D0D0D"/>
                </a:solidFill>
                <a:latin typeface="Tw Cen MT Condensed"/>
              </a:rPr>
              <a:t>*</a:t>
            </a:fld>
            <a:endParaRPr/>
          </a:p>
        </p:txBody>
      </p:sp>
      <p:sp>
        <p:nvSpPr>
          <p:cNvPr id="354384265" name="Straight Connector 6"/>
          <p:cNvSpPr>
            <a:spLocks noChangeShapeType="1" noGrp="1"/>
          </p:cNvSpPr>
          <p:nvPr/>
        </p:nvSpPr>
        <p:spPr bwMode="auto">
          <a:xfrm flipV="1">
            <a:off x="571500" y="827087"/>
            <a:ext cx="0" cy="914400"/>
          </a:xfrm>
          <a:prstGeom prst="line">
            <a:avLst/>
          </a:prstGeom>
          <a:noFill/>
          <a:ln w="19050">
            <a:solidFill>
              <a:schemeClr val="accent1"/>
            </a:solidFill>
            <a:round/>
            <a:headEnd/>
            <a:tailEnd/>
          </a:ln>
        </p:spPr>
        <p:txBody>
          <a:bodyPr lIns="91440" tIns="45720" rIns="91440" bIns="45720"/>
          <a:lstStyle/>
          <a:p>
            <a:pPr>
              <a:defRPr/>
            </a:pPr>
            <a:endParaRPr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marL="0" indent="0" algn="l" defTabSz="914400" rtl="0">
        <a:lnSpc>
          <a:spcPct val="80000"/>
        </a:lnSpc>
        <a:spcBef>
          <a:spcPts val="0"/>
        </a:spcBef>
        <a:spcAft>
          <a:spcPts val="0"/>
        </a:spcAft>
        <a:buNone/>
        <a:defRPr lang="en-US" sz="4400" b="0" i="0">
          <a:solidFill>
            <a:srgbClr val="0D0D0D"/>
          </a:solidFill>
          <a:latin typeface="Tw Cen MT Condensed"/>
        </a:defRPr>
      </a:lvl1pPr>
      <a:lvl2pPr marL="0" indent="0" algn="l" defTabSz="914400" rtl="0">
        <a:lnSpc>
          <a:spcPct val="80000"/>
        </a:lnSpc>
        <a:spcBef>
          <a:spcPts val="0"/>
        </a:spcBef>
        <a:spcAft>
          <a:spcPts val="0"/>
        </a:spcAft>
        <a:buNone/>
        <a:defRPr lang="en-US" sz="4400" b="0" i="0">
          <a:solidFill>
            <a:srgbClr val="0D0D0D"/>
          </a:solidFill>
          <a:latin typeface="Tw Cen MT Condensed"/>
        </a:defRPr>
      </a:lvl2pPr>
      <a:lvl3pPr marL="0" indent="0" algn="l" defTabSz="914400" rtl="0">
        <a:lnSpc>
          <a:spcPct val="80000"/>
        </a:lnSpc>
        <a:spcBef>
          <a:spcPts val="0"/>
        </a:spcBef>
        <a:spcAft>
          <a:spcPts val="0"/>
        </a:spcAft>
        <a:buNone/>
        <a:defRPr lang="en-US" sz="4400" b="0" i="0">
          <a:solidFill>
            <a:srgbClr val="0D0D0D"/>
          </a:solidFill>
          <a:latin typeface="Tw Cen MT Condensed"/>
        </a:defRPr>
      </a:lvl3pPr>
      <a:lvl4pPr marL="0" indent="0" algn="l" defTabSz="914400" rtl="0">
        <a:lnSpc>
          <a:spcPct val="80000"/>
        </a:lnSpc>
        <a:spcBef>
          <a:spcPts val="0"/>
        </a:spcBef>
        <a:spcAft>
          <a:spcPts val="0"/>
        </a:spcAft>
        <a:buNone/>
        <a:defRPr lang="en-US" sz="4400" b="0" i="0">
          <a:solidFill>
            <a:srgbClr val="0D0D0D"/>
          </a:solidFill>
          <a:latin typeface="Tw Cen MT Condensed"/>
        </a:defRPr>
      </a:lvl4pPr>
      <a:lvl5pPr marL="0" indent="0" algn="l" defTabSz="914400" rtl="0">
        <a:lnSpc>
          <a:spcPct val="80000"/>
        </a:lnSpc>
        <a:spcBef>
          <a:spcPts val="0"/>
        </a:spcBef>
        <a:spcAft>
          <a:spcPts val="0"/>
        </a:spcAft>
        <a:buNone/>
        <a:defRPr lang="en-US" sz="4400" b="0" i="0">
          <a:solidFill>
            <a:srgbClr val="0D0D0D"/>
          </a:solidFill>
          <a:latin typeface="Tw Cen MT Condensed"/>
        </a:defRPr>
      </a:lvl5pPr>
      <a:lvl6pPr>
        <a:defRPr lang="en-US" sz="1800"/>
      </a:lvl6pPr>
      <a:lvl7pPr>
        <a:defRPr lang="en-US" sz="1800"/>
      </a:lvl7pPr>
      <a:lvl8pPr>
        <a:defRPr lang="en-US" sz="1800"/>
      </a:lvl8pPr>
      <a:lvl9pPr>
        <a:defRPr lang="en-US" sz="1800"/>
      </a:lvl9pPr>
    </p:titleStyle>
    <p:bodyStyle>
      <a:lvl1pPr marL="90487" indent="0" algn="l" defTabSz="914400" rtl="0">
        <a:lnSpc>
          <a:spcPct val="90000"/>
        </a:lnSpc>
        <a:spcBef>
          <a:spcPts val="1200"/>
        </a:spcBef>
        <a:spcAft>
          <a:spcPts val="200"/>
        </a:spcAft>
        <a:buClr>
          <a:srgbClr val="1CADE4"/>
        </a:buClr>
        <a:buSzPct val="100000"/>
        <a:buFont typeface="Tw Cen MT"/>
        <a:buChar char=" "/>
        <a:defRPr lang="en-US"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Font typeface="Wingdings 3"/>
        <a:buChar char=""/>
        <a:defRPr lang="en-US"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Font typeface="Wingdings 3"/>
        <a:buChar char=""/>
        <a:defRPr lang="en-US"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Font typeface="Wingdings 3"/>
        <a:buChar char=""/>
        <a:defRPr lang="en-US"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Font typeface="Wingdings 3"/>
        <a:buChar char=""/>
        <a:defRPr lang="en-US" sz="1200" b="0" i="0">
          <a:solidFill>
            <a:schemeClr val="dk1"/>
          </a:solidFill>
          <a:latin typeface="Tw Cen MT"/>
        </a:defRPr>
      </a:lvl5pPr>
      <a:lvl6pPr>
        <a:defRPr lang="en-US" sz="1800"/>
      </a:lvl6pPr>
      <a:lvl7pPr>
        <a:defRPr lang="en-US" sz="1800"/>
      </a:lvl7pPr>
      <a:lvl8pPr>
        <a:defRPr lang="en-US" sz="1800"/>
      </a:lvl8pPr>
      <a:lvl9pPr>
        <a:defRPr lang="en-US" sz="1800"/>
      </a:lvl9pPr>
    </p:bodyStyle>
    <p:otherStyle>
      <a:lvl1pPr marL="0" indent="0" algn="l" defTabSz="457200" rtl="0">
        <a:lnSpc>
          <a:spcPct val="100000"/>
        </a:lnSpc>
        <a:spcBef>
          <a:spcPts val="0"/>
        </a:spcBef>
        <a:spcAft>
          <a:spcPts val="0"/>
        </a:spcAft>
        <a:buNone/>
        <a:defRPr lang="en-US" sz="1800" b="0" i="0">
          <a:solidFill>
            <a:schemeClr val="dk1"/>
          </a:solidFill>
          <a:latin typeface="Tw Cen MT"/>
        </a:defRPr>
      </a:lvl1pPr>
      <a:lvl2pPr marL="457200" indent="457200" algn="l" defTabSz="457200" rtl="0">
        <a:lnSpc>
          <a:spcPct val="100000"/>
        </a:lnSpc>
        <a:spcBef>
          <a:spcPts val="0"/>
        </a:spcBef>
        <a:spcAft>
          <a:spcPts val="0"/>
        </a:spcAft>
        <a:buNone/>
        <a:defRPr lang="en-US" sz="1800" b="0" i="0">
          <a:solidFill>
            <a:schemeClr val="dk1"/>
          </a:solidFill>
          <a:latin typeface="Tw Cen MT"/>
        </a:defRPr>
      </a:lvl2pPr>
      <a:lvl3pPr marL="914400" indent="914400" algn="l" defTabSz="457200" rtl="0">
        <a:lnSpc>
          <a:spcPct val="100000"/>
        </a:lnSpc>
        <a:spcBef>
          <a:spcPts val="0"/>
        </a:spcBef>
        <a:spcAft>
          <a:spcPts val="0"/>
        </a:spcAft>
        <a:buNone/>
        <a:defRPr lang="en-US" sz="1800" b="0" i="0">
          <a:solidFill>
            <a:schemeClr val="dk1"/>
          </a:solidFill>
          <a:latin typeface="Tw Cen MT"/>
        </a:defRPr>
      </a:lvl3pPr>
      <a:lvl4pPr marL="1371600" indent="1371600" algn="l" defTabSz="457200" rtl="0">
        <a:lnSpc>
          <a:spcPct val="100000"/>
        </a:lnSpc>
        <a:spcBef>
          <a:spcPts val="0"/>
        </a:spcBef>
        <a:spcAft>
          <a:spcPts val="0"/>
        </a:spcAft>
        <a:buNone/>
        <a:defRPr lang="en-US" sz="1800" b="0" i="0">
          <a:solidFill>
            <a:schemeClr val="dk1"/>
          </a:solidFill>
          <a:latin typeface="Tw Cen MT"/>
        </a:defRPr>
      </a:lvl4pPr>
      <a:lvl5pPr marL="1828800" indent="1828800" algn="l" defTabSz="457200" rtl="0">
        <a:lnSpc>
          <a:spcPct val="100000"/>
        </a:lnSpc>
        <a:spcBef>
          <a:spcPts val="0"/>
        </a:spcBef>
        <a:spcAft>
          <a:spcPts val="0"/>
        </a:spcAft>
        <a:buNone/>
        <a:defRPr lang="en-US" sz="1800" b="0" i="0">
          <a:solidFill>
            <a:schemeClr val="dk1"/>
          </a:solidFill>
          <a:latin typeface="Tw Cen MT"/>
        </a:defRPr>
      </a:lvl5pPr>
      <a:lvl6pPr>
        <a:defRPr lang="en-US" sz="1800"/>
      </a:lvl6pPr>
      <a:lvl7pPr>
        <a:defRPr lang="en-US" sz="1800"/>
      </a:lvl7pPr>
      <a:lvl8pPr>
        <a:defRPr lang="en-US" sz="1800"/>
      </a:lvl8pPr>
      <a:lvl9pPr>
        <a:defRPr lang="en-US" sz="1800"/>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6.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17.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8.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8866039" name="Rectangle 4"/>
          <p:cNvSpPr>
            <a:spLocks noChangeShapeType="1" noGrp="1"/>
          </p:cNvSpPr>
          <p:nvPr>
            <p:ph type="ctrTitle"/>
          </p:nvPr>
        </p:nvSpPr>
        <p:spPr bwMode="auto">
          <a:xfrm>
            <a:off x="6477000" y="4800600"/>
            <a:ext cx="2438400" cy="1447800"/>
          </a:xfrm>
          <a:prstGeom prst="rect">
            <a:avLst/>
          </a:prstGeom>
        </p:spPr>
        <p:txBody>
          <a:bodyPr lIns="91440" tIns="45720" rIns="91440" bIns="45720" anchor="ctr" anchorCtr="0"/>
          <a:lstStyle>
            <a:lvl1pPr>
              <a:defRPr/>
            </a:lvl1pPr>
            <a:lvl2pPr>
              <a:defRPr/>
            </a:lvl2pPr>
            <a:lvl3pPr>
              <a:defRPr/>
            </a:lvl3pPr>
            <a:lvl4pPr>
              <a:defRPr/>
            </a:lvl4pPr>
            <a:lvl5pPr>
              <a:defRPr/>
            </a:lvl5pPr>
          </a:lstStyle>
          <a:p>
            <a:pPr marL="0" lvl="0" indent="0" algn="r">
              <a:spcBef>
                <a:spcPts val="0"/>
              </a:spcBef>
              <a:buNone/>
              <a:defRPr/>
            </a:pPr>
            <a:r>
              <a:rPr lang="en-US" sz="3600"/>
              <a:t>A GIFT OF FIRE</a:t>
            </a:r>
            <a:br>
              <a:rPr lang="en-US" sz="1800"/>
            </a:br>
            <a:r>
              <a:rPr lang="en-US" sz="1100"/>
              <a:t>THIRD EDITION</a:t>
            </a:r>
            <a:br>
              <a:rPr lang="en-US" sz="1100"/>
            </a:br>
            <a:r>
              <a:rPr lang="en-US" sz="2000"/>
              <a:t>SARA BAASE</a:t>
            </a:r>
            <a:endParaRPr/>
          </a:p>
        </p:txBody>
      </p:sp>
      <p:sp>
        <p:nvSpPr>
          <p:cNvPr id="690040614" name="Rectangle 5"/>
          <p:cNvSpPr>
            <a:spLocks noChangeShapeType="1" noGrp="1"/>
          </p:cNvSpPr>
          <p:nvPr>
            <p:ph type="subTitle"/>
          </p:nvPr>
        </p:nvSpPr>
        <p:spPr bwMode="auto">
          <a:xfrm>
            <a:off x="0" y="4584700"/>
            <a:ext cx="6172200" cy="1463675"/>
          </a:xfrm>
          <a:prstGeom prst="rect">
            <a:avLst/>
          </a:prstGeom>
        </p:spPr>
        <p:txBody>
          <a:bodyPr lIns="91440" tIns="45720" rIns="91440" bIns="45720" anchor="ctr" anchorCtr="0"/>
          <a:lstStyle>
            <a:lvl1pPr marL="0" algn="ctr">
              <a:buNone/>
              <a:defRPr/>
            </a:lvl1pPr>
            <a:lvl2pPr marL="128587" algn="ctr">
              <a:buNone/>
              <a:defRPr/>
            </a:lvl2pPr>
            <a:lvl3pPr marL="311150" algn="ctr">
              <a:buNone/>
              <a:defRPr/>
            </a:lvl3pPr>
            <a:lvl4pPr marL="457200" algn="ctr">
              <a:buNone/>
              <a:defRPr/>
            </a:lvl4pPr>
            <a:lvl5pPr marL="639762" algn="ctr">
              <a:buNone/>
              <a:defRPr/>
            </a:lvl5pPr>
          </a:lstStyle>
          <a:p>
            <a:pPr marL="0" lvl="0" indent="0" algn="l">
              <a:lnSpc>
                <a:spcPct val="100000"/>
              </a:lnSpc>
              <a:spcBef>
                <a:spcPts val="0"/>
              </a:spcBef>
              <a:buNone/>
              <a:defRPr/>
            </a:pPr>
            <a:r>
              <a:rPr lang="en-US" sz="4800">
                <a:solidFill>
                  <a:srgbClr val="0D0D0D"/>
                </a:solidFill>
              </a:rPr>
              <a:t>Chapter 8: Errors, Failures, and Risks</a:t>
            </a:r>
            <a:endParaRPr/>
          </a:p>
        </p:txBody>
      </p:sp>
      <p:sp>
        <p:nvSpPr>
          <p:cNvPr id="1472651856" name="Rectangle 8"/>
          <p:cNvSpPr txBox="1">
            <a:spLocks noChangeShapeType="1" noGrp="1"/>
          </p:cNvSpPr>
          <p:nvPr/>
        </p:nvSpPr>
        <p:spPr bwMode="auto">
          <a:xfrm>
            <a:off x="3632200" y="6470650"/>
            <a:ext cx="4425950" cy="274637"/>
          </a:xfrm>
          <a:prstGeom prst="rect">
            <a:avLst/>
          </a:prstGeom>
          <a:noFill/>
        </p:spPr>
        <p:txBody>
          <a:bodyPr lIns="91440" tIns="45720" rIns="91440" bIns="45720" anchor="ctr" anchorCtr="0"/>
          <a:lstStyle/>
          <a:p>
            <a:pPr lvl="0" algn="r">
              <a:defRPr/>
            </a:pPr>
            <a:r>
              <a:rPr lang="en-US" sz="1000">
                <a:solidFill>
                  <a:srgbClr val="FFFFFF"/>
                </a:solidFill>
                <a:latin typeface="Times New Roman"/>
                <a:ea typeface="Arial"/>
              </a:rPr>
              <a:t>SLIDES PREPARED BY CYNDI CHIE AND SARAH FRYE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0290101"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WHAT WE WILL COVER</a:t>
            </a:r>
            <a:endParaRPr/>
          </a:p>
        </p:txBody>
      </p:sp>
      <p:sp>
        <p:nvSpPr>
          <p:cNvPr id="439476505"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Failures and Errors in Computer Systems</a:t>
            </a:r>
            <a:endParaRPr/>
          </a:p>
          <a:p>
            <a:pPr marL="90487" lvl="0" indent="-90487">
              <a:spcBef>
                <a:spcPts val="1200"/>
              </a:spcBef>
              <a:buClr>
                <a:srgbClr val="1CADE4"/>
              </a:buClr>
              <a:buSzPct val="100000"/>
              <a:buFont typeface="Tw Cen MT"/>
              <a:buChar char=" "/>
              <a:defRPr/>
            </a:pPr>
            <a:r>
              <a:rPr lang="en-US"/>
              <a:t>Case Study: The Therac-25</a:t>
            </a:r>
            <a:endParaRPr/>
          </a:p>
          <a:p>
            <a:pPr marL="90487" lvl="0" indent="-90487">
              <a:spcBef>
                <a:spcPts val="1200"/>
              </a:spcBef>
              <a:buClr>
                <a:srgbClr val="1CADE4"/>
              </a:buClr>
              <a:buSzPct val="100000"/>
              <a:buFont typeface="Tw Cen MT"/>
              <a:buChar char=" "/>
              <a:defRPr/>
            </a:pPr>
            <a:r>
              <a:rPr lang="en-US"/>
              <a:t>Increasing Reliability and Safety</a:t>
            </a:r>
            <a:endParaRPr/>
          </a:p>
          <a:p>
            <a:pPr marL="90487" lvl="0" indent="-90487">
              <a:spcBef>
                <a:spcPts val="1200"/>
              </a:spcBef>
              <a:buClr>
                <a:srgbClr val="1CADE4"/>
              </a:buClr>
              <a:buSzPct val="100000"/>
              <a:buFont typeface="Tw Cen MT"/>
              <a:buChar char=" "/>
              <a:defRPr/>
            </a:pPr>
            <a:r>
              <a:rPr lang="en-US"/>
              <a:t>Dependence, Risk, and Progress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0482755"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SOME EXAMPLES …</a:t>
            </a:r>
            <a:endParaRPr/>
          </a:p>
        </p:txBody>
      </p:sp>
      <p:pic>
        <p:nvPicPr>
          <p:cNvPr id="1113889134" name="Content Placeholder 3"/>
          <p:cNvPicPr>
            <a:picLocks noChangeAspect="1" noGrp="1"/>
          </p:cNvPicPr>
          <p:nvPr>
            <p:ph type="obj"/>
          </p:nvPr>
        </p:nvPicPr>
        <p:blipFill>
          <a:blip r:embed="rId3"/>
          <a:srcRect l="0" t="0" r="0" b="0"/>
          <a:stretch/>
        </p:blipFill>
        <p:spPr bwMode="auto">
          <a:xfrm>
            <a:off x="381000" y="1905000"/>
            <a:ext cx="7769225" cy="385127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13889134"/>
                                        </p:tgtEl>
                                        <p:attrNameLst>
                                          <p:attrName>style.visibility</p:attrName>
                                        </p:attrNameLst>
                                      </p:cBhvr>
                                      <p:to>
                                        <p:strVal val="visible"/>
                                      </p:to>
                                    </p:set>
                                    <p:animEffect transition="in" filter="fade">
                                      <p:cBhvr>
                                        <p:cTn id="7" dur="500"/>
                                        <p:tgtEl>
                                          <p:spTgt spid="1113889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3427253" name="Content Placeholder 3"/>
          <p:cNvPicPr>
            <a:picLocks noChangeAspect="1" noGrp="1"/>
          </p:cNvPicPr>
          <p:nvPr>
            <p:ph type="obj"/>
          </p:nvPr>
        </p:nvPicPr>
        <p:blipFill>
          <a:blip r:embed="rId3"/>
          <a:srcRect l="0" t="0" r="0" b="0"/>
          <a:stretch/>
        </p:blipFill>
        <p:spPr bwMode="auto">
          <a:xfrm>
            <a:off x="310661" y="1498232"/>
            <a:ext cx="8509000" cy="3344862"/>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7210784"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p>
            <a:pPr>
              <a:defRPr/>
            </a:pPr>
            <a:endParaRPr sz="1400"/>
          </a:p>
        </p:txBody>
      </p:sp>
      <p:pic>
        <p:nvPicPr>
          <p:cNvPr id="1956224884" name="Content Placeholder 3"/>
          <p:cNvPicPr>
            <a:picLocks noChangeAspect="1" noGrp="1"/>
          </p:cNvPicPr>
          <p:nvPr>
            <p:ph type="obj"/>
          </p:nvPr>
        </p:nvPicPr>
        <p:blipFill>
          <a:blip r:embed="rId3"/>
          <a:srcRect l="0" t="0" r="0" b="0"/>
          <a:stretch/>
        </p:blipFill>
        <p:spPr bwMode="auto">
          <a:xfrm>
            <a:off x="228600" y="2286000"/>
            <a:ext cx="8729662" cy="31877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0484390"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FAILURES AND ERRORS IN COMPUTER SYSTEMS</a:t>
            </a:r>
            <a:endParaRPr/>
          </a:p>
        </p:txBody>
      </p:sp>
      <p:sp>
        <p:nvSpPr>
          <p:cNvPr id="9487120"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sz="2800"/>
              <a:t>Computer applications are so complex it is virtually impossible to produce programs with no errors</a:t>
            </a:r>
            <a:endParaRPr/>
          </a:p>
          <a:p>
            <a:pPr marL="90487" lvl="0" indent="-90487">
              <a:spcBef>
                <a:spcPts val="1200"/>
              </a:spcBef>
              <a:buClr>
                <a:srgbClr val="1CADE4"/>
              </a:buClr>
              <a:buSzPct val="100000"/>
              <a:buFont typeface="Tw Cen MT"/>
              <a:buChar char=" "/>
              <a:defRPr/>
            </a:pPr>
            <a:endParaRPr lang="en-US" sz="2800"/>
          </a:p>
          <a:p>
            <a:pPr marL="90487" lvl="0" indent="-90487">
              <a:spcBef>
                <a:spcPts val="1200"/>
              </a:spcBef>
              <a:buClr>
                <a:srgbClr val="1CADE4"/>
              </a:buClr>
              <a:buSzPct val="100000"/>
              <a:buFont typeface="Tw Cen MT"/>
              <a:buChar char=" "/>
              <a:defRPr/>
            </a:pPr>
            <a:r>
              <a:rPr lang="en-US" sz="2800"/>
              <a:t>The cause of failure is often more than one factor.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3427462"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WHAT TO DO ? </a:t>
            </a:r>
            <a:endParaRPr/>
          </a:p>
        </p:txBody>
      </p:sp>
      <p:sp>
        <p:nvSpPr>
          <p:cNvPr id="713385134"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sz="2800"/>
              <a:t>Computer professionals must study failures to learn how to avoid them in future </a:t>
            </a:r>
            <a:endParaRPr/>
          </a:p>
          <a:p>
            <a:pPr marL="90487" lvl="0" indent="-90487">
              <a:spcBef>
                <a:spcPts val="1200"/>
              </a:spcBef>
              <a:buClr>
                <a:srgbClr val="1CADE4"/>
              </a:buClr>
              <a:buSzPct val="100000"/>
              <a:buFont typeface="Tw Cen MT"/>
              <a:buChar char=" "/>
              <a:defRPr/>
            </a:pPr>
            <a:r>
              <a:rPr lang="en-US" sz="2800"/>
              <a:t>Computer professionals must study failures to understand the impacts of poor work</a:t>
            </a:r>
            <a:endParaRPr/>
          </a:p>
          <a:p>
            <a:pPr marL="90487" lvl="0" indent="-90487">
              <a:spcBef>
                <a:spcPts val="1200"/>
              </a:spcBef>
              <a:buNone/>
              <a:defRPr/>
            </a:pPr>
            <a:r>
              <a:rPr sz="2800"/>
              <a:t> Errors </a:t>
            </a:r>
            <a:r>
              <a:rPr sz="2800" b="0" i="0" u="none"/>
              <a:t>can be reduced by following good software development procedures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7979063"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ROLES</a:t>
            </a:r>
            <a:endParaRPr/>
          </a:p>
        </p:txBody>
      </p:sp>
      <p:pic>
        <p:nvPicPr>
          <p:cNvPr id="1021734162" name="Content Placeholder 3"/>
          <p:cNvPicPr>
            <a:picLocks noChangeAspect="1" noGrp="1"/>
          </p:cNvPicPr>
          <p:nvPr>
            <p:ph type="obj"/>
          </p:nvPr>
        </p:nvPicPr>
        <p:blipFill>
          <a:blip r:embed="rId3"/>
          <a:srcRect l="0" t="27000" r="0" b="0"/>
          <a:stretch/>
        </p:blipFill>
        <p:spPr bwMode="auto">
          <a:xfrm>
            <a:off x="381000" y="2209800"/>
            <a:ext cx="8483600" cy="39624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1755909"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CATEGORIES OF ERRORS &amp; FAILURES</a:t>
            </a:r>
            <a:endParaRPr/>
          </a:p>
        </p:txBody>
      </p:sp>
      <p:pic>
        <p:nvPicPr>
          <p:cNvPr id="1183708154" name="Content Placeholder 3"/>
          <p:cNvPicPr>
            <a:picLocks noChangeAspect="1" noGrp="1"/>
          </p:cNvPicPr>
          <p:nvPr>
            <p:ph type="obj"/>
          </p:nvPr>
        </p:nvPicPr>
        <p:blipFill>
          <a:blip r:embed="rId3"/>
          <a:srcRect l="0" t="3655" r="0" b="0"/>
          <a:stretch/>
        </p:blipFill>
        <p:spPr bwMode="auto">
          <a:xfrm>
            <a:off x="406400" y="2119312"/>
            <a:ext cx="8705850" cy="36718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8304993"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pic>
        <p:nvPicPr>
          <p:cNvPr id="1502560305" name="Content Placeholder 3"/>
          <p:cNvPicPr>
            <a:picLocks noChangeAspect="1" noGrp="1"/>
          </p:cNvPicPr>
          <p:nvPr>
            <p:ph type="obj"/>
          </p:nvPr>
        </p:nvPicPr>
        <p:blipFill>
          <a:blip r:embed="rId3"/>
          <a:srcRect l="0" t="0" r="0" b="0"/>
          <a:stretch/>
        </p:blipFill>
        <p:spPr bwMode="auto">
          <a:xfrm>
            <a:off x="26987" y="2787650"/>
            <a:ext cx="9117012" cy="94615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4701904"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pic>
        <p:nvPicPr>
          <p:cNvPr id="142095364" name="Picture 2"/>
          <p:cNvPicPr>
            <a:picLocks noChangeAspect="1" noGrp="1"/>
          </p:cNvPicPr>
          <p:nvPr/>
        </p:nvPicPr>
        <p:blipFill>
          <a:blip r:embed="rId3"/>
          <a:stretch/>
        </p:blipFill>
        <p:spPr bwMode="auto">
          <a:xfrm>
            <a:off x="0" y="2819400"/>
            <a:ext cx="8991600" cy="12192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9196798"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pic>
        <p:nvPicPr>
          <p:cNvPr id="1231009875" name="Picture 3"/>
          <p:cNvPicPr>
            <a:picLocks noChangeAspect="1" noGrp="1"/>
          </p:cNvPicPr>
          <p:nvPr/>
        </p:nvPicPr>
        <p:blipFill>
          <a:blip r:embed="rId3"/>
          <a:stretch/>
        </p:blipFill>
        <p:spPr bwMode="auto">
          <a:xfrm>
            <a:off x="20637" y="2743200"/>
            <a:ext cx="9123362" cy="16002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0547590"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sp>
        <p:nvSpPr>
          <p:cNvPr id="503781598"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In one case, a county agency used the wrong middle name in a report to a credit bureau about a father who did not make his child-support payments. Another man in the same county had the exact name reported. He could not get credit to buy a car or a house.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4793797"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sp>
        <p:nvSpPr>
          <p:cNvPr id="441739448"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A high school excluded a 14-year-old boy from football and some classes without explanation. He eventually learned that school officials thought he had been using drugs while in junior high school. The two schools used different disciplinary codes in their computerized records. The boy had been guilty of chewing gum and being late. </a:t>
            </a:r>
            <a:endParaRPr/>
          </a:p>
          <a:p>
            <a:pPr marL="90487" lvl="0" indent="-90487">
              <a:spcBef>
                <a:spcPts val="1200"/>
              </a:spcBef>
              <a:buClr>
                <a:srgbClr val="1CADE4"/>
              </a:buClr>
              <a:buSzPct val="100000"/>
              <a:buFont typeface="Tw Cen MT"/>
              <a:buChar char=" "/>
              <a:defRPr/>
            </a:pPr>
            <a:r>
              <a:rPr lang="en-US"/>
              <a:t>Both cases illustrate the problems of relying on computer systems without taking the responsibility of learning enough about them to use them properly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892444"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sp>
        <p:nvSpPr>
          <p:cNvPr id="786982191"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Terrorist attacks in 2001</a:t>
            </a:r>
            <a:endParaRPr/>
          </a:p>
          <a:p>
            <a:pPr marL="90487" lvl="0" indent="-90487">
              <a:spcBef>
                <a:spcPts val="1200"/>
              </a:spcBef>
              <a:buClr>
                <a:srgbClr val="1CADE4"/>
              </a:buClr>
              <a:buSzPct val="100000"/>
              <a:buFont typeface="Tw Cen MT"/>
              <a:buChar char=" "/>
              <a:defRPr/>
            </a:pPr>
            <a:r>
              <a:rPr lang="en-US"/>
              <a:t>The FBI gave a “watch list”</a:t>
            </a:r>
            <a:endParaRPr/>
          </a:p>
          <a:p>
            <a:pPr marL="90487" lvl="0" indent="-90487">
              <a:spcBef>
                <a:spcPts val="1200"/>
              </a:spcBef>
              <a:buClr>
                <a:srgbClr val="1CADE4"/>
              </a:buClr>
              <a:buSzPct val="100000"/>
              <a:buFont typeface="Tw Cen MT"/>
              <a:buChar char=" "/>
              <a:defRPr/>
            </a:pPr>
            <a:r>
              <a:rPr lang="en-US"/>
              <a:t>Many incorporated the list into their databases</a:t>
            </a:r>
            <a:endParaRPr/>
          </a:p>
          <a:p>
            <a:pPr marL="90487" lvl="0" indent="-90487">
              <a:spcBef>
                <a:spcPts val="1200"/>
              </a:spcBef>
              <a:buClr>
                <a:srgbClr val="1CADE4"/>
              </a:buClr>
              <a:buSzPct val="100000"/>
              <a:buFont typeface="Tw Cen MT"/>
              <a:buChar char=" "/>
              <a:defRPr/>
            </a:pPr>
            <a:r>
              <a:rPr lang="en-US"/>
              <a:t>some companies labeled the list “Suspected terrorists”</a:t>
            </a:r>
            <a:endParaRPr/>
          </a:p>
          <a:p>
            <a:pPr marL="90487" lvl="0" indent="-90487">
              <a:spcBef>
                <a:spcPts val="1200"/>
              </a:spcBef>
              <a:buClr>
                <a:srgbClr val="1CADE4"/>
              </a:buClr>
              <a:buSzPct val="100000"/>
              <a:buFont typeface="Tw Cen MT"/>
              <a:buChar char=" "/>
              <a:defRPr/>
            </a:pPr>
            <a:r>
              <a:rPr lang="en-US"/>
              <a:t>Many entries did not include date-of-birth, address, or other identifying information, making mistaken identifications likely</a:t>
            </a:r>
            <a:endParaRPr/>
          </a:p>
          <a:p>
            <a:pPr marL="90487" lvl="0" indent="-90487">
              <a:spcBef>
                <a:spcPts val="1200"/>
              </a:spcBef>
              <a:buClr>
                <a:srgbClr val="1CADE4"/>
              </a:buClr>
              <a:buSzPct val="100000"/>
              <a:buFont typeface="Tw Cen MT"/>
              <a:buChar char=" "/>
              <a:defRPr/>
            </a:pPr>
            <a:r>
              <a:rPr lang="en-US"/>
              <a:t>FBI stopped updating the list but did not tell the recipients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7188904"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1. PROBLEMS FOR INDIVIDUALS</a:t>
            </a:r>
            <a:endParaRPr/>
          </a:p>
        </p:txBody>
      </p:sp>
      <p:pic>
        <p:nvPicPr>
          <p:cNvPr id="691886236" name="Content Placeholder 1"/>
          <p:cNvPicPr>
            <a:picLocks noChangeAspect="1" noGrp="1"/>
          </p:cNvPicPr>
          <p:nvPr>
            <p:ph type="obj"/>
          </p:nvPr>
        </p:nvPicPr>
        <p:blipFill>
          <a:blip r:embed="rId3"/>
          <a:srcRect l="0" t="0" r="0" b="0"/>
          <a:stretch/>
        </p:blipFill>
        <p:spPr bwMode="auto">
          <a:xfrm>
            <a:off x="168275" y="2119312"/>
            <a:ext cx="8488362" cy="3878262"/>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5925934"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pic>
        <p:nvPicPr>
          <p:cNvPr id="876883398" name="Content Placeholder 3"/>
          <p:cNvPicPr>
            <a:picLocks noChangeAspect="1" noGrp="1"/>
          </p:cNvPicPr>
          <p:nvPr>
            <p:ph type="obj"/>
          </p:nvPr>
        </p:nvPicPr>
        <p:blipFill>
          <a:blip r:embed="rId3"/>
          <a:srcRect l="0" t="0" r="0" b="0"/>
          <a:stretch/>
        </p:blipFill>
        <p:spPr bwMode="auto">
          <a:xfrm>
            <a:off x="-6350" y="2667000"/>
            <a:ext cx="9150350" cy="2286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1057071"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pic>
        <p:nvPicPr>
          <p:cNvPr id="354581210" name="Picture 2"/>
          <p:cNvPicPr>
            <a:picLocks noChangeAspect="1" noGrp="1"/>
          </p:cNvPicPr>
          <p:nvPr/>
        </p:nvPicPr>
        <p:blipFill>
          <a:blip r:embed="rId3"/>
          <a:stretch/>
        </p:blipFill>
        <p:spPr bwMode="auto">
          <a:xfrm>
            <a:off x="-38100" y="2667000"/>
            <a:ext cx="9220200" cy="1752599"/>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7606635"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207269316"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Voting Systems </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lang="en-US"/>
              <a:t>In 2002, Congress passed the Help America Vote Act and authorized $3.8 billion to improve voting systems. By the 2006 elections, only a very small percentage of Americans voted with paper ballots. The rush to electronic voting machines demonstrated that they too could have numerous faults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2430929"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769627505"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Voting Systems </a:t>
            </a:r>
            <a:endParaRPr/>
          </a:p>
          <a:p>
            <a:pPr marL="90487" lvl="0" indent="-90487">
              <a:spcBef>
                <a:spcPts val="1200"/>
              </a:spcBef>
              <a:buClr>
                <a:srgbClr val="1CADE4"/>
              </a:buClr>
              <a:buSzPct val="100000"/>
              <a:buFont typeface="Tw Cen MT"/>
              <a:buChar char=" "/>
              <a:defRPr/>
            </a:pPr>
            <a:r>
              <a:rPr lang="en-US"/>
              <a:t>Some electronic voting systems just crashed-voters were unable to vote.</a:t>
            </a:r>
            <a:endParaRPr/>
          </a:p>
          <a:p>
            <a:pPr marL="90487" lvl="0" indent="-90487">
              <a:spcBef>
                <a:spcPts val="1200"/>
              </a:spcBef>
              <a:buClr>
                <a:srgbClr val="1CADE4"/>
              </a:buClr>
              <a:buSzPct val="100000"/>
              <a:buFont typeface="Tw Cen MT"/>
              <a:buChar char=" "/>
              <a:defRPr/>
            </a:pPr>
            <a:r>
              <a:rPr lang="en-US"/>
              <a:t>Machines in North Carolina failed to count more than 400 votes because of a technical problem.</a:t>
            </a:r>
            <a:endParaRPr/>
          </a:p>
          <a:p>
            <a:pPr marL="90487" lvl="0" indent="-90487">
              <a:spcBef>
                <a:spcPts val="1200"/>
              </a:spcBef>
              <a:buClr>
                <a:srgbClr val="1CADE4"/>
              </a:buClr>
              <a:buSzPct val="100000"/>
              <a:buFont typeface="Tw Cen MT"/>
              <a:buChar char=" "/>
              <a:defRPr/>
            </a:pPr>
            <a:r>
              <a:rPr lang="en-US"/>
              <a:t>One county lost more than 4000 votes because the machine’s memory was full.</a:t>
            </a:r>
            <a:endParaRPr/>
          </a:p>
          <a:p>
            <a:pPr marL="90487" lvl="0" indent="-90487">
              <a:spcBef>
                <a:spcPts val="1200"/>
              </a:spcBef>
              <a:buClr>
                <a:srgbClr val="1CADE4"/>
              </a:buClr>
              <a:buSzPct val="100000"/>
              <a:buFont typeface="Tw Cen MT"/>
              <a:buChar char=" "/>
              <a:defRPr/>
            </a:pPr>
            <a:r>
              <a:rPr lang="en-US"/>
              <a:t>A programming error generated 100,000 extra votes in one Texas county. </a:t>
            </a:r>
            <a:endParaRPr/>
          </a:p>
          <a:p>
            <a:pPr marL="90487" lvl="0" indent="-90487">
              <a:spcBef>
                <a:spcPts val="1200"/>
              </a:spcBef>
              <a:buClr>
                <a:srgbClr val="1CADE4"/>
              </a:buClr>
              <a:buSzPct val="100000"/>
              <a:buFont typeface="Tw Cen MT"/>
              <a:buChar char=" "/>
              <a:defRPr/>
            </a:pPr>
            <a:r>
              <a:rPr lang="en-US"/>
              <a:t>A programming error caused some candidates to receive votes actually cast for other candidates.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4537529"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440745408"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Voting Systems </a:t>
            </a:r>
            <a:endParaRPr/>
          </a:p>
          <a:p>
            <a:pPr marL="90487" lvl="0" indent="-90487">
              <a:spcBef>
                <a:spcPts val="1200"/>
              </a:spcBef>
              <a:buClr>
                <a:srgbClr val="1CADE4"/>
              </a:buClr>
              <a:buSzPct val="100000"/>
              <a:buFont typeface="Tw Cen MT"/>
              <a:buChar char=" "/>
              <a:defRPr/>
            </a:pPr>
            <a:r>
              <a:rPr lang="en-US"/>
              <a:t>Programmers or hackers can intentionally rig software to give inaccurate results.</a:t>
            </a:r>
            <a:endParaRPr/>
          </a:p>
          <a:p>
            <a:pPr marL="90487" lvl="0" indent="-90487">
              <a:spcBef>
                <a:spcPts val="1200"/>
              </a:spcBef>
              <a:buClr>
                <a:srgbClr val="1CADE4"/>
              </a:buClr>
              <a:buSzPct val="100000"/>
              <a:buFont typeface="Tw Cen MT"/>
              <a:buChar char=" "/>
              <a:defRPr/>
            </a:pPr>
            <a:r>
              <a:rPr lang="en-US"/>
              <a:t>One research group demonstrated a system’s vulnerability to a virus that essentially took over the machine and manipulated the vote results.</a:t>
            </a:r>
            <a:endParaRPr/>
          </a:p>
          <a:p>
            <a:pPr marL="90487" lvl="0" indent="-90487">
              <a:spcBef>
                <a:spcPts val="1200"/>
              </a:spcBef>
              <a:buClr>
                <a:srgbClr val="1CADE4"/>
              </a:buClr>
              <a:buSzPct val="100000"/>
              <a:buFont typeface="Tw Cen MT"/>
              <a:buChar char=" "/>
              <a:defRPr/>
            </a:pPr>
            <a:r>
              <a:rPr lang="en-US"/>
              <a:t>Programmers omitted basic procedures such as input validation and boundary checks. </a:t>
            </a:r>
            <a:endParaRPr/>
          </a:p>
          <a:p>
            <a:pPr marL="90487" lvl="0" indent="-90487">
              <a:spcBef>
                <a:spcPts val="1200"/>
              </a:spcBef>
              <a:buClr>
                <a:srgbClr val="1CADE4"/>
              </a:buClr>
              <a:buSzPct val="100000"/>
              <a:buFont typeface="Tw Cen MT"/>
              <a:buChar char=" "/>
              <a:defRPr/>
            </a:pPr>
            <a:r>
              <a:rPr lang="en-US"/>
              <a:t>There were certification standards for voting systems, but some flawed systems were certified; the standards were inadequate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0049863"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1835362125"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Voting Systems – causes of Failures</a:t>
            </a:r>
            <a:endParaRPr/>
          </a:p>
          <a:p>
            <a:pPr marL="90487" lvl="0" indent="-90487">
              <a:spcBef>
                <a:spcPts val="1200"/>
              </a:spcBef>
              <a:buClr>
                <a:srgbClr val="1CADE4"/>
              </a:buClr>
              <a:buSzPct val="100000"/>
              <a:buFont typeface="Tw Cen MT"/>
              <a:buChar char=" "/>
              <a:defRPr/>
            </a:pPr>
            <a:r>
              <a:rPr lang="en-US"/>
              <a:t>lack of sufficient planning </a:t>
            </a:r>
            <a:endParaRPr/>
          </a:p>
          <a:p>
            <a:pPr marL="90487" lvl="0" indent="-90487">
              <a:spcBef>
                <a:spcPts val="1200"/>
              </a:spcBef>
              <a:buClr>
                <a:srgbClr val="1CADE4"/>
              </a:buClr>
              <a:buSzPct val="100000"/>
              <a:buFont typeface="Tw Cen MT"/>
              <a:buChar char=" "/>
              <a:defRPr/>
            </a:pPr>
            <a:r>
              <a:rPr lang="en-US"/>
              <a:t>Lack of thought about security issues</a:t>
            </a:r>
            <a:endParaRPr/>
          </a:p>
          <a:p>
            <a:pPr marL="90487" lvl="0" indent="-90487">
              <a:spcBef>
                <a:spcPts val="1200"/>
              </a:spcBef>
              <a:buClr>
                <a:srgbClr val="1CADE4"/>
              </a:buClr>
              <a:buSzPct val="100000"/>
              <a:buFont typeface="Tw Cen MT"/>
              <a:buChar char=" "/>
              <a:defRPr/>
            </a:pPr>
            <a:r>
              <a:rPr lang="en-US"/>
              <a:t>insufficient testing &amp; insufficient training. </a:t>
            </a:r>
            <a:endParaRPr/>
          </a:p>
          <a:p>
            <a:pPr marL="90487" lvl="0" indent="-90487">
              <a:spcBef>
                <a:spcPts val="1200"/>
              </a:spcBef>
              <a:buClr>
                <a:srgbClr val="1CADE4"/>
              </a:buClr>
              <a:buSzPct val="100000"/>
              <a:buFont typeface="Tw Cen MT"/>
              <a:buChar char=" "/>
              <a:defRPr/>
            </a:pPr>
            <a:r>
              <a:rPr lang="en-US"/>
              <a:t>An underlying cause is haste. In projects like these, the desire of states to obtain federal grants encourages haste. The grants have short limits on how soon the states must spend the money.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8653933"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1831375256"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Denver Airport</a:t>
            </a:r>
            <a:endParaRPr/>
          </a:p>
          <a:p>
            <a:pPr marL="90487" lvl="0" indent="-90487">
              <a:spcBef>
                <a:spcPts val="1200"/>
              </a:spcBef>
              <a:buClr>
                <a:srgbClr val="1CADE4"/>
              </a:buClr>
              <a:buSzPct val="100000"/>
              <a:buFont typeface="Tw Cen MT"/>
              <a:buChar char=" "/>
              <a:defRPr/>
            </a:pPr>
            <a:r>
              <a:rPr lang="en-US"/>
              <a:t>$3.2 billion Denver International Airport</a:t>
            </a:r>
            <a:endParaRPr/>
          </a:p>
          <a:p>
            <a:pPr marL="90487" lvl="0" indent="-90487">
              <a:spcBef>
                <a:spcPts val="1200"/>
              </a:spcBef>
              <a:buClr>
                <a:srgbClr val="1CADE4"/>
              </a:buClr>
              <a:buSzPct val="100000"/>
              <a:buFont typeface="Tw Cen MT"/>
              <a:buChar char=" "/>
              <a:defRPr/>
            </a:pPr>
            <a:r>
              <a:rPr lang="en-US"/>
              <a:t>It covers 53 square miles</a:t>
            </a:r>
            <a:endParaRPr/>
          </a:p>
          <a:p>
            <a:pPr marL="90487" lvl="0" indent="-90487">
              <a:spcBef>
                <a:spcPts val="1200"/>
              </a:spcBef>
              <a:buClr>
                <a:srgbClr val="1CADE4"/>
              </a:buClr>
              <a:buSzPct val="100000"/>
              <a:buFont typeface="Tw Cen MT"/>
              <a:buChar char=" "/>
              <a:defRPr/>
            </a:pPr>
            <a:r>
              <a:rPr lang="en-US"/>
              <a:t>computer-controlled baggage-handling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3431252"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354747101"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Denver Airport</a:t>
            </a:r>
            <a:endParaRPr/>
          </a:p>
          <a:p>
            <a:pPr marL="90487" lvl="0" indent="-90487">
              <a:spcBef>
                <a:spcPts val="1200"/>
              </a:spcBef>
              <a:buClr>
                <a:srgbClr val="1CADE4"/>
              </a:buClr>
              <a:buSzPct val="100000"/>
              <a:buFont typeface="Tw Cen MT"/>
              <a:buChar char=" "/>
              <a:defRPr/>
            </a:pPr>
            <a:r>
              <a:rPr lang="en-US"/>
              <a:t>$3.2 billion Denver International Airport</a:t>
            </a:r>
            <a:endParaRPr/>
          </a:p>
          <a:p>
            <a:pPr marL="90487" lvl="0" indent="-90487">
              <a:spcBef>
                <a:spcPts val="1200"/>
              </a:spcBef>
              <a:buClr>
                <a:srgbClr val="1CADE4"/>
              </a:buClr>
              <a:buSzPct val="100000"/>
              <a:buFont typeface="Tw Cen MT"/>
              <a:buChar char=" "/>
              <a:defRPr/>
            </a:pPr>
            <a:r>
              <a:rPr lang="en-US"/>
              <a:t>It covers 53 square miles</a:t>
            </a:r>
            <a:endParaRPr/>
          </a:p>
          <a:p>
            <a:pPr marL="90487" lvl="0" indent="-90487">
              <a:spcBef>
                <a:spcPts val="1200"/>
              </a:spcBef>
              <a:buClr>
                <a:srgbClr val="1CADE4"/>
              </a:buClr>
              <a:buSzPct val="100000"/>
              <a:buFont typeface="Tw Cen MT"/>
              <a:buChar char=" "/>
              <a:defRPr/>
            </a:pPr>
            <a:r>
              <a:rPr lang="en-US"/>
              <a:t>computer-controlled baggage-handling system</a:t>
            </a:r>
            <a:endParaRPr/>
          </a:p>
        </p:txBody>
      </p:sp>
      <p:pic>
        <p:nvPicPr>
          <p:cNvPr id="1729513771" name="Picture 2"/>
          <p:cNvPicPr>
            <a:picLocks noChangeAspect="1" noGrp="1"/>
          </p:cNvPicPr>
          <p:nvPr/>
        </p:nvPicPr>
        <p:blipFill>
          <a:blip r:embed="rId3"/>
          <a:srcRect l="0" t="0" r="0" b="4182"/>
          <a:stretch/>
        </p:blipFill>
        <p:spPr bwMode="auto">
          <a:xfrm>
            <a:off x="152400" y="2286000"/>
            <a:ext cx="8820150" cy="3429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219567"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1296239947"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Denver Airport – failures</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lang="en-US"/>
              <a:t>carts crashed into each other at track intersections.</a:t>
            </a:r>
            <a:endParaRPr/>
          </a:p>
          <a:p>
            <a:pPr marL="90487" lvl="0" indent="-90487">
              <a:spcBef>
                <a:spcPts val="1200"/>
              </a:spcBef>
              <a:buClr>
                <a:srgbClr val="1CADE4"/>
              </a:buClr>
              <a:buSzPct val="100000"/>
              <a:buFont typeface="Tw Cen MT"/>
              <a:buChar char=" "/>
              <a:defRPr/>
            </a:pPr>
            <a:r>
              <a:rPr lang="en-US"/>
              <a:t>The system misrouted, dumped, and flung luggage.</a:t>
            </a:r>
            <a:endParaRPr/>
          </a:p>
          <a:p>
            <a:pPr marL="90487" lvl="0" indent="-90487">
              <a:spcBef>
                <a:spcPts val="1200"/>
              </a:spcBef>
              <a:buClr>
                <a:srgbClr val="1CADE4"/>
              </a:buClr>
              <a:buSzPct val="100000"/>
              <a:buFont typeface="Tw Cen MT"/>
              <a:buChar char=" "/>
              <a:defRPr/>
            </a:pPr>
            <a:r>
              <a:rPr lang="en-US"/>
              <a:t>Carts needed to move luggage went by mistake to waiting pens.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7522266"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1981233254"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Denver Airport – failures</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lang="en-US"/>
              <a:t>carts crashed into each other at track intersections.</a:t>
            </a:r>
            <a:endParaRPr/>
          </a:p>
          <a:p>
            <a:pPr marL="90487" lvl="0" indent="-90487">
              <a:spcBef>
                <a:spcPts val="1200"/>
              </a:spcBef>
              <a:buClr>
                <a:srgbClr val="1CADE4"/>
              </a:buClr>
              <a:buSzPct val="100000"/>
              <a:buFont typeface="Tw Cen MT"/>
              <a:buChar char=" "/>
              <a:defRPr/>
            </a:pPr>
            <a:r>
              <a:rPr lang="en-US"/>
              <a:t>The system misrouted, dumped, and flung luggage.</a:t>
            </a:r>
            <a:endParaRPr/>
          </a:p>
          <a:p>
            <a:pPr marL="90487" lvl="0" indent="-90487">
              <a:spcBef>
                <a:spcPts val="1200"/>
              </a:spcBef>
              <a:buClr>
                <a:srgbClr val="1CADE4"/>
              </a:buClr>
              <a:buSzPct val="100000"/>
              <a:buFont typeface="Tw Cen MT"/>
              <a:buChar char=" "/>
              <a:defRPr/>
            </a:pPr>
            <a:r>
              <a:rPr lang="en-US"/>
              <a:t>Carts needed to move luggage went by mistake to waiting pens.</a:t>
            </a:r>
            <a:endParaRPr/>
          </a:p>
        </p:txBody>
      </p:sp>
      <p:pic>
        <p:nvPicPr>
          <p:cNvPr id="1320254319" name="Picture 2"/>
          <p:cNvPicPr>
            <a:picLocks noChangeAspect="1" noGrp="1"/>
          </p:cNvPicPr>
          <p:nvPr/>
        </p:nvPicPr>
        <p:blipFill>
          <a:blip r:embed="rId3"/>
          <a:stretch/>
        </p:blipFill>
        <p:spPr bwMode="auto">
          <a:xfrm>
            <a:off x="103187" y="2819400"/>
            <a:ext cx="9047162" cy="2957512"/>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9452285"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sp>
        <p:nvSpPr>
          <p:cNvPr id="1532656401"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Denver Airport – Causes</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lang="en-US"/>
              <a:t>The time allowed for development and testing of the system was insufficient. (only 2 years)</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lang="en-US"/>
              <a:t>Denver made significant changes in specifications after the project began. (was to serve United Airlines)</a:t>
            </a:r>
            <a:endParaRPr/>
          </a:p>
          <a:p>
            <a:pPr marL="90487" lvl="0" indent="-90487">
              <a:spcBef>
                <a:spcPts val="1200"/>
              </a:spcBef>
              <a:buClr>
                <a:srgbClr val="1CADE4"/>
              </a:buClr>
              <a:buSzPct val="100000"/>
              <a:buFont typeface="Tw Cen MT"/>
              <a:buChar char=" "/>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2550800"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2. SYSTEM FAILURES</a:t>
            </a:r>
            <a:endParaRPr/>
          </a:p>
        </p:txBody>
      </p:sp>
      <p:pic>
        <p:nvPicPr>
          <p:cNvPr id="540514505" name="Content Placeholder 1"/>
          <p:cNvPicPr>
            <a:picLocks noChangeAspect="1" noGrp="1"/>
          </p:cNvPicPr>
          <p:nvPr>
            <p:ph type="obj"/>
          </p:nvPr>
        </p:nvPicPr>
        <p:blipFill>
          <a:blip r:embed="rId3"/>
          <a:srcRect l="0" t="64248" r="0" b="0"/>
          <a:stretch/>
        </p:blipFill>
        <p:spPr bwMode="auto">
          <a:xfrm>
            <a:off x="228600" y="2971800"/>
            <a:ext cx="8636000" cy="1524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4484158"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HIGH-LEVEL CAUSES OF COMPUTER-SYSTEM FAILURES</a:t>
            </a:r>
            <a:endParaRPr/>
          </a:p>
        </p:txBody>
      </p:sp>
      <p:sp>
        <p:nvSpPr>
          <p:cNvPr id="81648046" name="Rectangle 5"/>
          <p:cNvSpPr>
            <a:spLocks noChangeShapeType="1" noGrp="1"/>
          </p:cNvSpPr>
          <p:nvPr>
            <p:ph type="obj"/>
          </p:nvPr>
        </p:nvSpPr>
        <p:spPr bwMode="auto">
          <a:xfrm>
            <a:off x="838200" y="2057400"/>
            <a:ext cx="7772400" cy="4114800"/>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80000"/>
              </a:lnSpc>
              <a:spcBef>
                <a:spcPts val="1200"/>
              </a:spcBef>
              <a:buClr>
                <a:srgbClr val="1CADE4"/>
              </a:buClr>
              <a:buSzPct val="100000"/>
              <a:buFont typeface="Tw Cen MT"/>
              <a:buChar char=" "/>
              <a:defRPr/>
            </a:pPr>
            <a:r>
              <a:rPr lang="en-US" sz="2400"/>
              <a:t>Lack of clear, well thought out goals and specifications</a:t>
            </a:r>
            <a:endParaRPr/>
          </a:p>
          <a:p>
            <a:pPr marL="90487" lvl="0" indent="-90487">
              <a:lnSpc>
                <a:spcPct val="80000"/>
              </a:lnSpc>
              <a:spcBef>
                <a:spcPts val="1200"/>
              </a:spcBef>
              <a:buClr>
                <a:srgbClr val="1CADE4"/>
              </a:buClr>
              <a:buSzPct val="100000"/>
              <a:buFont typeface="Tw Cen MT"/>
              <a:buChar char=" "/>
              <a:defRPr/>
            </a:pPr>
            <a:r>
              <a:rPr lang="en-US" sz="2400"/>
              <a:t>Poor management and poor communication among customers, designers, programmers, etc.</a:t>
            </a:r>
            <a:endParaRPr/>
          </a:p>
          <a:p>
            <a:pPr marL="90487" lvl="0" indent="-90487">
              <a:lnSpc>
                <a:spcPct val="80000"/>
              </a:lnSpc>
              <a:spcBef>
                <a:spcPts val="1200"/>
              </a:spcBef>
              <a:buClr>
                <a:srgbClr val="1CADE4"/>
              </a:buClr>
              <a:buSzPct val="100000"/>
              <a:buFont typeface="Tw Cen MT"/>
              <a:buChar char=" "/>
              <a:defRPr/>
            </a:pPr>
            <a:r>
              <a:rPr lang="en-US" sz="2400"/>
              <a:t>Pressures that encourage unrealistically low bids, low budget requests, and underestimates of time requirements</a:t>
            </a:r>
            <a:endParaRPr/>
          </a:p>
          <a:p>
            <a:pPr marL="90487" lvl="0" indent="-90487">
              <a:lnSpc>
                <a:spcPct val="80000"/>
              </a:lnSpc>
              <a:spcBef>
                <a:spcPts val="1200"/>
              </a:spcBef>
              <a:buClr>
                <a:srgbClr val="1CADE4"/>
              </a:buClr>
              <a:buSzPct val="100000"/>
              <a:buFont typeface="Tw Cen MT"/>
              <a:buChar char=" "/>
              <a:defRPr/>
            </a:pPr>
            <a:r>
              <a:rPr lang="en-US" sz="2400"/>
              <a:t>Use of very new technology, with unknown reliability and problems</a:t>
            </a:r>
            <a:endParaRPr/>
          </a:p>
          <a:p>
            <a:pPr marL="90487" lvl="0" indent="-90487">
              <a:lnSpc>
                <a:spcPct val="80000"/>
              </a:lnSpc>
              <a:spcBef>
                <a:spcPts val="1200"/>
              </a:spcBef>
              <a:buClr>
                <a:srgbClr val="1CADE4"/>
              </a:buClr>
              <a:buSzPct val="100000"/>
              <a:buFont typeface="Tw Cen MT"/>
              <a:buChar char=" "/>
              <a:defRPr/>
            </a:pPr>
            <a:r>
              <a:rPr lang="en-US" sz="2400"/>
              <a:t>Refusal to recognize or admit a project is in trouble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0426165"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OTHER FACTORS</a:t>
            </a:r>
            <a:endParaRPr/>
          </a:p>
        </p:txBody>
      </p:sp>
      <p:sp>
        <p:nvSpPr>
          <p:cNvPr id="1146683698"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a:t>Class Activity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6805856"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FAILURES AND ERRORS IN COMPUTER SYSTEMS (CONT.)</a:t>
            </a:r>
            <a:endParaRPr/>
          </a:p>
        </p:txBody>
      </p:sp>
      <p:sp>
        <p:nvSpPr>
          <p:cNvPr id="434883208" name="Rectangle 7"/>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80000"/>
              </a:lnSpc>
              <a:spcBef>
                <a:spcPts val="1200"/>
              </a:spcBef>
              <a:buNone/>
              <a:defRPr/>
            </a:pPr>
            <a:r>
              <a:rPr lang="en-US" sz="2400"/>
              <a:t>Safety-Critical Applications: </a:t>
            </a:r>
            <a:endParaRPr/>
          </a:p>
          <a:p>
            <a:pPr marL="90487" lvl="0" indent="-90487">
              <a:lnSpc>
                <a:spcPct val="80000"/>
              </a:lnSpc>
              <a:spcBef>
                <a:spcPts val="1200"/>
              </a:spcBef>
              <a:buClr>
                <a:srgbClr val="1CADE4"/>
              </a:buClr>
              <a:buSzPct val="100000"/>
              <a:buFont typeface="Tw Cen MT"/>
              <a:buChar char=" "/>
              <a:defRPr/>
            </a:pPr>
            <a:r>
              <a:rPr lang="en-US" sz="2400" b="0" i="0" u="none"/>
              <a:t>A-320: "fly-by-the-wire" airplanes (many systems are controlled by computers and not directly by the pilots)</a:t>
            </a:r>
            <a:endParaRPr/>
          </a:p>
          <a:p>
            <a:pPr marL="265112" lvl="1" indent="-136525">
              <a:lnSpc>
                <a:spcPct val="80000"/>
              </a:lnSpc>
              <a:spcBef>
                <a:spcPts val="200"/>
              </a:spcBef>
              <a:buClr>
                <a:srgbClr val="1CADE4"/>
              </a:buClr>
              <a:buSzPct val="100000"/>
              <a:buFont typeface="Wingdings 3"/>
              <a:buChar char=""/>
              <a:defRPr/>
            </a:pPr>
            <a:r>
              <a:rPr lang="en-US" sz="2400" b="0" i="0" u="none"/>
              <a:t>Between 1988-1992 four planes crashed</a:t>
            </a:r>
            <a:endParaRPr/>
          </a:p>
          <a:p>
            <a:pPr marL="90487" lvl="0" indent="-90487">
              <a:lnSpc>
                <a:spcPct val="80000"/>
              </a:lnSpc>
              <a:spcBef>
                <a:spcPts val="1200"/>
              </a:spcBef>
              <a:buClr>
                <a:srgbClr val="1CADE4"/>
              </a:buClr>
              <a:buSzPct val="100000"/>
              <a:buFont typeface="Tw Cen MT"/>
              <a:buChar char=" "/>
              <a:defRPr/>
            </a:pPr>
            <a:r>
              <a:rPr lang="en-US" sz="2400" b="0" i="0" u="none"/>
              <a:t>Air traffic control is extremely complex, and includes computers on the ground at airports, devices in thousands of airplanes, radar, databases, communications, and so on - all of which must work in real time, tracking airplanes that move very fast</a:t>
            </a:r>
            <a:endParaRPr/>
          </a:p>
          <a:p>
            <a:pPr marL="90487" lvl="0" indent="-90487">
              <a:lnSpc>
                <a:spcPct val="80000"/>
              </a:lnSpc>
              <a:spcBef>
                <a:spcPts val="1200"/>
              </a:spcBef>
              <a:buClr>
                <a:srgbClr val="1CADE4"/>
              </a:buClr>
              <a:buSzPct val="100000"/>
              <a:buFont typeface="Tw Cen MT"/>
              <a:buChar char=" "/>
              <a:defRPr/>
            </a:pPr>
            <a:r>
              <a:rPr lang="en-US" sz="2400" b="0" i="0" u="none"/>
              <a:t>In spite of problems, computers and other technologies have made air travel safer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1853878"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CASE STUDY: THE THERAC-25</a:t>
            </a:r>
            <a:endParaRPr/>
          </a:p>
        </p:txBody>
      </p:sp>
      <p:sp>
        <p:nvSpPr>
          <p:cNvPr id="2053965410"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80000"/>
              </a:lnSpc>
              <a:spcBef>
                <a:spcPts val="1200"/>
              </a:spcBef>
              <a:buNone/>
              <a:defRPr/>
            </a:pPr>
            <a:r>
              <a:rPr lang="en-US" sz="2800"/>
              <a:t>Therac-25 Radiation Overdoses:</a:t>
            </a:r>
            <a:endParaRPr/>
          </a:p>
          <a:p>
            <a:pPr marL="90487" lvl="0" indent="-90487">
              <a:lnSpc>
                <a:spcPct val="80000"/>
              </a:lnSpc>
              <a:spcBef>
                <a:spcPts val="1200"/>
              </a:spcBef>
              <a:buClr>
                <a:srgbClr val="1CADE4"/>
              </a:buClr>
              <a:buSzPct val="100000"/>
              <a:buFont typeface="Tw Cen MT"/>
              <a:buChar char=" "/>
              <a:defRPr/>
            </a:pPr>
            <a:r>
              <a:rPr lang="en-US" sz="2800"/>
              <a:t>Massive overdoses of radiation were given; the machine said no dose had been administered at all</a:t>
            </a:r>
            <a:endParaRPr/>
          </a:p>
          <a:p>
            <a:pPr marL="90487" lvl="0" indent="-90487">
              <a:lnSpc>
                <a:spcPct val="80000"/>
              </a:lnSpc>
              <a:spcBef>
                <a:spcPts val="1200"/>
              </a:spcBef>
              <a:buClr>
                <a:srgbClr val="1CADE4"/>
              </a:buClr>
              <a:buSzPct val="100000"/>
              <a:buFont typeface="Tw Cen MT"/>
              <a:buChar char=" "/>
              <a:defRPr/>
            </a:pPr>
            <a:r>
              <a:rPr lang="en-US" sz="2800"/>
              <a:t>Caused severe and painful injuries and the death of three patients</a:t>
            </a:r>
            <a:endParaRPr/>
          </a:p>
          <a:p>
            <a:pPr marL="90487" lvl="0" indent="-90487">
              <a:lnSpc>
                <a:spcPct val="80000"/>
              </a:lnSpc>
              <a:spcBef>
                <a:spcPts val="1200"/>
              </a:spcBef>
              <a:buClr>
                <a:srgbClr val="1CADE4"/>
              </a:buClr>
              <a:buSzPct val="100000"/>
              <a:buFont typeface="Tw Cen MT"/>
              <a:buChar char=" "/>
              <a:defRPr/>
            </a:pPr>
            <a:r>
              <a:rPr lang="en-US" sz="2800"/>
              <a:t>Important to study to avoid repeating errors</a:t>
            </a:r>
            <a:endParaRPr/>
          </a:p>
          <a:p>
            <a:pPr marL="90487" lvl="0" indent="-90487">
              <a:lnSpc>
                <a:spcPct val="80000"/>
              </a:lnSpc>
              <a:spcBef>
                <a:spcPts val="1200"/>
              </a:spcBef>
              <a:buClr>
                <a:srgbClr val="1CADE4"/>
              </a:buClr>
              <a:buSzPct val="100000"/>
              <a:buFont typeface="Tw Cen MT"/>
              <a:buChar char=" "/>
              <a:defRPr/>
            </a:pPr>
            <a:r>
              <a:rPr lang="en-US" sz="2800"/>
              <a:t>Manufacturer, computer programmer, and hospitals/clinics all have some responsibility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2669025" name="Rectangle 6"/>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CASE STUDY: THE THERAC-25 (CONT.)</a:t>
            </a:r>
            <a:endParaRPr/>
          </a:p>
        </p:txBody>
      </p:sp>
      <p:sp>
        <p:nvSpPr>
          <p:cNvPr id="1219492584" name="Rectangle 7"/>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70000"/>
              </a:lnSpc>
              <a:spcBef>
                <a:spcPts val="1200"/>
              </a:spcBef>
              <a:buNone/>
              <a:defRPr/>
            </a:pPr>
            <a:r>
              <a:rPr lang="en-US" sz="2600"/>
              <a:t>Software and Design problems:</a:t>
            </a:r>
            <a:endParaRPr/>
          </a:p>
          <a:p>
            <a:pPr marL="90487" lvl="0" indent="-90487">
              <a:lnSpc>
                <a:spcPct val="70000"/>
              </a:lnSpc>
              <a:spcBef>
                <a:spcPts val="1200"/>
              </a:spcBef>
              <a:buClr>
                <a:srgbClr val="1CADE4"/>
              </a:buClr>
              <a:buSzPct val="100000"/>
              <a:buFont typeface="Tw Cen MT"/>
              <a:buChar char=" "/>
              <a:defRPr/>
            </a:pPr>
            <a:r>
              <a:rPr lang="en-US" sz="2600" b="0" i="0" u="none"/>
              <a:t>Re-used software from older systems, unaware of bugs in previous software</a:t>
            </a:r>
            <a:endParaRPr/>
          </a:p>
          <a:p>
            <a:pPr marL="90487" lvl="0" indent="-90487">
              <a:lnSpc>
                <a:spcPct val="70000"/>
              </a:lnSpc>
              <a:spcBef>
                <a:spcPts val="1200"/>
              </a:spcBef>
              <a:buClr>
                <a:srgbClr val="1CADE4"/>
              </a:buClr>
              <a:buSzPct val="100000"/>
              <a:buFont typeface="Tw Cen MT"/>
              <a:buChar char=" "/>
              <a:defRPr/>
            </a:pPr>
            <a:r>
              <a:rPr lang="en-US" sz="2600" b="0" i="0" u="none"/>
              <a:t>Weaknesses in design of operator interface</a:t>
            </a:r>
            <a:endParaRPr/>
          </a:p>
          <a:p>
            <a:pPr marL="90487" lvl="0" indent="-90487">
              <a:lnSpc>
                <a:spcPct val="70000"/>
              </a:lnSpc>
              <a:spcBef>
                <a:spcPts val="1200"/>
              </a:spcBef>
              <a:buClr>
                <a:srgbClr val="1CADE4"/>
              </a:buClr>
              <a:buSzPct val="100000"/>
              <a:buFont typeface="Tw Cen MT"/>
              <a:buChar char=" "/>
              <a:defRPr/>
            </a:pPr>
            <a:r>
              <a:rPr lang="en-US" sz="2600" b="0" i="0" u="none"/>
              <a:t>Inadequate test plan</a:t>
            </a:r>
            <a:endParaRPr/>
          </a:p>
          <a:p>
            <a:pPr marL="90487" lvl="0" indent="-90487">
              <a:lnSpc>
                <a:spcPct val="70000"/>
              </a:lnSpc>
              <a:spcBef>
                <a:spcPts val="1200"/>
              </a:spcBef>
              <a:buClr>
                <a:srgbClr val="1CADE4"/>
              </a:buClr>
              <a:buSzPct val="100000"/>
              <a:buFont typeface="Tw Cen MT"/>
              <a:buChar char=" "/>
              <a:defRPr/>
            </a:pPr>
            <a:r>
              <a:rPr lang="en-US" sz="2600" b="0" i="0" u="none"/>
              <a:t>Bugs in software</a:t>
            </a:r>
            <a:endParaRPr/>
          </a:p>
          <a:p>
            <a:pPr marL="265112" lvl="1" indent="-136525">
              <a:lnSpc>
                <a:spcPct val="70000"/>
              </a:lnSpc>
              <a:spcBef>
                <a:spcPts val="200"/>
              </a:spcBef>
              <a:buClr>
                <a:srgbClr val="1CADE4"/>
              </a:buClr>
              <a:buSzPct val="100000"/>
              <a:buFont typeface="Wingdings 3"/>
              <a:buChar char=""/>
              <a:defRPr/>
            </a:pPr>
            <a:r>
              <a:rPr lang="en-US" sz="2600" b="0" i="0" u="none"/>
              <a:t>Allowed beam to deploy when table not in proper position</a:t>
            </a:r>
            <a:endParaRPr/>
          </a:p>
          <a:p>
            <a:pPr marL="265112" lvl="1" indent="-136525">
              <a:lnSpc>
                <a:spcPct val="70000"/>
              </a:lnSpc>
              <a:spcBef>
                <a:spcPts val="200"/>
              </a:spcBef>
              <a:buClr>
                <a:srgbClr val="1CADE4"/>
              </a:buClr>
              <a:buSzPct val="100000"/>
              <a:buFont typeface="Wingdings 3"/>
              <a:buChar char=""/>
              <a:defRPr/>
            </a:pPr>
            <a:r>
              <a:rPr lang="en-US" sz="2600" b="0" i="0" u="none"/>
              <a:t>Ignored changes and corrections operators made at console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8038144"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CASE STUDY: THE THERAC-25 (CONT.)</a:t>
            </a:r>
            <a:endParaRPr/>
          </a:p>
        </p:txBody>
      </p:sp>
      <p:sp>
        <p:nvSpPr>
          <p:cNvPr id="1233438125"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None/>
              <a:defRPr/>
            </a:pPr>
            <a:r>
              <a:rPr lang="en-US" sz="2400"/>
              <a:t>Why So Many Incidents?</a:t>
            </a:r>
            <a:endParaRPr/>
          </a:p>
          <a:p>
            <a:pPr marL="90487" lvl="0" indent="-90487">
              <a:spcBef>
                <a:spcPts val="1200"/>
              </a:spcBef>
              <a:buClr>
                <a:srgbClr val="1CADE4"/>
              </a:buClr>
              <a:buSzPct val="100000"/>
              <a:buFont typeface="Tw Cen MT"/>
              <a:buChar char=" "/>
              <a:defRPr/>
            </a:pPr>
            <a:r>
              <a:rPr lang="en-US" sz="2400"/>
              <a:t>Hospitals had never seen such massive overdoses before, were unsure of the cause</a:t>
            </a:r>
            <a:endParaRPr/>
          </a:p>
          <a:p>
            <a:pPr marL="90487" lvl="0" indent="-90487">
              <a:spcBef>
                <a:spcPts val="1200"/>
              </a:spcBef>
              <a:buClr>
                <a:srgbClr val="1CADE4"/>
              </a:buClr>
              <a:buSzPct val="100000"/>
              <a:buFont typeface="Tw Cen MT"/>
              <a:buChar char=" "/>
              <a:defRPr/>
            </a:pPr>
            <a:r>
              <a:rPr lang="en-US" sz="2400"/>
              <a:t>Manufacturer said the machine could not have caused the overdoses and no other incidents had been reported (which was untrue)</a:t>
            </a:r>
            <a:endParaRPr/>
          </a:p>
          <a:p>
            <a:pPr marL="90487" lvl="0" indent="-90487">
              <a:spcBef>
                <a:spcPts val="1200"/>
              </a:spcBef>
              <a:buClr>
                <a:srgbClr val="1CADE4"/>
              </a:buClr>
              <a:buSzPct val="100000"/>
              <a:buFont typeface="Tw Cen MT"/>
              <a:buChar char=" "/>
              <a:defRPr/>
            </a:pPr>
            <a:r>
              <a:rPr lang="en-US" sz="2400"/>
              <a:t>The manufacturer made changes to the turntable and claimed they had improved safety after the second accident.  The changes did not correct any of the causes identified later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1212109"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CASE STUDY: THE THERAC-25 (CONT.)</a:t>
            </a:r>
            <a:endParaRPr/>
          </a:p>
        </p:txBody>
      </p:sp>
      <p:sp>
        <p:nvSpPr>
          <p:cNvPr id="588583957"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80000"/>
              </a:lnSpc>
              <a:spcBef>
                <a:spcPts val="1200"/>
              </a:spcBef>
              <a:buNone/>
              <a:defRPr/>
            </a:pPr>
            <a:r>
              <a:rPr lang="en-US" sz="2800"/>
              <a:t>Why So Many Incidents? (cont.)</a:t>
            </a:r>
            <a:endParaRPr/>
          </a:p>
          <a:p>
            <a:pPr marL="90487" lvl="0" indent="-90487">
              <a:lnSpc>
                <a:spcPct val="80000"/>
              </a:lnSpc>
              <a:spcBef>
                <a:spcPts val="1200"/>
              </a:spcBef>
              <a:buClr>
                <a:srgbClr val="1CADE4"/>
              </a:buClr>
              <a:buSzPct val="100000"/>
              <a:buFont typeface="Tw Cen MT"/>
              <a:buChar char=" "/>
              <a:defRPr/>
            </a:pPr>
            <a:r>
              <a:rPr lang="en-US" sz="2800"/>
              <a:t>Recommendations were made for further changes to enhance safety; the manufacturer did not implement them</a:t>
            </a:r>
            <a:endParaRPr/>
          </a:p>
          <a:p>
            <a:pPr marL="90487" lvl="0" indent="-90487">
              <a:lnSpc>
                <a:spcPct val="80000"/>
              </a:lnSpc>
              <a:spcBef>
                <a:spcPts val="1200"/>
              </a:spcBef>
              <a:buClr>
                <a:srgbClr val="1CADE4"/>
              </a:buClr>
              <a:buSzPct val="100000"/>
              <a:buFont typeface="Tw Cen MT"/>
              <a:buChar char=" "/>
              <a:defRPr/>
            </a:pPr>
            <a:r>
              <a:rPr lang="en-US" sz="2800"/>
              <a:t>The FDA declared the machine defective after the fifth accident</a:t>
            </a:r>
            <a:endParaRPr/>
          </a:p>
          <a:p>
            <a:pPr marL="90487" lvl="0" indent="-90487">
              <a:lnSpc>
                <a:spcPct val="80000"/>
              </a:lnSpc>
              <a:spcBef>
                <a:spcPts val="1200"/>
              </a:spcBef>
              <a:buClr>
                <a:srgbClr val="1CADE4"/>
              </a:buClr>
              <a:buSzPct val="100000"/>
              <a:buFont typeface="Tw Cen MT"/>
              <a:buChar char=" "/>
              <a:defRPr/>
            </a:pPr>
            <a:r>
              <a:rPr lang="en-US" sz="2800"/>
              <a:t>The sixth accident occurred while the FDA was negotiating with the manufacturer on what changes were needed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0768878" name="Rectangle 7"/>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a:t>CASE STUDY: THE THERAC-25 (CONT.)</a:t>
            </a:r>
            <a:endParaRPr/>
          </a:p>
        </p:txBody>
      </p:sp>
      <p:sp>
        <p:nvSpPr>
          <p:cNvPr id="1923040772" name="Rectangle 8"/>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80000"/>
              </a:lnSpc>
              <a:spcBef>
                <a:spcPts val="1200"/>
              </a:spcBef>
              <a:buNone/>
              <a:defRPr/>
            </a:pPr>
            <a:r>
              <a:rPr lang="en-US" sz="2400"/>
              <a:t>Observations and Perspective:</a:t>
            </a:r>
            <a:endParaRPr/>
          </a:p>
          <a:p>
            <a:pPr marL="90487" lvl="0" indent="-90487">
              <a:lnSpc>
                <a:spcPct val="80000"/>
              </a:lnSpc>
              <a:spcBef>
                <a:spcPts val="1200"/>
              </a:spcBef>
              <a:buClr>
                <a:srgbClr val="1CADE4"/>
              </a:buClr>
              <a:buSzPct val="100000"/>
              <a:buFont typeface="Tw Cen MT"/>
              <a:buChar char=" "/>
              <a:defRPr/>
            </a:pPr>
            <a:r>
              <a:rPr lang="en-US" sz="2400" b="0" i="0" u="none"/>
              <a:t>Minor design and implementation errors usually occur in complex systems; they are to be expected</a:t>
            </a:r>
            <a:endParaRPr/>
          </a:p>
          <a:p>
            <a:pPr marL="90487" lvl="0" indent="-90487">
              <a:lnSpc>
                <a:spcPct val="80000"/>
              </a:lnSpc>
              <a:spcBef>
                <a:spcPts val="1200"/>
              </a:spcBef>
              <a:buClr>
                <a:srgbClr val="1CADE4"/>
              </a:buClr>
              <a:buSzPct val="100000"/>
              <a:buFont typeface="Tw Cen MT"/>
              <a:buChar char=" "/>
              <a:defRPr/>
            </a:pPr>
            <a:r>
              <a:rPr lang="en-US" sz="2400" b="0" i="0" u="none"/>
              <a:t>The problems in the Therac-25 case were not minor and suggest irresponsibility</a:t>
            </a:r>
            <a:endParaRPr/>
          </a:p>
          <a:p>
            <a:pPr marL="90487" lvl="0" indent="-90487">
              <a:lnSpc>
                <a:spcPct val="80000"/>
              </a:lnSpc>
              <a:spcBef>
                <a:spcPts val="1200"/>
              </a:spcBef>
              <a:buClr>
                <a:srgbClr val="1CADE4"/>
              </a:buClr>
              <a:buSzPct val="100000"/>
              <a:buFont typeface="Tw Cen MT"/>
              <a:buChar char=" "/>
              <a:defRPr/>
            </a:pPr>
            <a:r>
              <a:rPr lang="en-US" sz="2400" b="0" i="0" u="none"/>
              <a:t>Accidents occurred on other radiation treatment equipment without computer controls when the technicians:</a:t>
            </a:r>
            <a:endParaRPr/>
          </a:p>
          <a:p>
            <a:pPr marL="265112" lvl="1" indent="-136525">
              <a:lnSpc>
                <a:spcPct val="80000"/>
              </a:lnSpc>
              <a:spcBef>
                <a:spcPts val="200"/>
              </a:spcBef>
              <a:buClr>
                <a:srgbClr val="1CADE4"/>
              </a:buClr>
              <a:buSzPct val="100000"/>
              <a:buFont typeface="Wingdings 3"/>
              <a:buChar char=""/>
              <a:defRPr/>
            </a:pPr>
            <a:r>
              <a:rPr lang="en-US" sz="2400" b="0" i="0" u="none"/>
              <a:t>Left a patient after treatment started to attend a party</a:t>
            </a:r>
            <a:endParaRPr/>
          </a:p>
          <a:p>
            <a:pPr marL="265112" lvl="1" indent="-136525">
              <a:lnSpc>
                <a:spcPct val="80000"/>
              </a:lnSpc>
              <a:spcBef>
                <a:spcPts val="200"/>
              </a:spcBef>
              <a:buClr>
                <a:srgbClr val="1CADE4"/>
              </a:buClr>
              <a:buSzPct val="100000"/>
              <a:buFont typeface="Wingdings 3"/>
              <a:buChar char=""/>
              <a:defRPr/>
            </a:pPr>
            <a:r>
              <a:rPr lang="en-US" sz="2400" b="0" i="0" u="none"/>
              <a:t>Did not properly measure the radioactive drugs</a:t>
            </a:r>
            <a:endParaRPr/>
          </a:p>
          <a:p>
            <a:pPr marL="265112" lvl="1" indent="-136525">
              <a:lnSpc>
                <a:spcPct val="80000"/>
              </a:lnSpc>
              <a:spcBef>
                <a:spcPts val="200"/>
              </a:spcBef>
              <a:buClr>
                <a:srgbClr val="1CADE4"/>
              </a:buClr>
              <a:buSzPct val="100000"/>
              <a:buFont typeface="Wingdings 3"/>
              <a:buChar char=""/>
              <a:defRPr/>
            </a:pPr>
            <a:r>
              <a:rPr lang="en-US" sz="2400" b="0" i="0" u="none"/>
              <a:t>Confused micro-curies and milli-curies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2224491" name="Rectangle 3"/>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lang="en-US" sz="4000"/>
              <a:t>CASE STUDY: THE THERAC-25 </a:t>
            </a:r>
            <a:br>
              <a:rPr lang="en-US" sz="4000"/>
            </a:br>
            <a:r>
              <a:rPr lang="en-US" sz="4000"/>
              <a:t>DISCUSSION QUESTION</a:t>
            </a:r>
            <a:endParaRPr/>
          </a:p>
        </p:txBody>
      </p:sp>
      <p:sp>
        <p:nvSpPr>
          <p:cNvPr id="10251277" name="Rectangle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sz="2800"/>
              <a:t>If you were a judge who had to assign responsibility in this case, how much responsibility would you assign to the programmer, the manufacturer, and the hospital or clinic using the machine?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2261862"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REASONS FOR COMPUTER SYSTEM FAILURES</a:t>
            </a:r>
            <a:endParaRPr/>
          </a:p>
        </p:txBody>
      </p:sp>
      <p:sp>
        <p:nvSpPr>
          <p:cNvPr id="1528775207"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sz="2400"/>
              <a:t>Job is difficult </a:t>
            </a:r>
            <a:endParaRPr/>
          </a:p>
          <a:p>
            <a:pPr marL="265112" lvl="1" indent="-136525">
              <a:spcBef>
                <a:spcPts val="200"/>
              </a:spcBef>
              <a:buClr>
                <a:srgbClr val="1CADE4"/>
              </a:buClr>
              <a:buSzPct val="100000"/>
              <a:buFont typeface="Wingdings 3"/>
              <a:buChar char=""/>
              <a:defRPr/>
            </a:pPr>
            <a:r>
              <a:rPr lang="en-US" sz="1800"/>
              <a:t>Real time systems  &amp; humans</a:t>
            </a:r>
            <a:endParaRPr/>
          </a:p>
          <a:p>
            <a:pPr marL="265112" lvl="1" indent="-136525">
              <a:spcBef>
                <a:spcPts val="200"/>
              </a:spcBef>
              <a:buClr>
                <a:srgbClr val="1CADE4"/>
              </a:buClr>
              <a:buSzPct val="100000"/>
              <a:buFont typeface="Wingdings 3"/>
              <a:buChar char=""/>
              <a:defRPr/>
            </a:pPr>
            <a:r>
              <a:rPr lang="en-US" sz="1800"/>
              <a:t>Software is Non linear </a:t>
            </a:r>
            <a:endParaRPr/>
          </a:p>
          <a:p>
            <a:pPr marL="90487" lvl="0" indent="-90487">
              <a:spcBef>
                <a:spcPts val="1200"/>
              </a:spcBef>
              <a:buClr>
                <a:srgbClr val="1CADE4"/>
              </a:buClr>
              <a:buSzPct val="100000"/>
              <a:buFont typeface="Tw Cen MT"/>
              <a:buChar char=" "/>
              <a:defRPr/>
            </a:pPr>
            <a:r>
              <a:rPr lang="en-US" sz="2400" b="0" i="0" u="none"/>
              <a:t>Job is done poorly </a:t>
            </a:r>
            <a:endParaRPr/>
          </a:p>
          <a:p>
            <a:pPr marL="265112" lvl="1" indent="-136525">
              <a:spcBef>
                <a:spcPts val="200"/>
              </a:spcBef>
              <a:buClr>
                <a:srgbClr val="1CADE4"/>
              </a:buClr>
              <a:buSzPct val="100000"/>
              <a:buFont typeface="Wingdings 3"/>
              <a:buChar char=""/>
              <a:defRPr/>
            </a:pPr>
            <a:r>
              <a:rPr lang="en-US" sz="2000" b="0" i="0" u="none"/>
              <a:t>Can be done in system design, implementation, management or use. </a:t>
            </a:r>
            <a:endParaRPr/>
          </a:p>
          <a:p>
            <a:pPr marL="90487" lvl="0" indent="-90487">
              <a:spcBef>
                <a:spcPts val="1200"/>
              </a:spcBef>
              <a:buClr>
                <a:srgbClr val="1CADE4"/>
              </a:buClr>
              <a:buSzPct val="100000"/>
              <a:buFont typeface="Tw Cen MT"/>
              <a:buChar char=" "/>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1244884"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lgn="just">
              <a:spcBef>
                <a:spcPts val="0"/>
              </a:spcBef>
              <a:buNone/>
              <a:defRPr/>
            </a:pPr>
            <a:r>
              <a:rPr sz="4000" b="1" i="0" u="none"/>
              <a:t>WHAT GOES WRONG?</a:t>
            </a:r>
            <a:endParaRPr/>
          </a:p>
        </p:txBody>
      </p:sp>
      <p:sp>
        <p:nvSpPr>
          <p:cNvPr id="870484962"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70000"/>
              </a:lnSpc>
              <a:spcBef>
                <a:spcPts val="1200"/>
              </a:spcBef>
              <a:buNone/>
              <a:defRPr/>
            </a:pPr>
            <a:r>
              <a:rPr/>
              <a:t>Computer </a:t>
            </a:r>
            <a:r>
              <a:rPr b="0" i="0" u="none"/>
              <a:t>systems fail for two general reasons: the job they are doing is </a:t>
            </a:r>
            <a:r>
              <a:rPr b="0" i="0" u="none"/>
              <a:t>inherently difficult</a:t>
            </a:r>
            <a:r>
              <a:rPr b="0" i="0" u="none"/>
              <a:t>, and sometimes the job is done poorly. </a:t>
            </a:r>
            <a:endParaRPr lang="en-US"/>
          </a:p>
          <a:p>
            <a:pPr marL="0" lvl="0" indent="0" algn="just">
              <a:lnSpc>
                <a:spcPct val="70000"/>
              </a:lnSpc>
              <a:spcBef>
                <a:spcPts val="1200"/>
              </a:spcBef>
              <a:buNone/>
              <a:defRPr/>
            </a:pPr>
            <a:r>
              <a:rPr b="0" i="0" u="none"/>
              <a:t>Several </a:t>
            </a:r>
            <a:r>
              <a:rPr b="0" i="0" u="none"/>
              <a:t>factors combine to make </a:t>
            </a:r>
            <a:r>
              <a:rPr b="0" i="0" u="none"/>
              <a:t>the task </a:t>
            </a:r>
            <a:r>
              <a:rPr b="0" i="0" u="none"/>
              <a:t>difficult. Computer systems interact with the real world (including both </a:t>
            </a:r>
            <a:r>
              <a:rPr b="0" i="0" u="none"/>
              <a:t>machinery and </a:t>
            </a:r>
            <a:r>
              <a:rPr b="0" i="0" u="none"/>
              <a:t>unpredictable humans), include complex communications networks, have </a:t>
            </a:r>
            <a:r>
              <a:rPr b="0" i="0" u="none"/>
              <a:t>numerous features </a:t>
            </a:r>
            <a:r>
              <a:rPr b="0" i="0" u="none"/>
              <a:t>and interconnected subsystems, and are extremely large</a:t>
            </a:r>
            <a:r>
              <a:rPr b="0" i="0" u="none"/>
              <a:t>.</a:t>
            </a:r>
            <a:endParaRPr/>
          </a:p>
          <a:p>
            <a:pPr marL="0" lvl="0" indent="0" algn="just">
              <a:lnSpc>
                <a:spcPct val="70000"/>
              </a:lnSpc>
              <a:spcBef>
                <a:spcPts val="1200"/>
              </a:spcBef>
              <a:buNone/>
              <a:defRPr/>
            </a:pPr>
            <a:r>
              <a:rPr b="0" i="0" u="none"/>
              <a:t>Automobiles</a:t>
            </a:r>
            <a:r>
              <a:rPr b="0" i="0" u="none"/>
              <a:t>, </a:t>
            </a:r>
            <a:r>
              <a:rPr b="0" i="0" u="none"/>
              <a:t>passenger airplanes</a:t>
            </a:r>
            <a:r>
              <a:rPr b="0" i="0" u="none"/>
              <a:t>, and jet fighters contain millions of lines of computer </a:t>
            </a:r>
            <a:r>
              <a:rPr/>
              <a:t>code.</a:t>
            </a:r>
            <a:endParaRPr/>
          </a:p>
          <a:p>
            <a:pPr marL="0" lvl="0" indent="0" algn="just">
              <a:lnSpc>
                <a:spcPct val="70000"/>
              </a:lnSpc>
              <a:spcBef>
                <a:spcPts val="1200"/>
              </a:spcBef>
              <a:buNone/>
              <a:defRPr/>
            </a:pPr>
            <a:r>
              <a:rPr/>
              <a:t>A smartphone has </a:t>
            </a:r>
            <a:r>
              <a:rPr b="0" i="0" u="none"/>
              <a:t>several millions of lines </a:t>
            </a:r>
            <a:r>
              <a:rPr b="0" i="0" u="none"/>
              <a:t>of </a:t>
            </a:r>
            <a:r>
              <a:rPr b="0" i="0" u="none"/>
              <a:t>code. Computer software is “nonlinear” in the </a:t>
            </a:r>
            <a:r>
              <a:rPr b="0" i="0" u="none"/>
              <a:t>sense that</a:t>
            </a:r>
            <a:r>
              <a:rPr b="0" i="0" u="none"/>
              <a:t>, whereas a small error in a mechanical system might cause a small degradation </a:t>
            </a:r>
            <a:r>
              <a:rPr b="0" i="0" u="none"/>
              <a:t>in performance</a:t>
            </a:r>
            <a:r>
              <a:rPr b="0" i="0" u="none"/>
              <a:t>, a single </a:t>
            </a:r>
            <a:r>
              <a:rPr b="0" i="0" u="none"/>
              <a:t>error </a:t>
            </a:r>
            <a:r>
              <a:rPr b="0" i="0" u="none"/>
              <a:t>in a computer program can cause a dramatic difference </a:t>
            </a:r>
            <a:r>
              <a:rPr b="0" i="0" u="none"/>
              <a:t>in behavior</a:t>
            </a:r>
            <a:r>
              <a:rPr b="0" i="0" u="none"/>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3212980"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90487" lvl="0" indent="-90487">
              <a:spcBef>
                <a:spcPts val="0"/>
              </a:spcBef>
              <a:buNone/>
              <a:defRPr/>
            </a:pPr>
            <a:r>
              <a:rPr lang="en-US" sz="4000"/>
              <a:t>WHAT GOES WRONG?</a:t>
            </a:r>
            <a:endParaRPr/>
          </a:p>
        </p:txBody>
      </p:sp>
      <p:sp>
        <p:nvSpPr>
          <p:cNvPr id="352509857" name="Rectangle 5"/>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lnSpc>
                <a:spcPct val="70000"/>
              </a:lnSpc>
              <a:spcBef>
                <a:spcPts val="1200"/>
              </a:spcBef>
              <a:buClr>
                <a:srgbClr val="1CADE4"/>
              </a:buClr>
              <a:buSzPct val="100000"/>
              <a:buFont typeface="Tw Cen MT"/>
              <a:buChar char=" "/>
              <a:defRPr/>
            </a:pPr>
            <a:r>
              <a:rPr lang="en-US" sz="2800"/>
              <a:t>Design and development problems</a:t>
            </a:r>
            <a:endParaRPr/>
          </a:p>
          <a:p>
            <a:pPr marL="90487" lvl="0" indent="-90487">
              <a:lnSpc>
                <a:spcPct val="70000"/>
              </a:lnSpc>
              <a:spcBef>
                <a:spcPts val="1200"/>
              </a:spcBef>
              <a:buClr>
                <a:srgbClr val="1CADE4"/>
              </a:buClr>
              <a:buSzPct val="100000"/>
              <a:buFont typeface="Tw Cen MT"/>
              <a:buChar char=" "/>
              <a:defRPr/>
            </a:pPr>
            <a:r>
              <a:rPr lang="en-US" sz="2800"/>
              <a:t>Management and use problems</a:t>
            </a:r>
            <a:endParaRPr/>
          </a:p>
          <a:p>
            <a:pPr marL="90487" lvl="0" indent="-90487">
              <a:lnSpc>
                <a:spcPct val="70000"/>
              </a:lnSpc>
              <a:spcBef>
                <a:spcPts val="1200"/>
              </a:spcBef>
              <a:buClr>
                <a:srgbClr val="1CADE4"/>
              </a:buClr>
              <a:buSzPct val="100000"/>
              <a:buFont typeface="Tw Cen MT"/>
              <a:buChar char=" "/>
              <a:defRPr/>
            </a:pPr>
            <a:r>
              <a:rPr lang="en-US" sz="2800"/>
              <a:t>Misrepresentation, hiding problems and inadequate response to reported problems</a:t>
            </a:r>
            <a:endParaRPr/>
          </a:p>
          <a:p>
            <a:pPr marL="90487" lvl="0" indent="-90487">
              <a:lnSpc>
                <a:spcPct val="70000"/>
              </a:lnSpc>
              <a:spcBef>
                <a:spcPts val="1200"/>
              </a:spcBef>
              <a:buClr>
                <a:srgbClr val="1CADE4"/>
              </a:buClr>
              <a:buSzPct val="100000"/>
              <a:buFont typeface="Tw Cen MT"/>
              <a:buChar char=" "/>
              <a:defRPr/>
            </a:pPr>
            <a:r>
              <a:rPr lang="en-US" sz="2800"/>
              <a:t>Insufficient market or legal incentives to do a better job</a:t>
            </a:r>
            <a:endParaRPr/>
          </a:p>
          <a:p>
            <a:pPr marL="90487" lvl="0" indent="-90487">
              <a:lnSpc>
                <a:spcPct val="70000"/>
              </a:lnSpc>
              <a:spcBef>
                <a:spcPts val="1200"/>
              </a:spcBef>
              <a:buClr>
                <a:srgbClr val="1CADE4"/>
              </a:buClr>
              <a:buSzPct val="100000"/>
              <a:buFont typeface="Tw Cen MT"/>
              <a:buChar char=" "/>
              <a:defRPr/>
            </a:pPr>
            <a:r>
              <a:rPr lang="en-US" sz="2800"/>
              <a:t>Re-use of software without sufficiently understanding the code and testing it</a:t>
            </a:r>
            <a:endParaRPr/>
          </a:p>
          <a:p>
            <a:pPr marL="90487" lvl="0" indent="-90487">
              <a:lnSpc>
                <a:spcPct val="70000"/>
              </a:lnSpc>
              <a:spcBef>
                <a:spcPts val="1200"/>
              </a:spcBef>
              <a:buClr>
                <a:srgbClr val="1CADE4"/>
              </a:buClr>
              <a:buSzPct val="100000"/>
              <a:buFont typeface="Tw Cen MT"/>
              <a:buChar char=" "/>
              <a:defRPr/>
            </a:pPr>
            <a:r>
              <a:rPr lang="en-US" sz="2800"/>
              <a:t>Failure to update or maintain a database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5921084"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WHAT GOES WRONG?</a:t>
            </a:r>
            <a:endParaRPr/>
          </a:p>
        </p:txBody>
      </p:sp>
      <p:sp>
        <p:nvSpPr>
          <p:cNvPr id="388494390"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nSpc>
                <a:spcPct val="80000"/>
              </a:lnSpc>
              <a:spcBef>
                <a:spcPts val="1200"/>
              </a:spcBef>
              <a:buNone/>
              <a:defRPr/>
            </a:pPr>
            <a:r>
              <a:rPr sz="2400"/>
              <a:t>Some  factors in computer errors and system failures are:-</a:t>
            </a:r>
            <a:endParaRPr/>
          </a:p>
          <a:p>
            <a:pPr marL="0" lvl="0" indent="0">
              <a:lnSpc>
                <a:spcPct val="80000"/>
              </a:lnSpc>
              <a:spcBef>
                <a:spcPts val="1200"/>
              </a:spcBef>
              <a:buClr>
                <a:srgbClr val="1CADE4"/>
              </a:buClr>
              <a:buSzPct val="100000"/>
              <a:buFont typeface="Tw Cen MT"/>
              <a:buChar char=" "/>
              <a:defRPr/>
            </a:pPr>
            <a:r>
              <a:rPr sz="2400" b="0" i="0" u="none"/>
              <a:t>Design </a:t>
            </a:r>
            <a:r>
              <a:rPr sz="2400" b="0" i="0" u="none"/>
              <a:t>and development:</a:t>
            </a:r>
            <a:endParaRPr/>
          </a:p>
          <a:p>
            <a:pPr marL="265112" lvl="1" indent="-136525">
              <a:lnSpc>
                <a:spcPct val="80000"/>
              </a:lnSpc>
              <a:spcBef>
                <a:spcPts val="200"/>
              </a:spcBef>
              <a:buClr>
                <a:srgbClr val="1CADE4"/>
              </a:buClr>
              <a:buSzPct val="100000"/>
              <a:buFont typeface="Wingdings 3"/>
              <a:buChar char=""/>
              <a:defRPr/>
            </a:pPr>
            <a:r>
              <a:rPr sz="2000" b="0" i="0" u="none"/>
              <a:t>Inadequate attention to potential safety risks</a:t>
            </a:r>
            <a:endParaRPr/>
          </a:p>
          <a:p>
            <a:pPr marL="265112" lvl="1" indent="-136525">
              <a:lnSpc>
                <a:spcPct val="80000"/>
              </a:lnSpc>
              <a:spcBef>
                <a:spcPts val="200"/>
              </a:spcBef>
              <a:buClr>
                <a:srgbClr val="1CADE4"/>
              </a:buClr>
              <a:buSzPct val="100000"/>
              <a:buFont typeface="Wingdings 3"/>
              <a:buChar char=""/>
              <a:defRPr/>
            </a:pPr>
            <a:r>
              <a:rPr sz="2000" b="0" i="0" u="none"/>
              <a:t>Interaction with physical devices that do not work as expected</a:t>
            </a:r>
            <a:endParaRPr/>
          </a:p>
          <a:p>
            <a:pPr marL="265112" lvl="1" indent="-136525">
              <a:lnSpc>
                <a:spcPct val="80000"/>
              </a:lnSpc>
              <a:spcBef>
                <a:spcPts val="200"/>
              </a:spcBef>
              <a:buClr>
                <a:srgbClr val="1CADE4"/>
              </a:buClr>
              <a:buSzPct val="100000"/>
              <a:buFont typeface="Wingdings 3"/>
              <a:buChar char=""/>
              <a:defRPr/>
            </a:pPr>
            <a:r>
              <a:rPr sz="2000" b="0" i="0" u="none"/>
              <a:t>Incompatibility of software and hardware, or of application software and the </a:t>
            </a:r>
            <a:r>
              <a:rPr sz="2000" b="0" i="0" u="none"/>
              <a:t>operating  system</a:t>
            </a:r>
            <a:endParaRPr lang="en-US" sz="2400"/>
          </a:p>
          <a:p>
            <a:pPr marL="265112" lvl="1" indent="-136525">
              <a:lnSpc>
                <a:spcPct val="80000"/>
              </a:lnSpc>
              <a:spcBef>
                <a:spcPts val="200"/>
              </a:spcBef>
              <a:buClr>
                <a:srgbClr val="1CADE4"/>
              </a:buClr>
              <a:buSzPct val="100000"/>
              <a:buFont typeface="Wingdings 3"/>
              <a:buChar char=""/>
              <a:defRPr/>
            </a:pPr>
            <a:r>
              <a:rPr sz="2000" b="0" i="0" u="none"/>
              <a:t>Not planning and designing for unexpected inputs or circumstances</a:t>
            </a:r>
            <a:endParaRPr/>
          </a:p>
          <a:p>
            <a:pPr marL="265112" lvl="1" indent="-136525">
              <a:lnSpc>
                <a:spcPct val="80000"/>
              </a:lnSpc>
              <a:spcBef>
                <a:spcPts val="200"/>
              </a:spcBef>
              <a:buClr>
                <a:srgbClr val="1CADE4"/>
              </a:buClr>
              <a:buSzPct val="100000"/>
              <a:buFont typeface="Wingdings 3"/>
              <a:buChar char=""/>
              <a:defRPr/>
            </a:pPr>
            <a:r>
              <a:rPr sz="2000" b="0" i="0" u="none"/>
              <a:t>Confusing user interfaces</a:t>
            </a:r>
            <a:endParaRPr/>
          </a:p>
          <a:p>
            <a:pPr marL="265112" lvl="1" indent="-136525">
              <a:lnSpc>
                <a:spcPct val="80000"/>
              </a:lnSpc>
              <a:spcBef>
                <a:spcPts val="200"/>
              </a:spcBef>
              <a:buClr>
                <a:srgbClr val="1CADE4"/>
              </a:buClr>
              <a:buSzPct val="100000"/>
              <a:buFont typeface="Wingdings 3"/>
              <a:buChar char=""/>
              <a:defRPr/>
            </a:pPr>
            <a:r>
              <a:rPr sz="2000" b="0" i="0" u="none"/>
              <a:t>Insufficient testing</a:t>
            </a:r>
            <a:endParaRPr/>
          </a:p>
          <a:p>
            <a:pPr marL="265112" lvl="1" indent="-136525">
              <a:lnSpc>
                <a:spcPct val="80000"/>
              </a:lnSpc>
              <a:spcBef>
                <a:spcPts val="200"/>
              </a:spcBef>
              <a:buClr>
                <a:srgbClr val="1CADE4"/>
              </a:buClr>
              <a:buSzPct val="100000"/>
              <a:buFont typeface="Wingdings 3"/>
              <a:buChar char=""/>
              <a:defRPr/>
            </a:pPr>
            <a:r>
              <a:rPr sz="2000" b="0" i="0" u="none"/>
              <a:t>Reuse of software from another system without adequate checking</a:t>
            </a:r>
            <a:endParaRPr/>
          </a:p>
          <a:p>
            <a:pPr marL="265112" lvl="1" indent="-136525">
              <a:lnSpc>
                <a:spcPct val="80000"/>
              </a:lnSpc>
              <a:spcBef>
                <a:spcPts val="200"/>
              </a:spcBef>
              <a:buClr>
                <a:srgbClr val="1CADE4"/>
              </a:buClr>
              <a:buSzPct val="100000"/>
              <a:buFont typeface="Wingdings 3"/>
              <a:buChar char=""/>
              <a:defRPr/>
            </a:pPr>
            <a:r>
              <a:rPr sz="2000" b="0" i="0" u="none"/>
              <a:t>Overconfidence in software</a:t>
            </a:r>
            <a:endParaRPr/>
          </a:p>
          <a:p>
            <a:pPr marL="265112" lvl="1" indent="-136525">
              <a:lnSpc>
                <a:spcPct val="80000"/>
              </a:lnSpc>
              <a:spcBef>
                <a:spcPts val="200"/>
              </a:spcBef>
              <a:buClr>
                <a:srgbClr val="1CADE4"/>
              </a:buClr>
              <a:buSzPct val="100000"/>
              <a:buFont typeface="Wingdings 3"/>
              <a:buChar char=""/>
              <a:defRPr/>
            </a:pPr>
            <a:r>
              <a:rPr sz="2000" b="0" i="0" u="none"/>
              <a:t>Carelessness</a:t>
            </a:r>
            <a:endParaRPr/>
          </a:p>
          <a:p>
            <a:pPr marL="0" lvl="0" indent="0">
              <a:lnSpc>
                <a:spcPct val="80000"/>
              </a:lnSpc>
              <a:spcBef>
                <a:spcPts val="1200"/>
              </a:spcBef>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9232990"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WHAT GOES WRONG?</a:t>
            </a:r>
            <a:endParaRPr/>
          </a:p>
        </p:txBody>
      </p:sp>
      <p:sp>
        <p:nvSpPr>
          <p:cNvPr id="1732824174"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nSpc>
                <a:spcPct val="70000"/>
              </a:lnSpc>
              <a:spcBef>
                <a:spcPts val="1200"/>
              </a:spcBef>
              <a:buNone/>
              <a:defRPr/>
            </a:pPr>
            <a:r>
              <a:rPr sz="2400"/>
              <a:t>Some  factors in computer errors and system failures are:-</a:t>
            </a:r>
            <a:endParaRPr/>
          </a:p>
          <a:p>
            <a:pPr marL="0" lvl="0" indent="0">
              <a:lnSpc>
                <a:spcPct val="70000"/>
              </a:lnSpc>
              <a:spcBef>
                <a:spcPts val="1200"/>
              </a:spcBef>
              <a:buClr>
                <a:srgbClr val="1CADE4"/>
              </a:buClr>
              <a:buSzPct val="100000"/>
              <a:buFont typeface="Tw Cen MT"/>
              <a:buChar char=" "/>
              <a:defRPr/>
            </a:pPr>
            <a:r>
              <a:rPr sz="2400" b="0" i="0" u="none"/>
              <a:t>Management </a:t>
            </a:r>
            <a:r>
              <a:rPr sz="2400" b="0" i="0" u="none"/>
              <a:t>and use:</a:t>
            </a:r>
            <a:endParaRPr/>
          </a:p>
          <a:p>
            <a:pPr marL="265112" lvl="1" indent="-136525">
              <a:lnSpc>
                <a:spcPct val="70000"/>
              </a:lnSpc>
              <a:spcBef>
                <a:spcPts val="200"/>
              </a:spcBef>
              <a:buClr>
                <a:srgbClr val="1CADE4"/>
              </a:buClr>
              <a:buSzPct val="100000"/>
              <a:buFont typeface="Wingdings 3"/>
              <a:buChar char=""/>
              <a:defRPr/>
            </a:pPr>
            <a:r>
              <a:rPr sz="2000" b="0" i="0" u="none"/>
              <a:t>Data-entry errors</a:t>
            </a:r>
            <a:endParaRPr/>
          </a:p>
          <a:p>
            <a:pPr marL="265112" lvl="1" indent="-136525">
              <a:lnSpc>
                <a:spcPct val="70000"/>
              </a:lnSpc>
              <a:spcBef>
                <a:spcPts val="200"/>
              </a:spcBef>
              <a:buClr>
                <a:srgbClr val="1CADE4"/>
              </a:buClr>
              <a:buSzPct val="100000"/>
              <a:buFont typeface="Wingdings 3"/>
              <a:buChar char=""/>
              <a:defRPr/>
            </a:pPr>
            <a:r>
              <a:rPr sz="2000" b="0" i="0" u="none"/>
              <a:t>Inadequate training of users</a:t>
            </a:r>
            <a:endParaRPr/>
          </a:p>
          <a:p>
            <a:pPr marL="265112" lvl="1" indent="-136525">
              <a:lnSpc>
                <a:spcPct val="70000"/>
              </a:lnSpc>
              <a:spcBef>
                <a:spcPts val="200"/>
              </a:spcBef>
              <a:buClr>
                <a:srgbClr val="1CADE4"/>
              </a:buClr>
              <a:buSzPct val="100000"/>
              <a:buFont typeface="Wingdings 3"/>
              <a:buChar char=""/>
              <a:defRPr/>
            </a:pPr>
            <a:r>
              <a:rPr sz="2000" b="0" i="0" u="none"/>
              <a:t>Errors in interpreting results or output</a:t>
            </a:r>
            <a:endParaRPr/>
          </a:p>
          <a:p>
            <a:pPr marL="265112" lvl="1" indent="-136525">
              <a:lnSpc>
                <a:spcPct val="70000"/>
              </a:lnSpc>
              <a:spcBef>
                <a:spcPts val="200"/>
              </a:spcBef>
              <a:buClr>
                <a:srgbClr val="1CADE4"/>
              </a:buClr>
              <a:buSzPct val="100000"/>
              <a:buFont typeface="Wingdings 3"/>
              <a:buChar char=""/>
              <a:defRPr/>
            </a:pPr>
            <a:r>
              <a:rPr sz="2000" b="0" i="0" u="none"/>
              <a:t>Failure to keep information in databases up to date</a:t>
            </a:r>
            <a:endParaRPr/>
          </a:p>
          <a:p>
            <a:pPr marL="265112" lvl="1" indent="-136525">
              <a:lnSpc>
                <a:spcPct val="70000"/>
              </a:lnSpc>
              <a:spcBef>
                <a:spcPts val="200"/>
              </a:spcBef>
              <a:buClr>
                <a:srgbClr val="1CADE4"/>
              </a:buClr>
              <a:buSzPct val="100000"/>
              <a:buFont typeface="Wingdings 3"/>
              <a:buChar char=""/>
              <a:defRPr/>
            </a:pPr>
            <a:r>
              <a:rPr sz="2000" b="0" i="0" u="none"/>
              <a:t>Overconfidence in software by users</a:t>
            </a:r>
            <a:endParaRPr/>
          </a:p>
          <a:p>
            <a:pPr marL="265112" lvl="1" indent="-136525">
              <a:lnSpc>
                <a:spcPct val="70000"/>
              </a:lnSpc>
              <a:spcBef>
                <a:spcPts val="200"/>
              </a:spcBef>
              <a:buClr>
                <a:srgbClr val="1CADE4"/>
              </a:buClr>
              <a:buSzPct val="100000"/>
              <a:buFont typeface="Wingdings 3"/>
              <a:buChar char=""/>
              <a:defRPr/>
            </a:pPr>
            <a:r>
              <a:rPr sz="2000" b="0" i="0" u="none"/>
              <a:t>Insufficient planning for failures; no backup systems or procedures</a:t>
            </a:r>
            <a:endParaRPr/>
          </a:p>
          <a:p>
            <a:pPr marL="0" lvl="0" indent="0">
              <a:lnSpc>
                <a:spcPct val="70000"/>
              </a:lnSpc>
              <a:spcBef>
                <a:spcPts val="1200"/>
              </a:spcBef>
              <a:buClr>
                <a:srgbClr val="1CADE4"/>
              </a:buClr>
              <a:buSzPct val="100000"/>
              <a:buFont typeface="Tw Cen MT"/>
              <a:buChar char=" "/>
              <a:defRPr/>
            </a:pPr>
            <a:r>
              <a:rPr sz="2400" b="0" i="0" u="none"/>
              <a:t>Misrepresentation</a:t>
            </a:r>
            <a:r>
              <a:rPr sz="2400" b="0" i="0" u="none"/>
              <a:t>, hiding problems; inadequate response to reported problems</a:t>
            </a:r>
            <a:endParaRPr/>
          </a:p>
          <a:p>
            <a:pPr marL="0" lvl="0" indent="0">
              <a:lnSpc>
                <a:spcPct val="70000"/>
              </a:lnSpc>
              <a:spcBef>
                <a:spcPts val="1200"/>
              </a:spcBef>
              <a:buClr>
                <a:srgbClr val="1CADE4"/>
              </a:buClr>
              <a:buSzPct val="100000"/>
              <a:buFont typeface="Tw Cen MT"/>
              <a:buChar char=" "/>
              <a:defRPr/>
            </a:pPr>
            <a:r>
              <a:rPr sz="2400" b="0" i="0" u="none"/>
              <a:t>Insufficient </a:t>
            </a:r>
            <a:r>
              <a:rPr sz="2400" b="0" i="0" u="none"/>
              <a:t>market or legal incentives to do a better job</a:t>
            </a:r>
            <a:endParaRPr lang="en-US" sz="2400"/>
          </a:p>
          <a:p>
            <a:pPr marL="0" lvl="0" indent="0">
              <a:lnSpc>
                <a:spcPct val="70000"/>
              </a:lnSpc>
              <a:spcBef>
                <a:spcPts val="1200"/>
              </a:spcBef>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0568171"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INCREASING RELIABILITY AND SAFETY </a:t>
            </a:r>
            <a:endParaRPr/>
          </a:p>
        </p:txBody>
      </p:sp>
      <p:sp>
        <p:nvSpPr>
          <p:cNvPr id="873711530" name="Rectangle 3"/>
          <p:cNvSpPr>
            <a:spLocks noChangeShapeType="1" noGrp="1"/>
          </p:cNvSpPr>
          <p:nvPr>
            <p:ph type="body"/>
          </p:nvPr>
        </p:nvSpPr>
        <p:spPr bwMode="auto">
          <a:xfrm>
            <a:off x="533400" y="2105025"/>
            <a:ext cx="8229600" cy="4525962"/>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sz="2800" b="1" i="0" u="none"/>
              <a:t>Professional </a:t>
            </a:r>
            <a:r>
              <a:rPr sz="2800" b="1" i="0" u="none"/>
              <a:t>techniques</a:t>
            </a:r>
            <a:endParaRPr/>
          </a:p>
          <a:p>
            <a:pPr marL="90487" lvl="0" indent="-90487">
              <a:spcBef>
                <a:spcPts val="1200"/>
              </a:spcBef>
              <a:buClr>
                <a:srgbClr val="1CADE4"/>
              </a:buClr>
              <a:buSzPct val="100000"/>
              <a:buFont typeface="Tw Cen MT"/>
              <a:buChar char=" "/>
              <a:defRPr/>
            </a:pPr>
            <a:r>
              <a:rPr sz="2800" b="1" i="0" u="none"/>
              <a:t>Law &amp; Regulation</a:t>
            </a:r>
            <a:endParaRPr/>
          </a:p>
          <a:p>
            <a:pPr marL="90487" lvl="0" indent="-90487">
              <a:spcBef>
                <a:spcPts val="1200"/>
              </a:spcBef>
              <a:buClr>
                <a:srgbClr val="1CADE4"/>
              </a:buClr>
              <a:buSzPct val="100000"/>
              <a:buFont typeface="Tw Cen MT"/>
              <a:buChar char=" "/>
              <a:defRPr/>
            </a:pPr>
            <a:r>
              <a:rPr sz="2800" b="1" i="0" u="none"/>
              <a:t>Professional </a:t>
            </a:r>
            <a:r>
              <a:rPr sz="2800" b="1" i="0" u="none"/>
              <a:t>licensing</a:t>
            </a:r>
            <a:endParaRPr/>
          </a:p>
          <a:p>
            <a:pPr marL="90487" lvl="0" indent="-90487">
              <a:spcBef>
                <a:spcPts val="1200"/>
              </a:spcBef>
              <a:buClr>
                <a:srgbClr val="1CADE4"/>
              </a:buClr>
              <a:buSzPct val="100000"/>
              <a:buFont typeface="Tw Cen MT"/>
              <a:buChar char=" "/>
              <a:defRPr/>
            </a:pPr>
            <a:r>
              <a:rPr sz="2800" b="1" i="0" u="none"/>
              <a:t>Taking responsibility</a:t>
            </a:r>
            <a:endParaRPr lang="en-US" sz="2800"/>
          </a:p>
          <a:p>
            <a:pPr marL="90487" lvl="0" indent="-90487">
              <a:spcBef>
                <a:spcPts val="1200"/>
              </a:spcBef>
              <a:buClr>
                <a:srgbClr val="1CADE4"/>
              </a:buClr>
              <a:buSzPct val="100000"/>
              <a:buFont typeface="Tw Cen MT"/>
              <a:buChar char=" "/>
              <a:defRPr/>
            </a:pPr>
            <a:endParaRPr/>
          </a:p>
          <a:p>
            <a:pPr marL="90487" lvl="0" indent="-90487">
              <a:spcBef>
                <a:spcPts val="1200"/>
              </a:spcBef>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0648055"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PROFESSIONAL TECHNIQUES</a:t>
            </a:r>
            <a:endParaRPr/>
          </a:p>
        </p:txBody>
      </p:sp>
      <p:pic>
        <p:nvPicPr>
          <p:cNvPr id="266879048" name="Content Placeholder 3"/>
          <p:cNvPicPr>
            <a:picLocks noChangeAspect="1" noGrp="1"/>
          </p:cNvPicPr>
          <p:nvPr>
            <p:ph type="obj"/>
          </p:nvPr>
        </p:nvPicPr>
        <p:blipFill>
          <a:blip r:embed="rId3"/>
          <a:srcRect l="0" t="0" r="0" b="0"/>
          <a:stretch/>
        </p:blipFill>
        <p:spPr bwMode="auto">
          <a:xfrm>
            <a:off x="34925" y="2971800"/>
            <a:ext cx="9029700" cy="1584324"/>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7095711"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lnSpc>
                <a:spcPct val="90000"/>
              </a:lnSpc>
              <a:spcBef>
                <a:spcPts val="0"/>
              </a:spcBef>
              <a:buNone/>
              <a:defRPr/>
            </a:pPr>
            <a:r>
              <a:rPr sz="4000" b="1" i="0" u="none"/>
              <a:t>PROFESSIONAL TECHNIQUES</a:t>
            </a:r>
            <a:endParaRPr/>
          </a:p>
        </p:txBody>
      </p:sp>
      <p:sp>
        <p:nvSpPr>
          <p:cNvPr id="1211484155" name="Rectangle 3"/>
          <p:cNvSpPr>
            <a:spLocks noChangeShapeType="1" noGrp="1"/>
          </p:cNvSpPr>
          <p:nvPr>
            <p:ph type="body"/>
          </p:nvPr>
        </p:nvSpPr>
        <p:spPr bwMode="auto">
          <a:xfrm>
            <a:off x="768350" y="1752599"/>
            <a:ext cx="7537450" cy="45561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200"/>
              <a:t>we </a:t>
            </a:r>
            <a:r>
              <a:rPr sz="2200" b="0" i="0" u="none"/>
              <a:t>must use good software engineering techniques at </a:t>
            </a:r>
            <a:r>
              <a:rPr sz="2200" b="0" i="0" u="none"/>
              <a:t>all stages:</a:t>
            </a:r>
            <a:endParaRPr/>
          </a:p>
          <a:p>
            <a:pPr marL="0" lvl="0" indent="0" algn="just">
              <a:lnSpc>
                <a:spcPct val="80000"/>
              </a:lnSpc>
              <a:spcBef>
                <a:spcPts val="1200"/>
              </a:spcBef>
              <a:buNone/>
              <a:defRPr/>
            </a:pPr>
            <a:r>
              <a:rPr sz="2200" b="0" i="0" u="none"/>
              <a:t>	</a:t>
            </a:r>
            <a:r>
              <a:rPr sz="2200" b="0" i="0" u="none"/>
              <a:t>development</a:t>
            </a:r>
            <a:r>
              <a:rPr sz="2200" b="0" i="0" u="none"/>
              <a:t>, </a:t>
            </a:r>
            <a:endParaRPr lang="en-US" sz="2200"/>
          </a:p>
          <a:p>
            <a:pPr marL="0" lvl="0" indent="0" algn="just">
              <a:lnSpc>
                <a:spcPct val="80000"/>
              </a:lnSpc>
              <a:spcBef>
                <a:spcPts val="1200"/>
              </a:spcBef>
              <a:buNone/>
              <a:defRPr/>
            </a:pPr>
            <a:r>
              <a:rPr sz="2200" b="0" i="0" u="none"/>
              <a:t>	</a:t>
            </a:r>
            <a:r>
              <a:rPr sz="2200" b="0" i="0" u="none"/>
              <a:t>including </a:t>
            </a:r>
            <a:r>
              <a:rPr sz="2200" b="0" i="0" u="none"/>
              <a:t>specifications, </a:t>
            </a:r>
            <a:endParaRPr lang="en-US" sz="2200"/>
          </a:p>
          <a:p>
            <a:pPr marL="0" lvl="0" indent="0" algn="just">
              <a:lnSpc>
                <a:spcPct val="80000"/>
              </a:lnSpc>
              <a:spcBef>
                <a:spcPts val="1200"/>
              </a:spcBef>
              <a:buNone/>
              <a:defRPr/>
            </a:pPr>
            <a:r>
              <a:rPr sz="2200" b="0" i="0" u="none"/>
              <a:t>	</a:t>
            </a:r>
            <a:r>
              <a:rPr sz="2200" b="0" i="0" u="none"/>
              <a:t>design</a:t>
            </a:r>
            <a:r>
              <a:rPr sz="2200" b="0" i="0" u="none"/>
              <a:t>, </a:t>
            </a:r>
            <a:endParaRPr lang="en-US" sz="2200"/>
          </a:p>
          <a:p>
            <a:pPr marL="0" lvl="0" indent="0" algn="just">
              <a:lnSpc>
                <a:spcPct val="80000"/>
              </a:lnSpc>
              <a:spcBef>
                <a:spcPts val="1200"/>
              </a:spcBef>
              <a:buNone/>
              <a:defRPr/>
            </a:pPr>
            <a:r>
              <a:rPr sz="2200" b="0" i="0" u="none"/>
              <a:t>	</a:t>
            </a:r>
            <a:r>
              <a:rPr sz="2200"/>
              <a:t>implementation</a:t>
            </a:r>
            <a:r>
              <a:rPr sz="2200" b="0" i="0" u="none"/>
              <a:t>, </a:t>
            </a:r>
            <a:endParaRPr lang="en-US" sz="2200"/>
          </a:p>
          <a:p>
            <a:pPr marL="0" lvl="0" indent="0" algn="just">
              <a:lnSpc>
                <a:spcPct val="80000"/>
              </a:lnSpc>
              <a:spcBef>
                <a:spcPts val="1200"/>
              </a:spcBef>
              <a:buNone/>
              <a:defRPr/>
            </a:pPr>
            <a:r>
              <a:rPr sz="2200" b="0" i="0" u="none"/>
              <a:t>	</a:t>
            </a:r>
            <a:r>
              <a:rPr sz="2200" b="0" i="0" u="none"/>
              <a:t>documentation, and</a:t>
            </a:r>
            <a:endParaRPr/>
          </a:p>
          <a:p>
            <a:pPr marL="0" lvl="0" indent="0" algn="just">
              <a:lnSpc>
                <a:spcPct val="80000"/>
              </a:lnSpc>
              <a:spcBef>
                <a:spcPts val="1200"/>
              </a:spcBef>
              <a:buNone/>
              <a:defRPr/>
            </a:pPr>
            <a:r>
              <a:rPr sz="2200" b="0" i="0" u="none"/>
              <a:t>	 </a:t>
            </a:r>
            <a:r>
              <a:rPr sz="2200" b="0" i="0" u="none"/>
              <a:t>testing</a:t>
            </a:r>
            <a:r>
              <a:rPr sz="2200" b="0" i="0" u="none"/>
              <a:t>.</a:t>
            </a:r>
            <a:endParaRPr/>
          </a:p>
          <a:p>
            <a:pPr marL="0" lvl="0" indent="0" algn="just">
              <a:lnSpc>
                <a:spcPct val="80000"/>
              </a:lnSpc>
              <a:spcBef>
                <a:spcPts val="1200"/>
              </a:spcBef>
              <a:buNone/>
              <a:defRPr/>
            </a:pPr>
            <a:r>
              <a:rPr sz="2200" b="0" i="0" u="none"/>
              <a:t>Both </a:t>
            </a:r>
            <a:r>
              <a:rPr sz="2200" b="1" i="0" u="none"/>
              <a:t>programmers </a:t>
            </a:r>
            <a:r>
              <a:rPr sz="2200" b="1" i="0" u="none"/>
              <a:t>and managers</a:t>
            </a:r>
            <a:r>
              <a:rPr sz="2200" b="0" i="0" u="none"/>
              <a:t>, have the </a:t>
            </a:r>
            <a:r>
              <a:rPr sz="2200" b="0" i="0" u="none"/>
              <a:t>responsibility to </a:t>
            </a:r>
            <a:r>
              <a:rPr sz="2200" b="0" i="0" u="none"/>
              <a:t>study and use the professional techniques and tools that are available and to follow </a:t>
            </a:r>
            <a:r>
              <a:rPr sz="2200" b="0" i="0" u="none"/>
              <a:t>the procedures </a:t>
            </a:r>
            <a:r>
              <a:rPr sz="2200" b="0" i="0" u="none"/>
              <a:t>and guidelines established in the various relevant codes of ethics and </a:t>
            </a:r>
            <a:r>
              <a:rPr sz="2200" b="0" i="0" u="none"/>
              <a:t>professional practices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841341"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lnSpc>
                <a:spcPct val="90000"/>
              </a:lnSpc>
              <a:spcBef>
                <a:spcPts val="0"/>
              </a:spcBef>
              <a:buNone/>
              <a:defRPr/>
            </a:pPr>
            <a:r>
              <a:rPr sz="4000" b="1" i="0" u="none"/>
              <a:t>PROFESSIONAL T</a:t>
            </a:r>
            <a:r>
              <a:rPr sz="4000" b="1" i="0" u="none"/>
              <a:t>ECHNIQUES</a:t>
            </a:r>
            <a:endParaRPr/>
          </a:p>
        </p:txBody>
      </p:sp>
      <p:sp>
        <p:nvSpPr>
          <p:cNvPr id="978372291" name="Rectangle 3"/>
          <p:cNvSpPr>
            <a:spLocks noChangeShapeType="1" noGrp="1"/>
          </p:cNvSpPr>
          <p:nvPr>
            <p:ph type="body"/>
          </p:nvPr>
        </p:nvSpPr>
        <p:spPr bwMode="auto">
          <a:xfrm>
            <a:off x="71120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200" b="1" i="0" u="none"/>
              <a:t>1. Management and communication</a:t>
            </a:r>
            <a:endParaRPr/>
          </a:p>
          <a:p>
            <a:pPr marL="0" lvl="0" indent="0" algn="just">
              <a:lnSpc>
                <a:spcPct val="80000"/>
              </a:lnSpc>
              <a:spcBef>
                <a:spcPts val="1200"/>
              </a:spcBef>
              <a:buNone/>
              <a:defRPr/>
            </a:pPr>
            <a:r>
              <a:rPr sz="2200" b="1" i="1" u="none"/>
              <a:t>high </a:t>
            </a:r>
            <a:r>
              <a:rPr sz="2200" b="1" i="1" u="none"/>
              <a:t>reliability organization </a:t>
            </a:r>
            <a:r>
              <a:rPr sz="2200" b="1" i="0" u="none"/>
              <a:t>(HRO)</a:t>
            </a:r>
            <a:r>
              <a:rPr sz="2200" b="0" i="0" u="none"/>
              <a:t> </a:t>
            </a:r>
            <a:r>
              <a:rPr sz="2200" b="0" i="0" u="none"/>
              <a:t>:</a:t>
            </a:r>
            <a:endParaRPr/>
          </a:p>
          <a:p>
            <a:pPr marL="0" lvl="0" indent="0" algn="just">
              <a:lnSpc>
                <a:spcPct val="80000"/>
              </a:lnSpc>
              <a:spcBef>
                <a:spcPts val="1200"/>
              </a:spcBef>
              <a:buNone/>
              <a:defRPr/>
            </a:pPr>
            <a:r>
              <a:rPr sz="2200" b="0" i="0" u="none"/>
              <a:t>an organization (</a:t>
            </a:r>
            <a:r>
              <a:rPr sz="2200" b="0" i="0" u="none"/>
              <a:t>business or government) that operates in difficult environments, often with </a:t>
            </a:r>
            <a:r>
              <a:rPr sz="2200" b="0" i="0" u="none"/>
              <a:t>complex technology</a:t>
            </a:r>
            <a:r>
              <a:rPr sz="2200" b="0" i="0" u="none"/>
              <a:t>, where failures can have extreme consequences (for example, air traffic control</a:t>
            </a:r>
            <a:r>
              <a:rPr sz="2200" b="0" i="0" u="none"/>
              <a:t>, nuclear </a:t>
            </a:r>
            <a:r>
              <a:rPr sz="2200" b="0" i="0" u="none"/>
              <a:t>power plants</a:t>
            </a:r>
            <a:r>
              <a:rPr sz="2200" b="0" i="0" u="none"/>
              <a:t>). </a:t>
            </a:r>
            <a:endParaRPr/>
          </a:p>
          <a:p>
            <a:pPr marL="0" lvl="0" indent="0" algn="just">
              <a:lnSpc>
                <a:spcPct val="80000"/>
              </a:lnSpc>
              <a:spcBef>
                <a:spcPts val="1200"/>
              </a:spcBef>
              <a:buNone/>
              <a:defRPr/>
            </a:pPr>
            <a:r>
              <a:rPr sz="2200" b="0" i="0" u="none"/>
              <a:t>There are few characteristics </a:t>
            </a:r>
            <a:r>
              <a:rPr sz="2200" b="0" i="0" u="none"/>
              <a:t>of HROs that </a:t>
            </a:r>
            <a:r>
              <a:rPr sz="2200" b="0" i="0" u="none"/>
              <a:t>perform extremely </a:t>
            </a:r>
            <a:r>
              <a:rPr sz="2200" b="0" i="0" u="none"/>
              <a:t>well</a:t>
            </a:r>
            <a:r>
              <a:rPr sz="2200" b="0" i="0" u="none"/>
              <a:t>.</a:t>
            </a:r>
            <a:endParaRPr/>
          </a:p>
          <a:p>
            <a:pPr marL="0" lvl="0" indent="0" algn="just">
              <a:lnSpc>
                <a:spcPct val="80000"/>
              </a:lnSpc>
              <a:spcBef>
                <a:spcPts val="1200"/>
              </a:spcBef>
              <a:buNone/>
              <a:defRPr/>
            </a:pPr>
            <a:r>
              <a:rPr sz="2200" b="0" i="0" u="none"/>
              <a:t>These </a:t>
            </a:r>
            <a:r>
              <a:rPr sz="2200" b="0" i="0" u="none"/>
              <a:t>characteristics can improve software and computer systems in </a:t>
            </a:r>
            <a:r>
              <a:rPr sz="2200" b="0" i="0" u="none"/>
              <a:t>both critical </a:t>
            </a:r>
            <a:r>
              <a:rPr sz="2200" b="0" i="0" u="none"/>
              <a:t>and less critical applications</a:t>
            </a:r>
            <a:r>
              <a:rPr sz="2200"/>
              <a:t>.</a:t>
            </a:r>
            <a:endParaRPr/>
          </a:p>
          <a:p>
            <a:pPr marL="0" lvl="0" indent="0" algn="just">
              <a:lnSpc>
                <a:spcPct val="80000"/>
              </a:lnSpc>
              <a:spcBef>
                <a:spcPts val="1200"/>
              </a:spcBef>
              <a:buNone/>
              <a:defRPr/>
            </a:pPr>
            <a:r>
              <a:rPr sz="2200"/>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3531180"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017666556"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b="1" i="0" u="none"/>
              <a:t>a.	 preoccupation </a:t>
            </a:r>
            <a:r>
              <a:rPr b="1" i="0" u="none"/>
              <a:t>with </a:t>
            </a:r>
            <a:r>
              <a:rPr b="1" i="0" u="none"/>
              <a:t>failure</a:t>
            </a:r>
            <a:endParaRPr lang="en-US"/>
          </a:p>
          <a:p>
            <a:pPr marL="0" lvl="1" indent="0" algn="just">
              <a:lnSpc>
                <a:spcPct val="80000"/>
              </a:lnSpc>
              <a:spcBef>
                <a:spcPts val="1200"/>
              </a:spcBef>
              <a:spcAft>
                <a:spcPts val="200"/>
              </a:spcAft>
              <a:buNone/>
              <a:defRPr/>
            </a:pPr>
            <a:r>
              <a:rPr sz="2000" b="0" i="0" u="none"/>
              <a:t>That means always assuming something unexpected can go wrong—not just planning, designing, and programming for all problems the team can foresee, but always being aware that they might miss something. </a:t>
            </a:r>
            <a:br>
              <a:rPr sz="2000" b="0" i="0" u="none"/>
            </a:br>
            <a:endParaRPr lang="en-US" sz="2000"/>
          </a:p>
          <a:p>
            <a:pPr marL="0" lvl="1" indent="0" algn="just">
              <a:lnSpc>
                <a:spcPct val="80000"/>
              </a:lnSpc>
              <a:spcBef>
                <a:spcPts val="1200"/>
              </a:spcBef>
              <a:spcAft>
                <a:spcPts val="200"/>
              </a:spcAft>
              <a:buNone/>
              <a:defRPr/>
            </a:pPr>
            <a:r>
              <a:rPr sz="1700" b="1" i="0" u="none"/>
              <a:t>b.	</a:t>
            </a:r>
            <a:r>
              <a:rPr sz="2000" b="1" i="0" u="none"/>
              <a:t>loose structure</a:t>
            </a:r>
            <a:endParaRPr lang="en-US" sz="2000"/>
          </a:p>
          <a:p>
            <a:pPr marL="0" lvl="0" indent="0" algn="just">
              <a:lnSpc>
                <a:spcPct val="80000"/>
              </a:lnSpc>
              <a:spcBef>
                <a:spcPts val="1200"/>
              </a:spcBef>
              <a:buNone/>
              <a:defRPr/>
            </a:pPr>
            <a:r>
              <a:rPr b="0" i="0" u="none"/>
              <a:t> 	It </a:t>
            </a:r>
            <a:r>
              <a:rPr b="0" i="0" u="none"/>
              <a:t>should be easy </a:t>
            </a:r>
            <a:r>
              <a:rPr b="0" i="0" u="none"/>
              <a:t>for a </a:t>
            </a:r>
            <a:r>
              <a:rPr b="0" i="0" u="none"/>
              <a:t>designer or programmer to speak to people in other departments or higher up </a:t>
            </a:r>
            <a:r>
              <a:rPr b="0" i="0" u="none"/>
              <a:t>in the </a:t>
            </a:r>
            <a:r>
              <a:rPr b="0" i="0" u="none"/>
              <a:t>company without going through rigid channels that discourage communication</a:t>
            </a:r>
            <a:r>
              <a:rPr b="0" i="0" u="none"/>
              <a:t>. </a:t>
            </a:r>
            <a:endParaRPr/>
          </a:p>
          <a:p>
            <a:pPr marL="0" lvl="0" indent="0" algn="just">
              <a:lnSpc>
                <a:spcPct val="80000"/>
              </a:lnSpc>
              <a:spcBef>
                <a:spcPts val="1200"/>
              </a:spcBef>
              <a:buNone/>
              <a:defRPr/>
            </a:pPr>
            <a:r>
              <a:rPr b="0" i="0" u="none"/>
              <a:t>	</a:t>
            </a:r>
            <a:r>
              <a:rPr b="0" i="0" u="none"/>
              <a:t>An </a:t>
            </a:r>
            <a:r>
              <a:rPr b="0" i="0" u="none"/>
              <a:t>atmosphere of open, honest communication within the organization and </a:t>
            </a:r>
            <a:r>
              <a:rPr b="0" i="0" u="none"/>
              <a:t>between a </a:t>
            </a:r>
            <a:r>
              <a:rPr/>
              <a:t>company and client are essential for learning of problems early and reducing the </a:t>
            </a:r>
            <a:r>
              <a:rPr b="0" i="0" u="none"/>
              <a:t>effort required </a:t>
            </a:r>
            <a:r>
              <a:rPr b="0" i="0" u="none"/>
              <a:t>to handle them.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5977918"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752619588"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200" b="1" i="0" u="none"/>
              <a:t>2. Safety-Critical Application</a:t>
            </a:r>
            <a:endParaRPr/>
          </a:p>
          <a:p>
            <a:pPr marL="0" lvl="0" indent="0" algn="just">
              <a:lnSpc>
                <a:spcPct val="80000"/>
              </a:lnSpc>
              <a:spcBef>
                <a:spcPts val="1200"/>
              </a:spcBef>
              <a:buNone/>
              <a:defRPr/>
            </a:pPr>
            <a:r>
              <a:rPr sz="2200"/>
              <a:t>Safety </a:t>
            </a:r>
            <a:r>
              <a:rPr sz="2200" b="0" i="0" u="none"/>
              <a:t>specialists emphasize that developers must “design in” safety from </a:t>
            </a:r>
            <a:r>
              <a:rPr sz="2200" b="0" i="0" u="none"/>
              <a:t>the start</a:t>
            </a:r>
            <a:r>
              <a:rPr sz="2200" b="0" i="0" u="none"/>
              <a:t>. </a:t>
            </a:r>
            <a:endParaRPr lang="en-US" sz="2200"/>
          </a:p>
          <a:p>
            <a:pPr marL="0" lvl="0" indent="0" algn="just">
              <a:lnSpc>
                <a:spcPct val="80000"/>
              </a:lnSpc>
              <a:spcBef>
                <a:spcPts val="1200"/>
              </a:spcBef>
              <a:buNone/>
              <a:defRPr/>
            </a:pPr>
            <a:r>
              <a:rPr sz="2200" b="0" i="0" u="none"/>
              <a:t>There </a:t>
            </a:r>
            <a:r>
              <a:rPr sz="2200" b="0" i="0" u="none"/>
              <a:t>are techniques of hazard analysis that help system designers identify risks </a:t>
            </a:r>
            <a:r>
              <a:rPr sz="2200" b="0" i="0" u="none"/>
              <a:t>and protect </a:t>
            </a:r>
            <a:r>
              <a:rPr sz="2200" b="0" i="0" u="none"/>
              <a:t>against them</a:t>
            </a:r>
            <a:r>
              <a:rPr sz="2200" b="0" i="0" u="none"/>
              <a:t>.</a:t>
            </a:r>
            <a:endParaRPr/>
          </a:p>
          <a:p>
            <a:pPr marL="0" lvl="0" indent="0" algn="just">
              <a:lnSpc>
                <a:spcPct val="80000"/>
              </a:lnSpc>
              <a:spcBef>
                <a:spcPts val="1200"/>
              </a:spcBef>
              <a:buNone/>
              <a:defRPr/>
            </a:pPr>
            <a:r>
              <a:rPr sz="2200" b="0" i="0" u="none"/>
              <a:t> </a:t>
            </a:r>
            <a:r>
              <a:rPr sz="2200" b="0" i="0" u="none"/>
              <a:t>Software engineers who work on safety-critical applications </a:t>
            </a:r>
            <a:r>
              <a:rPr sz="2200" b="0" i="0" u="none"/>
              <a:t>should have </a:t>
            </a:r>
            <a:r>
              <a:rPr sz="2200" b="0" i="0" u="none"/>
              <a:t>special training</a:t>
            </a:r>
            <a:r>
              <a:rPr sz="2200" b="0" i="0" u="none"/>
              <a:t>.</a:t>
            </a:r>
            <a:endParaRPr/>
          </a:p>
          <a:p>
            <a:pPr marL="0" lvl="0" indent="0" algn="just">
              <a:lnSpc>
                <a:spcPct val="80000"/>
              </a:lnSpc>
              <a:spcBef>
                <a:spcPts val="1200"/>
              </a:spcBef>
              <a:buNone/>
              <a:defRPr/>
            </a:pPr>
            <a:r>
              <a:rPr sz="2200" b="0" i="0" u="none"/>
              <a:t>Software expert Nancy </a:t>
            </a:r>
            <a:r>
              <a:rPr sz="2200" b="0" i="0" u="none"/>
              <a:t>Leveson </a:t>
            </a:r>
            <a:r>
              <a:rPr sz="2200" b="0" i="0" u="none"/>
              <a:t>:</a:t>
            </a:r>
            <a:endParaRPr/>
          </a:p>
          <a:p>
            <a:pPr marL="0" lvl="0" indent="0" algn="just">
              <a:lnSpc>
                <a:spcPct val="80000"/>
              </a:lnSpc>
              <a:spcBef>
                <a:spcPts val="1200"/>
              </a:spcBef>
              <a:buNone/>
              <a:defRPr/>
            </a:pPr>
            <a:r>
              <a:rPr sz="2200" b="0" i="0" u="none"/>
              <a:t> </a:t>
            </a:r>
            <a:r>
              <a:rPr sz="2200" b="1" i="0" u="none"/>
              <a:t>“</a:t>
            </a:r>
            <a:r>
              <a:rPr sz="2200" b="1" i="0" u="none"/>
              <a:t>One lesson is </a:t>
            </a:r>
            <a:r>
              <a:rPr sz="2200" b="1" i="0" u="none"/>
              <a:t>that most </a:t>
            </a:r>
            <a:r>
              <a:rPr sz="2200" b="1" i="0" u="none"/>
              <a:t>accidents are not the result of unknown scientific principles but rather of a </a:t>
            </a:r>
            <a:r>
              <a:rPr sz="2200" b="1" i="0" u="none"/>
              <a:t>failure to </a:t>
            </a:r>
            <a:r>
              <a:rPr sz="2200" b="1" i="0" u="none"/>
              <a:t>apply well-known, standard engineering practices</a:t>
            </a:r>
            <a:r>
              <a:rPr sz="2200" b="1" i="0" u="none"/>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629877"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335214764"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spcBef>
                <a:spcPts val="1200"/>
              </a:spcBef>
              <a:buNone/>
              <a:defRPr/>
            </a:pPr>
            <a:r>
              <a:rPr sz="2400" b="1" i="0" u="none"/>
              <a:t>2. Safety-Critical Application</a:t>
            </a:r>
            <a:endParaRPr/>
          </a:p>
          <a:p>
            <a:pPr marL="0" lvl="0" indent="0">
              <a:spcBef>
                <a:spcPts val="1200"/>
              </a:spcBef>
              <a:buClr>
                <a:srgbClr val="1CADE4"/>
              </a:buClr>
              <a:buSzPct val="100000"/>
              <a:buFont typeface="Tw Cen MT"/>
              <a:buChar char=" "/>
              <a:defRPr/>
            </a:pPr>
            <a:r>
              <a:rPr b="0" i="0" u="none"/>
              <a:t>For the ethical decision </a:t>
            </a:r>
            <a:r>
              <a:rPr b="0" i="0" u="none"/>
              <a:t>maker, the </a:t>
            </a:r>
            <a:r>
              <a:rPr b="0" i="0" u="none"/>
              <a:t>policy should be to suspend or delay use of the system </a:t>
            </a:r>
            <a:r>
              <a:rPr b="0" i="0" u="none"/>
              <a:t>in </a:t>
            </a:r>
            <a:r>
              <a:rPr b="0" i="0" u="none"/>
              <a:t>the absence of a </a:t>
            </a:r>
            <a:r>
              <a:rPr b="0" i="0" u="none"/>
              <a:t>convincing case </a:t>
            </a:r>
            <a:r>
              <a:rPr b="0" i="0" u="none"/>
              <a:t>for safety, </a:t>
            </a:r>
            <a:r>
              <a:rPr b="0" i="0" u="none"/>
              <a:t>rather </a:t>
            </a:r>
            <a:r>
              <a:rPr b="0" i="0" u="none"/>
              <a:t>than to proceed in the absence of a convincing case for disaster.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7008360"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645331517"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spcBef>
                <a:spcPts val="1200"/>
              </a:spcBef>
              <a:buNone/>
              <a:defRPr/>
            </a:pPr>
            <a:r>
              <a:rPr sz="2400" b="1" i="0" u="none"/>
              <a:t>3. Specifications</a:t>
            </a:r>
            <a:endParaRPr/>
          </a:p>
          <a:p>
            <a:pPr marL="0" lvl="0" indent="0" algn="just">
              <a:spcBef>
                <a:spcPts val="1200"/>
              </a:spcBef>
              <a:buNone/>
              <a:defRPr/>
            </a:pPr>
            <a:r>
              <a:rPr/>
              <a:t>Companies that do well expend extensive effort to learn the needs of the client and to understand how the client will use the system.</a:t>
            </a:r>
            <a:endParaRPr/>
          </a:p>
          <a:p>
            <a:pPr marL="0" lvl="0" indent="0" algn="just">
              <a:spcBef>
                <a:spcPts val="1200"/>
              </a:spcBef>
              <a:buNone/>
              <a:defRPr/>
            </a:pPr>
            <a:endParaRPr lang="en-US"/>
          </a:p>
          <a:p>
            <a:pPr marL="0" lvl="0" indent="0" algn="just">
              <a:spcBef>
                <a:spcPts val="1200"/>
              </a:spcBef>
              <a:buNone/>
              <a:defRPr/>
            </a:pPr>
            <a:r>
              <a:rPr/>
              <a:t>Good software developers help clients better understand their own goals and requirements, which the clients might not be good at articulating.</a:t>
            </a:r>
            <a:endParaRPr/>
          </a:p>
          <a:p>
            <a:pPr marL="0" lvl="0" indent="0" algn="just">
              <a:spcBef>
                <a:spcPts val="1200"/>
              </a:spcBef>
              <a:buNone/>
              <a:defRPr/>
            </a:pPr>
            <a:endParaRPr lang="en-US"/>
          </a:p>
          <a:p>
            <a:pPr marL="0" lvl="0" indent="0" algn="just">
              <a:spcBef>
                <a:spcPts val="1200"/>
              </a:spcBef>
              <a:buNone/>
              <a:defRPr/>
            </a:pPr>
            <a:r>
              <a:rPr/>
              <a:t>The long planning stage allows for discovering and modifying unrealistic goals.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5288084"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894110000"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spcBef>
                <a:spcPts val="1200"/>
              </a:spcBef>
              <a:buNone/>
              <a:defRPr/>
            </a:pPr>
            <a:r>
              <a:rPr sz="2400" b="1" i="0" u="none"/>
              <a:t>3. Specifications</a:t>
            </a:r>
            <a:endParaRPr/>
          </a:p>
          <a:p>
            <a:pPr marL="0" lvl="0" indent="0" algn="just">
              <a:spcBef>
                <a:spcPts val="1200"/>
              </a:spcBef>
              <a:buNone/>
              <a:defRPr/>
            </a:pPr>
            <a:r>
              <a:rPr/>
              <a:t>One company that developed a successful financial system that processes one trillion dollars in transactions per day spent several years developing specifications for the system, then only six months programming, followed by carefully designed, extensive testing.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4710023"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890536443"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spcBef>
                <a:spcPts val="1200"/>
              </a:spcBef>
              <a:buNone/>
              <a:defRPr/>
            </a:pPr>
            <a:r>
              <a:rPr sz="2400" b="1" i="0" u="none"/>
              <a:t>4. User interfaces and human factors</a:t>
            </a:r>
            <a:endParaRPr/>
          </a:p>
          <a:p>
            <a:pPr marL="0" lvl="0" indent="0" algn="just">
              <a:spcBef>
                <a:spcPts val="1200"/>
              </a:spcBef>
              <a:buNone/>
              <a:defRPr/>
            </a:pPr>
            <a:r>
              <a:rPr sz="2400"/>
              <a:t>If you are editing a document and you try to quit without saving your changes, what happens? </a:t>
            </a:r>
            <a:endParaRPr/>
          </a:p>
          <a:p>
            <a:pPr marL="0" lvl="0" indent="0" algn="just">
              <a:spcBef>
                <a:spcPts val="1200"/>
              </a:spcBef>
              <a:buNone/>
              <a:defRPr/>
            </a:pPr>
            <a:endParaRPr lang="en-US" sz="2400"/>
          </a:p>
          <a:p>
            <a:pPr marL="0" lvl="0" indent="0" algn="just">
              <a:spcBef>
                <a:spcPts val="1200"/>
              </a:spcBef>
              <a:buNone/>
              <a:defRPr/>
            </a:pPr>
            <a:r>
              <a:rPr sz="2400"/>
              <a:t>The designers of the programs know that people forget or sometimes click or type the wrong command. This is a simple and common example of considering human factors in designing software—one that has avoided personal calamities for millions of people. </a:t>
            </a:r>
            <a:endParaRPr/>
          </a:p>
          <a:p>
            <a:pPr marL="0" lvl="0" indent="0" algn="just">
              <a:spcBef>
                <a:spcPts val="1200"/>
              </a:spcBef>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90536443">
                                            <p:txEl>
                                              <p:pRg st="132" end="38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9323999"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856649195"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spcBef>
                <a:spcPts val="1200"/>
              </a:spcBef>
              <a:buNone/>
              <a:defRPr/>
            </a:pPr>
            <a:r>
              <a:rPr sz="2400" b="1" i="0" u="none"/>
              <a:t>4. User interfaces and human factors</a:t>
            </a:r>
            <a:endParaRPr/>
          </a:p>
          <a:p>
            <a:pPr marL="0" lvl="0" indent="0" algn="just">
              <a:spcBef>
                <a:spcPts val="1200"/>
              </a:spcBef>
              <a:buNone/>
              <a:defRPr/>
            </a:pPr>
            <a:r>
              <a:rPr sz="2400"/>
              <a:t>System designers and programmers need to learn from psychologists and human-factors experts who know principles and practices for doing a good job.</a:t>
            </a:r>
            <a:r>
              <a:rPr sz="2400" b="0" i="1" u="none"/>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2900151"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332830388"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spcBef>
                <a:spcPts val="1200"/>
              </a:spcBef>
              <a:buNone/>
              <a:defRPr/>
            </a:pPr>
            <a:r>
              <a:rPr sz="2400" b="1" i="0" u="none"/>
              <a:t>4. User </a:t>
            </a:r>
            <a:r>
              <a:rPr sz="2400" b="1" i="0" u="none"/>
              <a:t>interfaces and human factors</a:t>
            </a:r>
            <a:endParaRPr/>
          </a:p>
          <a:p>
            <a:pPr marL="0" lvl="0" indent="0" algn="just">
              <a:spcBef>
                <a:spcPts val="1200"/>
              </a:spcBef>
              <a:buNone/>
              <a:defRPr/>
            </a:pPr>
            <a:r>
              <a:rPr sz="2400" b="0" i="0" u="none"/>
              <a:t>What a good interface should be like ?</a:t>
            </a:r>
            <a:endParaRPr/>
          </a:p>
          <a:p>
            <a:pPr marL="0" lvl="0" indent="0" algn="just">
              <a:spcBef>
                <a:spcPts val="1200"/>
              </a:spcBef>
              <a:buFont typeface="Tw Cen MT Condensed"/>
              <a:buAutoNum type="arabicPeriod"/>
              <a:defRPr/>
            </a:pPr>
            <a:r>
              <a:rPr b="0" i="0" u="none"/>
              <a:t>Should provide clear instructions</a:t>
            </a:r>
            <a:endParaRPr/>
          </a:p>
          <a:p>
            <a:pPr marL="0" lvl="0" indent="0" algn="just">
              <a:spcBef>
                <a:spcPts val="1200"/>
              </a:spcBef>
              <a:buFont typeface="Tw Cen MT Condensed"/>
              <a:buAutoNum type="arabicPeriod"/>
              <a:defRPr/>
            </a:pPr>
            <a:r>
              <a:rPr b="0" i="0" u="none"/>
              <a:t>Clear error messages</a:t>
            </a:r>
            <a:endParaRPr/>
          </a:p>
          <a:p>
            <a:pPr marL="0" lvl="0" indent="0" algn="just">
              <a:spcBef>
                <a:spcPts val="1200"/>
              </a:spcBef>
              <a:buFont typeface="Tw Cen MT Condensed"/>
              <a:buAutoNum type="arabicPeriod"/>
              <a:defRPr/>
            </a:pPr>
            <a:r>
              <a:rPr b="0" i="0" u="none"/>
              <a:t>They should be consistent</a:t>
            </a:r>
            <a:endParaRPr/>
          </a:p>
          <a:p>
            <a:pPr marL="0" lvl="0" indent="0" algn="just">
              <a:spcBef>
                <a:spcPts val="1200"/>
              </a:spcBef>
              <a:buFont typeface="Tw Cen MT Condensed"/>
              <a:buAutoNum type="arabicPeriod"/>
              <a:defRPr/>
            </a:pPr>
            <a:r>
              <a:rPr b="0" i="0" u="none"/>
              <a:t>They should include appropriate checking of input to reduce major system failures caused by typos or other errors a person will likely make.</a:t>
            </a:r>
            <a:endParaRPr/>
          </a:p>
          <a:p>
            <a:pPr marL="0" lvl="0" indent="0" algn="just">
              <a:spcBef>
                <a:spcPts val="1200"/>
              </a:spcBef>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1153920"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981606519"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spcBef>
                <a:spcPts val="1200"/>
              </a:spcBef>
              <a:buNone/>
              <a:defRPr/>
            </a:pPr>
            <a:r>
              <a:rPr sz="2400" b="1" i="0" u="none"/>
              <a:t>4. User interfaces and human factors</a:t>
            </a:r>
            <a:endParaRPr/>
          </a:p>
          <a:p>
            <a:pPr marL="0" lvl="0" indent="0" algn="just">
              <a:spcBef>
                <a:spcPts val="1200"/>
              </a:spcBef>
              <a:buNone/>
              <a:defRPr/>
            </a:pPr>
            <a:endParaRPr/>
          </a:p>
        </p:txBody>
      </p:sp>
      <p:pic>
        <p:nvPicPr>
          <p:cNvPr id="26826892" name="Picture 1"/>
          <p:cNvPicPr>
            <a:picLocks noChangeAspect="1" noGrp="1"/>
          </p:cNvPicPr>
          <p:nvPr/>
        </p:nvPicPr>
        <p:blipFill>
          <a:blip r:embed="rId3"/>
          <a:stretch/>
        </p:blipFill>
        <p:spPr bwMode="auto">
          <a:xfrm>
            <a:off x="0" y="2944812"/>
            <a:ext cx="9144000" cy="26177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8699715"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638158363"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nSpc>
                <a:spcPct val="80000"/>
              </a:lnSpc>
              <a:spcBef>
                <a:spcPts val="1200"/>
              </a:spcBef>
              <a:buNone/>
              <a:defRPr/>
            </a:pPr>
            <a:r>
              <a:rPr sz="2400" b="1" i="0" u="none"/>
              <a:t>5. Redundancy </a:t>
            </a:r>
            <a:r>
              <a:rPr sz="2400" b="1" i="0" u="none"/>
              <a:t>and self-checking</a:t>
            </a:r>
            <a:endParaRPr/>
          </a:p>
          <a:p>
            <a:pPr marL="0" lvl="0" indent="0" algn="just">
              <a:lnSpc>
                <a:spcPct val="80000"/>
              </a:lnSpc>
              <a:spcBef>
                <a:spcPts val="1200"/>
              </a:spcBef>
              <a:buNone/>
              <a:defRPr/>
            </a:pPr>
            <a:r>
              <a:rPr sz="2400" b="0" i="0" u="none"/>
              <a:t>Redundancy and self-checking are two techniques important in systems on which </a:t>
            </a:r>
            <a:r>
              <a:rPr sz="2400" b="0" i="0" u="none"/>
              <a:t>lives and </a:t>
            </a:r>
            <a:r>
              <a:rPr sz="2400" b="0" i="0" u="none"/>
              <a:t>fortunes depend</a:t>
            </a:r>
            <a:r>
              <a:rPr sz="2400" b="0" i="0" u="none"/>
              <a:t>.</a:t>
            </a:r>
            <a:endParaRPr/>
          </a:p>
          <a:p>
            <a:pPr marL="0" lvl="0" indent="0" algn="just">
              <a:lnSpc>
                <a:spcPct val="80000"/>
              </a:lnSpc>
              <a:spcBef>
                <a:spcPts val="1200"/>
              </a:spcBef>
              <a:buNone/>
              <a:defRPr/>
            </a:pPr>
            <a:r>
              <a:rPr sz="2400" b="0" i="0" u="none"/>
              <a:t>On </a:t>
            </a:r>
            <a:r>
              <a:rPr sz="2400" b="0" i="0" u="none"/>
              <a:t>aircraft, several computers </a:t>
            </a:r>
            <a:r>
              <a:rPr sz="2400" b="0" i="0" u="none"/>
              <a:t>can control </a:t>
            </a:r>
            <a:r>
              <a:rPr sz="2400" b="0" i="0" u="none"/>
              <a:t>an </a:t>
            </a:r>
            <a:r>
              <a:rPr sz="2400" b="0" i="0" u="none"/>
              <a:t>actuator </a:t>
            </a:r>
            <a:r>
              <a:rPr sz="2400" b="0" i="0" u="none"/>
              <a:t>on, say, a wing </a:t>
            </a:r>
            <a:r>
              <a:rPr sz="2400" b="0" i="0" u="none"/>
              <a:t>flap. If </a:t>
            </a:r>
            <a:r>
              <a:rPr sz="2400" b="0" i="0" u="none"/>
              <a:t>one computer fails, another can do the job</a:t>
            </a:r>
            <a:r>
              <a:rPr sz="2400" b="0" i="0" u="none"/>
              <a:t>.</a:t>
            </a:r>
            <a:endParaRPr/>
          </a:p>
          <a:p>
            <a:pPr marL="0" lvl="0" indent="0" algn="just">
              <a:lnSpc>
                <a:spcPct val="80000"/>
              </a:lnSpc>
              <a:spcBef>
                <a:spcPts val="1200"/>
              </a:spcBef>
              <a:buNone/>
              <a:defRPr/>
            </a:pPr>
            <a:endParaRPr lang="en-US" sz="2400"/>
          </a:p>
          <a:p>
            <a:pPr marL="0" lvl="0" indent="0" algn="just">
              <a:lnSpc>
                <a:spcPct val="80000"/>
              </a:lnSpc>
              <a:spcBef>
                <a:spcPts val="1200"/>
              </a:spcBef>
              <a:buNone/>
              <a:defRPr/>
            </a:pPr>
            <a:r>
              <a:rPr sz="2400" b="0" i="0" u="none"/>
              <a:t>Software </a:t>
            </a:r>
            <a:r>
              <a:rPr sz="2400" b="0" i="0" u="none"/>
              <a:t>modules can check their own results—either against a standard or by </a:t>
            </a:r>
            <a:r>
              <a:rPr sz="2400"/>
              <a:t>computing the same thing in two different ways and then comparing to see if the two results match.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1321460"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2133023861"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spcBef>
                <a:spcPts val="1200"/>
              </a:spcBef>
              <a:buNone/>
              <a:defRPr/>
            </a:pPr>
            <a:r>
              <a:rPr sz="2400" b="1" i="0" u="none"/>
              <a:t>6. Testing</a:t>
            </a:r>
            <a:endParaRPr/>
          </a:p>
          <a:p>
            <a:pPr marL="0" lvl="0" indent="0" algn="just">
              <a:spcBef>
                <a:spcPts val="1200"/>
              </a:spcBef>
              <a:buNone/>
              <a:defRPr/>
            </a:pPr>
            <a:r>
              <a:rPr sz="2400"/>
              <a:t>It is difficult to overemphasize the importance of adequate, well-designed testing of software.</a:t>
            </a:r>
            <a:endParaRPr/>
          </a:p>
          <a:p>
            <a:pPr marL="0" lvl="0" indent="0" algn="just">
              <a:spcBef>
                <a:spcPts val="1200"/>
              </a:spcBef>
              <a:buNone/>
              <a:defRPr/>
            </a:pPr>
            <a:r>
              <a:rPr sz="2400"/>
              <a:t>Testing is not arbitrary. There are principles and techniques for doing a good job. </a:t>
            </a:r>
            <a:endParaRPr/>
          </a:p>
          <a:p>
            <a:pPr marL="0" lvl="0" indent="0" algn="just">
              <a:spcBef>
                <a:spcPts val="1200"/>
              </a:spcBef>
              <a:buNone/>
              <a:defRPr/>
            </a:pPr>
            <a:r>
              <a:rPr sz="2400"/>
              <a:t>Many significant computer system failures in previously working systems occurred soon after installation of an update or upgrade.</a:t>
            </a:r>
            <a:endParaRPr/>
          </a:p>
          <a:p>
            <a:pPr marL="0" lvl="0" indent="0" algn="just">
              <a:spcBef>
                <a:spcPts val="1200"/>
              </a:spcBef>
              <a:buNone/>
              <a:defRPr/>
            </a:pPr>
            <a:r>
              <a:rPr sz="2400"/>
              <a:t>Even small changes need thorough testing.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9021499"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TECHNIQUES</a:t>
            </a:r>
            <a:endParaRPr/>
          </a:p>
        </p:txBody>
      </p:sp>
      <p:sp>
        <p:nvSpPr>
          <p:cNvPr id="1688828594"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400" b="1" i="0" u="none"/>
              <a:t>6.Testing</a:t>
            </a:r>
            <a:endParaRPr lang="en-US" sz="2400"/>
          </a:p>
          <a:p>
            <a:pPr marL="0" lvl="0" indent="0" algn="just">
              <a:lnSpc>
                <a:spcPct val="80000"/>
              </a:lnSpc>
              <a:spcBef>
                <a:spcPts val="1200"/>
              </a:spcBef>
              <a:buNone/>
              <a:defRPr/>
            </a:pPr>
            <a:r>
              <a:rPr sz="2400" b="0" i="0" u="none"/>
              <a:t>A </a:t>
            </a:r>
            <a:r>
              <a:rPr sz="2400" b="0" i="0" u="none"/>
              <a:t>practice called</a:t>
            </a:r>
            <a:r>
              <a:rPr sz="2400" b="1" i="0" u="none"/>
              <a:t> independent verification and validation (IV&amp;V) </a:t>
            </a:r>
            <a:r>
              <a:rPr sz="2400" b="0" i="0" u="none"/>
              <a:t>can be very </a:t>
            </a:r>
            <a:r>
              <a:rPr sz="2400" b="0" i="0" u="none"/>
              <a:t>useful in </a:t>
            </a:r>
            <a:r>
              <a:rPr sz="2400" b="0" i="0" u="none"/>
              <a:t>finding errors in software systems</a:t>
            </a:r>
            <a:r>
              <a:rPr sz="2400" b="0" i="0" u="none"/>
              <a:t>.</a:t>
            </a:r>
            <a:endParaRPr/>
          </a:p>
          <a:p>
            <a:pPr marL="0" lvl="0" indent="0" algn="just">
              <a:lnSpc>
                <a:spcPct val="80000"/>
              </a:lnSpc>
              <a:spcBef>
                <a:spcPts val="1200"/>
              </a:spcBef>
              <a:buNone/>
              <a:defRPr/>
            </a:pPr>
            <a:r>
              <a:rPr sz="2400" b="0" i="0" u="none"/>
              <a:t>IV&amp;V </a:t>
            </a:r>
            <a:r>
              <a:rPr sz="2400" b="0" i="0" u="none"/>
              <a:t>means that an independent company (</a:t>
            </a:r>
            <a:r>
              <a:rPr sz="2400" b="0" i="0" u="none"/>
              <a:t>that is</a:t>
            </a:r>
            <a:r>
              <a:rPr sz="2400" b="0" i="0" u="none"/>
              <a:t>, not the one that developed the program and not the customer) tests and validates </a:t>
            </a:r>
            <a:r>
              <a:rPr sz="2400" b="0" i="0" u="none"/>
              <a:t>the software</a:t>
            </a:r>
            <a:r>
              <a:rPr sz="2400" b="0" i="0" u="none"/>
              <a:t>. </a:t>
            </a:r>
            <a:endParaRPr lang="en-US" sz="2400"/>
          </a:p>
          <a:p>
            <a:pPr marL="0" lvl="0" indent="0" algn="just">
              <a:lnSpc>
                <a:spcPct val="80000"/>
              </a:lnSpc>
              <a:spcBef>
                <a:spcPts val="1200"/>
              </a:spcBef>
              <a:buNone/>
              <a:defRPr/>
            </a:pPr>
            <a:r>
              <a:rPr sz="2400" b="0" i="0" u="none"/>
              <a:t>Testing </a:t>
            </a:r>
            <a:r>
              <a:rPr sz="2400" b="0" i="0" u="none"/>
              <a:t>and verification by an independent organization is not practical for </a:t>
            </a:r>
            <a:r>
              <a:rPr sz="2400" b="0" i="0" u="none"/>
              <a:t>all projects</a:t>
            </a:r>
            <a:r>
              <a:rPr sz="2400" b="0" i="0" u="none"/>
              <a:t>, but many software developers have their own testing teams that are </a:t>
            </a:r>
            <a:r>
              <a:rPr sz="2400"/>
              <a:t>independent of </a:t>
            </a:r>
            <a:r>
              <a:rPr sz="2400" b="0" i="0" u="none"/>
              <a:t>the programmers who develop a system</a:t>
            </a:r>
            <a:r>
              <a:rPr sz="2400" b="0" i="0" u="none"/>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6587167"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LAW &amp; REGULATION</a:t>
            </a:r>
            <a:endParaRPr/>
          </a:p>
        </p:txBody>
      </p:sp>
      <p:sp>
        <p:nvSpPr>
          <p:cNvPr id="2088364235"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200" b="1" i="0" u="none"/>
              <a:t>Criminal and civil penalties</a:t>
            </a:r>
            <a:endParaRPr/>
          </a:p>
          <a:p>
            <a:pPr marL="0" lvl="0" indent="0" algn="just">
              <a:lnSpc>
                <a:spcPct val="80000"/>
              </a:lnSpc>
              <a:spcBef>
                <a:spcPts val="1200"/>
              </a:spcBef>
              <a:buNone/>
              <a:defRPr/>
            </a:pPr>
            <a:r>
              <a:rPr sz="2200"/>
              <a:t>Legal remedies for faulty systems include suits against the company that developed or </a:t>
            </a:r>
            <a:r>
              <a:rPr sz="2200" b="0" i="0" u="none"/>
              <a:t>sold the </a:t>
            </a:r>
            <a:r>
              <a:rPr sz="2200" b="0" i="0" u="none"/>
              <a:t>system and criminal charges when fraud or criminal negligence occurs. </a:t>
            </a:r>
            <a:endParaRPr lang="en-US" sz="2200"/>
          </a:p>
          <a:p>
            <a:pPr marL="0" lvl="0" indent="0" algn="just">
              <a:lnSpc>
                <a:spcPct val="80000"/>
              </a:lnSpc>
              <a:spcBef>
                <a:spcPts val="1200"/>
              </a:spcBef>
              <a:buNone/>
              <a:defRPr/>
            </a:pPr>
            <a:r>
              <a:rPr sz="2200" b="0" i="0" u="none"/>
              <a:t>Families of Therac-25 </a:t>
            </a:r>
            <a:r>
              <a:rPr sz="2200" b="0" i="0" u="none"/>
              <a:t>victims sued; they settled out of court</a:t>
            </a:r>
            <a:r>
              <a:rPr sz="2200" b="0" i="0" u="none"/>
              <a:t>.</a:t>
            </a:r>
            <a:endParaRPr/>
          </a:p>
          <a:p>
            <a:pPr marL="0" lvl="0" indent="0" algn="just">
              <a:lnSpc>
                <a:spcPct val="80000"/>
              </a:lnSpc>
              <a:spcBef>
                <a:spcPts val="1200"/>
              </a:spcBef>
              <a:buNone/>
              <a:defRPr/>
            </a:pPr>
            <a:r>
              <a:rPr sz="2200" b="0" i="0" u="none"/>
              <a:t>A </a:t>
            </a:r>
            <a:r>
              <a:rPr sz="2200" b="0" i="0" u="none"/>
              <a:t>bank won a large judgment </a:t>
            </a:r>
            <a:r>
              <a:rPr sz="2200" b="0" i="0" u="none"/>
              <a:t>against a </a:t>
            </a:r>
            <a:r>
              <a:rPr sz="2200" b="0" i="0" u="none"/>
              <a:t>software company for a faulty financial system that caused problems a user </a:t>
            </a:r>
            <a:r>
              <a:rPr sz="2200" b="0" i="0" u="none"/>
              <a:t>described as </a:t>
            </a:r>
            <a:r>
              <a:rPr sz="2200" b="0" i="0" u="none"/>
              <a:t>“catastrophic</a:t>
            </a:r>
            <a:r>
              <a:rPr sz="2200" b="0" i="0" u="none"/>
              <a:t>.”</a:t>
            </a:r>
            <a:endParaRPr/>
          </a:p>
          <a:p>
            <a:pPr marL="0" lvl="0" indent="0" algn="just">
              <a:lnSpc>
                <a:spcPct val="80000"/>
              </a:lnSpc>
              <a:spcBef>
                <a:spcPts val="1200"/>
              </a:spcBef>
              <a:buNone/>
              <a:defRPr/>
            </a:pPr>
            <a:r>
              <a:rPr sz="2200" b="0" i="0" u="none"/>
              <a:t>Several </a:t>
            </a:r>
            <a:r>
              <a:rPr sz="2200" b="0" i="0" u="none"/>
              <a:t>people have won large judgments against credit bureaus </a:t>
            </a:r>
            <a:r>
              <a:rPr sz="2200" b="0" i="0" u="none"/>
              <a:t>for incorrect </a:t>
            </a:r>
            <a:r>
              <a:rPr sz="2200" b="0" i="0" u="none"/>
              <a:t>data in credit reports that caused havoc in their lives.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515935"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LAW</a:t>
            </a:r>
            <a:r>
              <a:rPr sz="4000" b="1" i="0" u="none"/>
              <a:t> </a:t>
            </a:r>
            <a:r>
              <a:rPr sz="4000" b="1" i="0" u="none"/>
              <a:t>&amp; REGULATION</a:t>
            </a:r>
            <a:endParaRPr/>
          </a:p>
        </p:txBody>
      </p:sp>
      <p:sp>
        <p:nvSpPr>
          <p:cNvPr id="112231837"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200" b="1" i="0" u="none"/>
              <a:t>Regulation and safety-critical applications</a:t>
            </a:r>
            <a:endParaRPr/>
          </a:p>
          <a:p>
            <a:pPr marL="0" lvl="0" indent="0" algn="just">
              <a:lnSpc>
                <a:spcPct val="80000"/>
              </a:lnSpc>
              <a:spcBef>
                <a:spcPts val="1200"/>
              </a:spcBef>
              <a:buNone/>
              <a:defRPr/>
            </a:pPr>
            <a:r>
              <a:rPr sz="2200"/>
              <a:t>Is there legislation or regulation that can prevent life-threatening computer failures? </a:t>
            </a:r>
            <a:endParaRPr lang="en-US" sz="2200"/>
          </a:p>
          <a:p>
            <a:pPr marL="0" lvl="0" indent="0" algn="just">
              <a:lnSpc>
                <a:spcPct val="80000"/>
              </a:lnSpc>
              <a:spcBef>
                <a:spcPts val="1200"/>
              </a:spcBef>
              <a:buNone/>
              <a:defRPr/>
            </a:pPr>
            <a:r>
              <a:rPr sz="2200" b="0" i="0" u="none"/>
              <a:t>A law saying </a:t>
            </a:r>
            <a:r>
              <a:rPr sz="2200" b="0" i="0" u="none"/>
              <a:t>that a radiation machine should not overdose a patient would be silly. We </a:t>
            </a:r>
            <a:r>
              <a:rPr sz="2200" b="0" i="0" u="none"/>
              <a:t>know that </a:t>
            </a:r>
            <a:r>
              <a:rPr sz="2200" b="0" i="0" u="none"/>
              <a:t>it should not do that</a:t>
            </a:r>
            <a:r>
              <a:rPr sz="2200" b="0" i="0" u="none"/>
              <a:t>.</a:t>
            </a:r>
            <a:endParaRPr/>
          </a:p>
          <a:p>
            <a:pPr marL="0" lvl="0" indent="0" algn="just">
              <a:lnSpc>
                <a:spcPct val="80000"/>
              </a:lnSpc>
              <a:spcBef>
                <a:spcPts val="1200"/>
              </a:spcBef>
              <a:buNone/>
              <a:defRPr/>
            </a:pPr>
            <a:r>
              <a:rPr sz="2200" b="0" i="0" u="none"/>
              <a:t>We </a:t>
            </a:r>
            <a:r>
              <a:rPr sz="2200" b="0" i="0" u="none"/>
              <a:t>could ban the use of computer control for </a:t>
            </a:r>
            <a:r>
              <a:rPr sz="2200" b="0" i="0" u="none"/>
              <a:t>applications where </a:t>
            </a:r>
            <a:r>
              <a:rPr sz="2200" b="0" i="0" u="none"/>
              <a:t>an error could be fatal, but such a ban is ill advised. In many applications, </a:t>
            </a:r>
            <a:r>
              <a:rPr sz="2200" b="0" i="0" u="none"/>
              <a:t>the benefits </a:t>
            </a:r>
            <a:r>
              <a:rPr sz="2200" b="0" i="0" u="none"/>
              <a:t>of using computers are well worth the risks</a:t>
            </a:r>
            <a:r>
              <a:rPr sz="2200" b="0" i="0" u="none"/>
              <a:t>.</a:t>
            </a:r>
            <a:endParaRPr lang="en-US" sz="2200"/>
          </a:p>
          <a:p>
            <a:pPr marL="0" lvl="0" indent="0" algn="just">
              <a:lnSpc>
                <a:spcPct val="80000"/>
              </a:lnSpc>
              <a:spcBef>
                <a:spcPts val="1200"/>
              </a:spcBef>
              <a:buNone/>
              <a:defRPr/>
            </a:pPr>
            <a:r>
              <a:rPr sz="2200" b="1" i="0" u="none"/>
              <a:t>A widely accepted option is regulation, possibly including specific testing </a:t>
            </a:r>
            <a:r>
              <a:rPr sz="2200" b="1" i="0" u="none"/>
              <a:t>requirements and </a:t>
            </a:r>
            <a:r>
              <a:rPr sz="2200" b="1" i="0" u="none"/>
              <a:t>requirement for approval by a government agency before a new product </a:t>
            </a:r>
            <a:r>
              <a:rPr sz="2200" b="1" i="0" u="none"/>
              <a:t>can be </a:t>
            </a:r>
            <a:r>
              <a:rPr sz="2200" b="1" i="0" u="none"/>
              <a:t>sold.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231837">
                                            <p:txEl>
                                              <p:pRg st="133" end="25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231837">
                                            <p:txEl>
                                              <p:pRg st="253" end="45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231837">
                                            <p:txEl>
                                              <p:pRg st="453" end="62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2286672"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LICENSING</a:t>
            </a:r>
            <a:endParaRPr/>
          </a:p>
        </p:txBody>
      </p:sp>
      <p:sp>
        <p:nvSpPr>
          <p:cNvPr id="227254264"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spcBef>
                <a:spcPts val="1200"/>
              </a:spcBef>
              <a:buNone/>
              <a:defRPr/>
            </a:pPr>
            <a:r>
              <a:rPr/>
              <a:t>Another controversial approach to improving software quality is mandatory licensing of software development professionals. </a:t>
            </a:r>
            <a:endParaRPr/>
          </a:p>
          <a:p>
            <a:pPr marL="0" lvl="0" indent="0" algn="just">
              <a:spcBef>
                <a:spcPts val="1200"/>
              </a:spcBef>
              <a:buNone/>
              <a:defRPr/>
            </a:pPr>
            <a:r>
              <a:rPr/>
              <a:t>Laws require licenses for hundreds of trades and professions.</a:t>
            </a:r>
            <a:endParaRPr/>
          </a:p>
          <a:p>
            <a:pPr marL="0" lvl="0" indent="0" algn="just">
              <a:spcBef>
                <a:spcPts val="1200"/>
              </a:spcBef>
              <a:buNone/>
              <a:defRPr/>
            </a:pPr>
            <a:r>
              <a:rPr/>
              <a:t>Licensing requirements typically include specific training, the passing of competency exams, ethical requirements, and continuing education. </a:t>
            </a:r>
            <a:endParaRPr/>
          </a:p>
          <a:p>
            <a:pPr marL="0" lvl="0" indent="0" algn="just">
              <a:spcBef>
                <a:spcPts val="1200"/>
              </a:spcBef>
              <a:buNone/>
              <a:defRPr/>
            </a:pPr>
            <a:r>
              <a:rPr/>
              <a:t>The desired effect is to protect the public from poor quality and unethical behavior. The history of mandatory licensing in many fields shows that the actual goals and the effects were and are not always very noble.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4068507"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PROFESSIONAL LICENSING</a:t>
            </a:r>
            <a:endParaRPr/>
          </a:p>
        </p:txBody>
      </p:sp>
      <p:sp>
        <p:nvSpPr>
          <p:cNvPr id="527077180" name="Content Placeholder 1"/>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spcBef>
                <a:spcPts val="1200"/>
              </a:spcBef>
              <a:buNone/>
              <a:defRPr/>
            </a:pPr>
            <a:r>
              <a:rPr/>
              <a:t>Requirements for specific degrees and training programs, as opposed to learning on one’s own or on the job, tend to keep poorer people from qualifying for licenses. </a:t>
            </a:r>
            <a:endParaRPr/>
          </a:p>
          <a:p>
            <a:pPr marL="0" lvl="0" indent="0" algn="just">
              <a:spcBef>
                <a:spcPts val="1200"/>
              </a:spcBef>
              <a:buNone/>
              <a:defRPr/>
            </a:pPr>
            <a:endParaRPr lang="en-US"/>
          </a:p>
          <a:p>
            <a:pPr marL="0" lvl="0" indent="0" algn="just">
              <a:spcBef>
                <a:spcPts val="1200"/>
              </a:spcBef>
              <a:buNone/>
              <a:defRPr/>
            </a:pPr>
            <a:r>
              <a:rPr b="1" i="0" u="none"/>
              <a:t>Economic analyses have shown that the effect of licensing is to reduce the number of practitioners in the field and keep prices and income for licensees higher than they would otherwise be—in many cases, without any improvement in quality.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9935421"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TAKING RESPONSIBILITY</a:t>
            </a:r>
            <a:endParaRPr/>
          </a:p>
        </p:txBody>
      </p:sp>
      <p:sp>
        <p:nvSpPr>
          <p:cNvPr id="1916937465"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spcBef>
                <a:spcPts val="1200"/>
              </a:spcBef>
              <a:buNone/>
              <a:defRPr/>
            </a:pPr>
            <a:r>
              <a:rPr/>
              <a:t>In some cases of computer errors, businesses pay customers for problems or damages (without a lawsuit).</a:t>
            </a:r>
            <a:endParaRPr/>
          </a:p>
          <a:p>
            <a:pPr marL="0" lvl="0" indent="0" algn="just">
              <a:spcBef>
                <a:spcPts val="1200"/>
              </a:spcBef>
              <a:buNone/>
              <a:defRPr/>
            </a:pPr>
            <a:r>
              <a:rPr/>
              <a:t> When United Airlines mistakenly posted ticket prices on its website as low as about $25 for flights between the United States and Europe, it honored tickets purchased before it corrected the error. </a:t>
            </a:r>
            <a:endParaRPr/>
          </a:p>
          <a:p>
            <a:pPr marL="0" lvl="0" indent="0" algn="just">
              <a:spcBef>
                <a:spcPts val="1200"/>
              </a:spcBef>
              <a:buNone/>
              <a:defRPr/>
            </a:pPr>
            <a:r>
              <a:rPr/>
              <a:t>United, at first, charged the buyers the correct fare and probably had the legal right to do so, but the airline concluded that having angry customers would cost more than the tickets.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3759552"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TAKING RESPONSIBILITY</a:t>
            </a:r>
            <a:endParaRPr/>
          </a:p>
        </p:txBody>
      </p:sp>
      <p:sp>
        <p:nvSpPr>
          <p:cNvPr id="212083239"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Good business managers recognize the importance of customer satisfaction and the reputation of the business. Also, some businesses have an ethical policy of behaving responsibly and paying for mistakes, just as a person would pay for accidentally breaking a neighbor’s window with a misdirected softball.</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Market mechanisms besides consumer backlash encourage a quality job and provide ways to deal with the risk of failures.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9197746" name="Rectangle 2"/>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b="1" i="0" u="none"/>
              <a:t>TAKING RESPONSIBILITY</a:t>
            </a:r>
            <a:endParaRPr/>
          </a:p>
        </p:txBody>
      </p:sp>
      <p:sp>
        <p:nvSpPr>
          <p:cNvPr id="1990229317" name="Rectangle 3"/>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How can customers protect themselves from faulty software? How can a business avoid buying a seriously flawed program? </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For high-volume consumer and small-business software, one can consult the many websites that review new programs, or consult one’s social network. One can consult previous customers. Online user groups for specific software products are excellent sources of information for prospective and current customers.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90229317">
                                            <p:txEl>
                                              <p:pRg st="121" end="43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6533225" name="Title 5"/>
          <p:cNvSpPr>
            <a:spLocks noChangeShapeType="1" noGrp="1"/>
          </p:cNvSpPr>
          <p:nvPr>
            <p:ph type="title"/>
          </p:nvPr>
        </p:nvSpPr>
        <p:spPr bwMode="auto">
          <a:xfrm>
            <a:off x="838200" y="1905000"/>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b="1" i="0" u="none"/>
              <a:t>DEPENDENCE, RISK, AND PROGRESS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6533514"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DEPENDENCE</a:t>
            </a:r>
            <a:endParaRPr/>
          </a:p>
        </p:txBody>
      </p:sp>
      <p:sp>
        <p:nvSpPr>
          <p:cNvPr id="877525625"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nSpc>
                <a:spcPct val="80000"/>
              </a:lnSpc>
              <a:spcBef>
                <a:spcPts val="1200"/>
              </a:spcBef>
              <a:buNone/>
              <a:defRPr/>
            </a:pPr>
            <a:r>
              <a:rPr sz="2400" b="1" i="0" u="none"/>
              <a:t>Is dependence on the technology good or bad or neutral ? </a:t>
            </a:r>
            <a:endParaRPr/>
          </a:p>
          <a:p>
            <a:pPr marL="0" lvl="0" indent="0">
              <a:lnSpc>
                <a:spcPct val="80000"/>
              </a:lnSpc>
              <a:spcBef>
                <a:spcPts val="1200"/>
              </a:spcBef>
              <a:buNone/>
              <a:defRPr/>
            </a:pPr>
            <a:endParaRPr lang="en-US" sz="2400"/>
          </a:p>
          <a:p>
            <a:pPr marL="0" lvl="0" indent="0">
              <a:lnSpc>
                <a:spcPct val="80000"/>
              </a:lnSpc>
              <a:spcBef>
                <a:spcPts val="1200"/>
              </a:spcBef>
              <a:buNone/>
              <a:defRPr/>
            </a:pPr>
            <a:endParaRPr lang="en-US" sz="2400"/>
          </a:p>
          <a:p>
            <a:pPr marL="0" lvl="0" indent="0">
              <a:lnSpc>
                <a:spcPct val="80000"/>
              </a:lnSpc>
              <a:spcBef>
                <a:spcPts val="1200"/>
              </a:spcBef>
              <a:buNone/>
              <a:defRPr/>
            </a:pPr>
            <a:r>
              <a:rPr sz="2400" b="1" i="0" u="none"/>
              <a:t>What else dependencies we have? </a:t>
            </a:r>
            <a:endParaRPr/>
          </a:p>
          <a:p>
            <a:pPr marL="0" lvl="0" indent="0">
              <a:lnSpc>
                <a:spcPct val="80000"/>
              </a:lnSpc>
              <a:spcBef>
                <a:spcPts val="1200"/>
              </a:spcBef>
              <a:buNone/>
              <a:defRPr/>
            </a:pPr>
            <a:r>
              <a:rPr/>
              <a:t>Anesthesia , plow/plough, electricity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7525625">
                                            <p:txEl>
                                              <p:pRg st="93" end="13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3763065"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DEPENDENCE</a:t>
            </a:r>
            <a:br>
              <a:rPr sz="4000"/>
            </a:br>
            <a:endParaRPr lang="en-US" sz="4000"/>
          </a:p>
        </p:txBody>
      </p:sp>
      <p:sp>
        <p:nvSpPr>
          <p:cNvPr id="1304418854"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p>
            <a:pPr>
              <a:defRPr/>
            </a:pPr>
            <a:endParaRPr sz="1400"/>
          </a:p>
        </p:txBody>
      </p:sp>
      <p:pic>
        <p:nvPicPr>
          <p:cNvPr id="283408597" name="Picture 1"/>
          <p:cNvPicPr>
            <a:picLocks noChangeAspect="1" noGrp="1"/>
          </p:cNvPicPr>
          <p:nvPr/>
        </p:nvPicPr>
        <p:blipFill>
          <a:blip r:embed="rId3"/>
          <a:stretch/>
        </p:blipFill>
        <p:spPr bwMode="auto">
          <a:xfrm>
            <a:off x="0" y="2743200"/>
            <a:ext cx="9144000" cy="24384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1852156"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DEPENDENCE</a:t>
            </a:r>
            <a:endParaRPr/>
          </a:p>
        </p:txBody>
      </p:sp>
      <p:sp>
        <p:nvSpPr>
          <p:cNvPr id="9094703"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sz="2400">
                <a:latin typeface="AGaramond-Regular"/>
              </a:rPr>
              <a:t>M</a:t>
            </a:r>
            <a:r>
              <a:rPr sz="2400" b="0" i="0" u="none">
                <a:latin typeface="AGaramond-Regular"/>
              </a:rPr>
              <a:t>any people and businesses are not prepared to do without the computer systems and electronic devices.</a:t>
            </a:r>
            <a:endParaRPr/>
          </a:p>
          <a:p>
            <a:pPr marL="90487" lvl="0" indent="-90487">
              <a:spcBef>
                <a:spcPts val="1200"/>
              </a:spcBef>
              <a:buClr>
                <a:srgbClr val="1CADE4"/>
              </a:buClr>
              <a:buSzPct val="100000"/>
              <a:buFont typeface="Tw Cen MT"/>
              <a:buChar char=" "/>
              <a:defRPr/>
            </a:pPr>
            <a:r>
              <a:rPr b="0" i="0" u="none"/>
              <a:t>Any </a:t>
            </a:r>
            <a:r>
              <a:rPr b="0" i="0" u="none"/>
              <a:t>drivers would be lost </a:t>
            </a:r>
            <a:r>
              <a:rPr b="0" i="0" u="none"/>
              <a:t>if their </a:t>
            </a:r>
            <a:r>
              <a:rPr b="0" i="0" u="none"/>
              <a:t>navigation system </a:t>
            </a:r>
            <a:r>
              <a:rPr b="0" i="0" u="none"/>
              <a:t>failed</a:t>
            </a:r>
            <a:endParaRPr/>
          </a:p>
          <a:p>
            <a:pPr marL="90487" lvl="0" indent="-90487">
              <a:spcBef>
                <a:spcPts val="1200"/>
              </a:spcBef>
              <a:buClr>
                <a:srgbClr val="1CADE4"/>
              </a:buClr>
              <a:buSzPct val="100000"/>
              <a:buFont typeface="Tw Cen MT"/>
              <a:buChar char=" "/>
              <a:defRPr/>
            </a:pPr>
            <a:r>
              <a:rPr b="0" i="0" u="none"/>
              <a:t>A BlackBerry email blackout disrupted the work of </a:t>
            </a:r>
            <a:r>
              <a:rPr b="0" i="0" u="none"/>
              <a:t>bankers, technology </a:t>
            </a:r>
            <a:r>
              <a:rPr b="0" i="0" u="none"/>
              <a:t>workers, talent </a:t>
            </a:r>
            <a:r>
              <a:rPr b="0" i="0" u="none"/>
              <a:t>agents etc. </a:t>
            </a:r>
            <a:endParaRPr/>
          </a:p>
          <a:p>
            <a:pPr marL="90487" lvl="0" indent="-90487">
              <a:spcBef>
                <a:spcPts val="1200"/>
              </a:spcBef>
              <a:buClr>
                <a:srgbClr val="1CADE4"/>
              </a:buClr>
              <a:buSzPct val="100000"/>
              <a:buFont typeface="Tw Cen MT"/>
              <a:buChar char=" "/>
              <a:defRPr/>
            </a:pPr>
            <a:r>
              <a:rPr b="0" i="0" u="none"/>
              <a:t>Some </a:t>
            </a:r>
            <a:r>
              <a:rPr b="0" i="0" u="none"/>
              <a:t>military jets cannot fly without </a:t>
            </a:r>
            <a:r>
              <a:rPr b="0" i="0" u="none"/>
              <a:t>the assistance </a:t>
            </a:r>
            <a:r>
              <a:rPr b="0" i="0" u="none"/>
              <a:t>of </a:t>
            </a:r>
            <a:r>
              <a:rPr b="0" i="0" u="none"/>
              <a:t>computers.</a:t>
            </a:r>
            <a:endParaRPr/>
          </a:p>
          <a:p>
            <a:pPr marL="90487" lvl="0" indent="-90487">
              <a:spcBef>
                <a:spcPts val="1200"/>
              </a:spcBef>
              <a:buClr>
                <a:srgbClr val="1CADE4"/>
              </a:buClr>
              <a:buSzPct val="100000"/>
              <a:buFont typeface="Tw Cen MT"/>
              <a:buChar char=" "/>
              <a:defRPr/>
            </a:pPr>
            <a:r>
              <a:rPr b="0" i="0" u="none"/>
              <a:t>Drivers could not buy gasoline with their credit cards.</a:t>
            </a:r>
            <a:endParaRPr lang="en-US" sz="2400"/>
          </a:p>
          <a:p>
            <a:pPr marL="90487" lvl="0" indent="-90487">
              <a:lnSpc>
                <a:spcPct val="80000"/>
              </a:lnSpc>
              <a:spcBef>
                <a:spcPts val="1200"/>
              </a:spcBef>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7252665"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DEPENDENCE</a:t>
            </a:r>
            <a:endParaRPr/>
          </a:p>
        </p:txBody>
      </p:sp>
      <p:sp>
        <p:nvSpPr>
          <p:cNvPr id="800963125"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nSpc>
                <a:spcPct val="80000"/>
              </a:lnSpc>
              <a:spcBef>
                <a:spcPts val="1200"/>
              </a:spcBef>
              <a:buNone/>
              <a:defRPr/>
            </a:pPr>
            <a:r>
              <a:rPr sz="2400" b="1" i="0" u="none"/>
              <a:t>Are We Too Dependent on Computers?</a:t>
            </a:r>
            <a:endParaRPr/>
          </a:p>
          <a:p>
            <a:pPr marL="265112" lvl="1" indent="-136525">
              <a:lnSpc>
                <a:spcPct val="80000"/>
              </a:lnSpc>
              <a:spcBef>
                <a:spcPts val="200"/>
              </a:spcBef>
              <a:buClr>
                <a:srgbClr val="1CADE4"/>
              </a:buClr>
              <a:buSzPct val="100000"/>
              <a:buFont typeface="Wingdings 3"/>
              <a:buChar char=""/>
              <a:defRPr/>
            </a:pPr>
            <a:r>
              <a:rPr sz="2000"/>
              <a:t>Computers are tools</a:t>
            </a:r>
            <a:endParaRPr/>
          </a:p>
          <a:p>
            <a:pPr marL="265112" lvl="1" indent="-136525">
              <a:lnSpc>
                <a:spcPct val="80000"/>
              </a:lnSpc>
              <a:spcBef>
                <a:spcPts val="200"/>
              </a:spcBef>
              <a:buClr>
                <a:srgbClr val="1CADE4"/>
              </a:buClr>
              <a:buSzPct val="100000"/>
              <a:buFont typeface="Wingdings 3"/>
              <a:buChar char=""/>
              <a:defRPr/>
            </a:pPr>
            <a:r>
              <a:rPr sz="2000"/>
              <a:t>They are not the only dependence</a:t>
            </a:r>
            <a:endParaRPr/>
          </a:p>
          <a:p>
            <a:pPr marL="0" lvl="0" indent="0" algn="just">
              <a:spcBef>
                <a:spcPts val="1200"/>
              </a:spcBef>
              <a:buNone/>
              <a:defRPr/>
            </a:pPr>
            <a:r>
              <a:rPr/>
              <a:t>Computers, smartphones, and plows are tools. We use tools because we are better off with them than without them. </a:t>
            </a:r>
            <a:endParaRPr/>
          </a:p>
          <a:p>
            <a:pPr marL="0" lvl="0" indent="0" algn="just">
              <a:spcBef>
                <a:spcPts val="1200"/>
              </a:spcBef>
              <a:buNone/>
              <a:defRPr/>
            </a:pPr>
            <a:r>
              <a:rPr/>
              <a:t>They reduce the need for hard physical labor and tedious routine mental labor. </a:t>
            </a:r>
            <a:endParaRPr/>
          </a:p>
          <a:p>
            <a:pPr marL="0" lvl="0" indent="0" algn="just">
              <a:spcBef>
                <a:spcPts val="1200"/>
              </a:spcBef>
              <a:buNone/>
              <a:defRPr/>
            </a:pPr>
            <a:r>
              <a:rPr/>
              <a:t>They help us be more productive, or safer, or more comfortable. When we have a good tool, we can forget (or no longer even learn) the older method of performing a task.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1120033"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DEPENDENCE </a:t>
            </a:r>
            <a:endParaRPr/>
          </a:p>
        </p:txBody>
      </p:sp>
      <p:sp>
        <p:nvSpPr>
          <p:cNvPr id="2118107639" name="Content Placeholder 2"/>
          <p:cNvSpPr>
            <a:spLocks noChangeShapeType="1" noGrp="1"/>
          </p:cNvSpPr>
          <p:nvPr>
            <p:ph type="obj"/>
          </p:nvPr>
        </p:nvSpPr>
        <p:spPr bwMode="auto">
          <a:xfrm>
            <a:off x="801687"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If the tool breaks </a:t>
            </a:r>
            <a:r>
              <a:rPr b="0" i="0" u="none"/>
              <a:t>down ?? </a:t>
            </a:r>
            <a:endParaRPr/>
          </a:p>
          <a:p>
            <a:pPr marL="90487" lvl="0" indent="-90487">
              <a:spcBef>
                <a:spcPts val="1200"/>
              </a:spcBef>
              <a:buNone/>
              <a:defRPr/>
            </a:pPr>
            <a:r>
              <a:rPr b="0" i="0" u="none"/>
              <a:t>we </a:t>
            </a:r>
            <a:r>
              <a:rPr b="0" i="0" u="none"/>
              <a:t>are stuck. We cannot perform the task until someone fixes it. That can mean that no telephone calls get through for several hours. It might mean the loss of a large amount of money, and it can mean danger or death for some people</a:t>
            </a:r>
            <a:r>
              <a:rPr b="0" i="0" u="none"/>
              <a:t>.</a:t>
            </a:r>
            <a:endParaRPr/>
          </a:p>
          <a:p>
            <a:pPr marL="90487" lvl="0" indent="-90487">
              <a:spcBef>
                <a:spcPts val="1200"/>
              </a:spcBef>
              <a:buNone/>
              <a:defRPr/>
            </a:pPr>
            <a:r>
              <a:rPr b="0" i="0" u="none"/>
              <a:t>But </a:t>
            </a:r>
            <a:r>
              <a:rPr b="0" i="0" u="none"/>
              <a:t>the negative effects of a breakdown do not condemn the tool</a:t>
            </a:r>
            <a:r>
              <a:rPr b="0" i="0" u="none"/>
              <a:t>.</a:t>
            </a:r>
            <a:endParaRPr/>
          </a:p>
          <a:p>
            <a:pPr marL="90487" lvl="0" indent="-90487">
              <a:spcBef>
                <a:spcPts val="1200"/>
              </a:spcBef>
              <a:buNone/>
              <a:defRPr/>
            </a:pPr>
            <a:r>
              <a:rPr b="0" i="0" u="none"/>
              <a:t>The breakdown can remind </a:t>
            </a:r>
            <a:r>
              <a:rPr b="0" i="0" u="none"/>
              <a:t>us… ?</a:t>
            </a:r>
            <a:endParaRPr lang="en-US"/>
          </a:p>
          <a:p>
            <a:pPr marL="90487" lvl="0" indent="-90487">
              <a:spcBef>
                <a:spcPts val="1200"/>
              </a:spcBef>
              <a:buClr>
                <a:srgbClr val="1CADE4"/>
              </a:buClr>
              <a:buSzPct val="100000"/>
              <a:buFont typeface="Tw Cen MT"/>
              <a:buChar char=" "/>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18107639">
                                            <p:txEl>
                                              <p:pRg st="28" end="26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18107639">
                                            <p:txEl>
                                              <p:pRg st="262" end="32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18107639">
                                            <p:txEl>
                                              <p:pRg st="327" end="35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8802812"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 AND </a:t>
            </a:r>
            <a:r>
              <a:rPr b="0" i="0" u="none"/>
              <a:t>PROGRESS</a:t>
            </a:r>
            <a:endParaRPr/>
          </a:p>
        </p:txBody>
      </p:sp>
      <p:pic>
        <p:nvPicPr>
          <p:cNvPr id="370615223" name="Content Placeholder 3"/>
          <p:cNvPicPr>
            <a:picLocks noChangeAspect="1" noGrp="1"/>
          </p:cNvPicPr>
          <p:nvPr>
            <p:ph type="obj"/>
          </p:nvPr>
        </p:nvPicPr>
        <p:blipFill>
          <a:blip r:embed="rId3"/>
          <a:srcRect l="0" t="0" r="0" b="0"/>
          <a:stretch/>
        </p:blipFill>
        <p:spPr bwMode="auto">
          <a:xfrm>
            <a:off x="57150" y="2362199"/>
            <a:ext cx="9010650" cy="22098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2522854"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 AND </a:t>
            </a:r>
            <a:r>
              <a:rPr b="0" i="0" u="none"/>
              <a:t>PROGRESS</a:t>
            </a:r>
            <a:endParaRPr/>
          </a:p>
        </p:txBody>
      </p:sp>
      <p:sp>
        <p:nvSpPr>
          <p:cNvPr id="1028263779"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As the tools and technologies we use become more complex and more interconnected, the amount of damage that results from an individual disruption or failure increases, and we sometimes pay the costs in dramatic and tragic events.</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Example: car, jet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9040199"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 AND </a:t>
            </a:r>
            <a:r>
              <a:rPr b="0" i="0" u="none"/>
              <a:t>PROGRESS</a:t>
            </a:r>
            <a:endParaRPr/>
          </a:p>
        </p:txBody>
      </p:sp>
      <p:sp>
        <p:nvSpPr>
          <p:cNvPr id="1042574729"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Most new technologies were not very safe when first developed.</a:t>
            </a:r>
            <a:endParaRPr/>
          </a:p>
          <a:p>
            <a:pPr marL="90487" lvl="0" indent="-90487">
              <a:spcBef>
                <a:spcPts val="1200"/>
              </a:spcBef>
              <a:buClr>
                <a:srgbClr val="1CADE4"/>
              </a:buClr>
              <a:buSzPct val="100000"/>
              <a:buFont typeface="Tw Cen MT"/>
              <a:buChar char=" "/>
              <a:defRPr/>
            </a:pPr>
            <a:r>
              <a:rPr/>
              <a:t>Airplane, polio vaccine, design the front of an automobile, </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Secondly a significant factor is increased education about responsible use. </a:t>
            </a:r>
            <a:endParaRPr/>
          </a:p>
          <a:p>
            <a:pPr marL="90487" lvl="0" indent="-90487">
              <a:spcBef>
                <a:spcPts val="1200"/>
              </a:spcBef>
              <a:buClr>
                <a:srgbClr val="1CADE4"/>
              </a:buClr>
              <a:buSzPct val="100000"/>
              <a:buFont typeface="Tw Cen MT"/>
              <a:buChar char=" "/>
              <a:defRPr/>
            </a:pPr>
            <a:r>
              <a:rPr/>
              <a:t>the campaign against drunk driving, seatbelt etc.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203147" name="Rectangle 4"/>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RISK AND </a:t>
            </a:r>
            <a:r>
              <a:rPr sz="4000" b="0" i="0" u="none"/>
              <a:t>PROGRESS</a:t>
            </a:r>
            <a:endParaRPr/>
          </a:p>
        </p:txBody>
      </p:sp>
      <p:sp>
        <p:nvSpPr>
          <p:cNvPr id="1736752111" name="Rectangle 5"/>
          <p:cNvSpPr>
            <a:spLocks noChangeShapeType="1" noGrp="1"/>
          </p:cNvSpPr>
          <p:nvPr>
            <p:ph type="body"/>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lnSpc>
                <a:spcPct val="80000"/>
              </a:lnSpc>
              <a:spcBef>
                <a:spcPts val="1200"/>
              </a:spcBef>
              <a:buNone/>
              <a:defRPr/>
            </a:pPr>
            <a:r>
              <a:rPr sz="2400"/>
              <a:t>There </a:t>
            </a:r>
            <a:r>
              <a:rPr sz="2400" b="0" i="0" u="none"/>
              <a:t>are some important differences between computers and other technologies</a:t>
            </a:r>
            <a:r>
              <a:rPr sz="2400" b="0" i="0" u="none"/>
              <a:t>. </a:t>
            </a:r>
            <a:endParaRPr/>
          </a:p>
          <a:p>
            <a:pPr marL="0" lvl="0" indent="0" algn="just">
              <a:lnSpc>
                <a:spcPct val="80000"/>
              </a:lnSpc>
              <a:spcBef>
                <a:spcPts val="1200"/>
              </a:spcBef>
              <a:buNone/>
              <a:defRPr/>
            </a:pPr>
            <a:r>
              <a:rPr sz="2400" b="0" i="0" u="none"/>
              <a:t>Computers </a:t>
            </a:r>
            <a:r>
              <a:rPr sz="2400" b="0" i="0" u="none"/>
              <a:t>make decisions; electricity does not</a:t>
            </a:r>
            <a:r>
              <a:rPr sz="2400" b="0" i="0" u="none"/>
              <a:t>.</a:t>
            </a:r>
            <a:endParaRPr/>
          </a:p>
          <a:p>
            <a:pPr marL="0" lvl="0" indent="0" algn="just">
              <a:lnSpc>
                <a:spcPct val="80000"/>
              </a:lnSpc>
              <a:spcBef>
                <a:spcPts val="1200"/>
              </a:spcBef>
              <a:buNone/>
              <a:defRPr/>
            </a:pPr>
            <a:r>
              <a:rPr sz="2400" b="0" i="0" u="none"/>
              <a:t>The </a:t>
            </a:r>
            <a:r>
              <a:rPr sz="2400" b="0" i="0" u="none"/>
              <a:t>power and flexibility of </a:t>
            </a:r>
            <a:r>
              <a:rPr sz="2400" b="0" i="0" u="none"/>
              <a:t>computers encourages </a:t>
            </a:r>
            <a:r>
              <a:rPr sz="2400" b="0" i="0" u="none"/>
              <a:t>us to build more complex systems—where failures have more serious consequences</a:t>
            </a:r>
            <a:r>
              <a:rPr sz="2400" b="0" i="0" u="none"/>
              <a:t>.</a:t>
            </a:r>
            <a:endParaRPr/>
          </a:p>
          <a:p>
            <a:pPr marL="0" lvl="0" indent="0" algn="just">
              <a:lnSpc>
                <a:spcPct val="80000"/>
              </a:lnSpc>
              <a:spcBef>
                <a:spcPts val="1200"/>
              </a:spcBef>
              <a:buNone/>
              <a:defRPr/>
            </a:pPr>
            <a:r>
              <a:rPr sz="2400" b="0" i="0" u="none"/>
              <a:t>The </a:t>
            </a:r>
            <a:r>
              <a:rPr sz="2400" b="0" i="0" u="none"/>
              <a:t>pace of change in computer technology is much faster than that in </a:t>
            </a:r>
            <a:r>
              <a:rPr sz="2400" b="0" i="0" u="none"/>
              <a:t>other technologies</a:t>
            </a:r>
            <a:r>
              <a:rPr sz="2400" b="0" i="0" u="none"/>
              <a:t>. Software is not built from standard, trusted parts as is the case in </a:t>
            </a:r>
            <a:r>
              <a:rPr sz="2400" b="0" i="0" u="none"/>
              <a:t>many engineering </a:t>
            </a:r>
            <a:r>
              <a:rPr sz="2400" b="0" i="0" u="none"/>
              <a:t>fields. These differences affect the kind and scope of the risks we face. </a:t>
            </a:r>
            <a:endParaRPr lang="en-US" sz="2400"/>
          </a:p>
          <a:p>
            <a:pPr marL="0" lvl="0" indent="0" algn="just">
              <a:lnSpc>
                <a:spcPct val="80000"/>
              </a:lnSpc>
              <a:spcBef>
                <a:spcPts val="1200"/>
              </a:spcBef>
              <a:buNone/>
              <a:defRPr/>
            </a:pPr>
            <a:endParaRPr/>
          </a:p>
          <a:p>
            <a:pPr marL="265112" lvl="1" indent="-136525" algn="just">
              <a:lnSpc>
                <a:spcPct val="70000"/>
              </a:lnSpc>
              <a:spcBef>
                <a:spcPts val="200"/>
              </a:spcBef>
              <a:buClr>
                <a:srgbClr val="1CADE4"/>
              </a:buClr>
              <a:buSzPct val="100000"/>
              <a:buFont typeface="Wingdings 3"/>
              <a:buChar cha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4989501" name="Rectangle 2"/>
          <p:cNvSpPr>
            <a:spLocks noChangeShapeType="1" noGrp="1"/>
          </p:cNvSpPr>
          <p:nvPr>
            <p:ph type="body"/>
          </p:nvPr>
        </p:nvSpPr>
        <p:spPr bwMode="auto">
          <a:xfrm>
            <a:off x="768350" y="2084387"/>
            <a:ext cx="7772400" cy="4114800"/>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0" lvl="0" indent="0" algn="just">
              <a:spcBef>
                <a:spcPts val="1200"/>
              </a:spcBef>
              <a:buNone/>
              <a:defRPr/>
            </a:pPr>
            <a:r>
              <a:rPr/>
              <a:t>Computer system developers and other professionals responsible for planning and choosing systems must assess risks carefully and honestly, include safety protections, and make appropriate plans for shutdown of a system when it fails, for backup systems where appropriate, and for recovery.</a:t>
            </a:r>
            <a:endParaRPr/>
          </a:p>
          <a:p>
            <a:pPr marL="0" lvl="0" indent="0">
              <a:spcBef>
                <a:spcPts val="1200"/>
              </a:spcBef>
              <a:buClr>
                <a:srgbClr val="1CADE4"/>
              </a:buClr>
              <a:buSzPct val="100000"/>
              <a:buFont typeface="Tw Cen MT"/>
              <a:buChar char=" "/>
              <a:defRPr/>
            </a:pPr>
            <a:r>
              <a:rPr b="0" i="0" u="none"/>
              <a:t>Knowing that one will be liable for the damages one causes is strong incentive to </a:t>
            </a:r>
            <a:r>
              <a:rPr b="0" i="0" u="none"/>
              <a:t>find improvements </a:t>
            </a:r>
            <a:r>
              <a:rPr b="0" i="0" u="none"/>
              <a:t>and increase safety</a:t>
            </a:r>
            <a:r>
              <a:rPr b="0" i="0" u="none"/>
              <a:t>.</a:t>
            </a:r>
            <a:endParaRPr/>
          </a:p>
          <a:p>
            <a:pPr marL="0" lvl="0" indent="0">
              <a:spcBef>
                <a:spcPts val="1200"/>
              </a:spcBef>
              <a:buClr>
                <a:srgbClr val="1CADE4"/>
              </a:buClr>
              <a:buSzPct val="100000"/>
              <a:buFont typeface="Tw Cen MT"/>
              <a:buChar char=" "/>
              <a:defRPr/>
            </a:pPr>
            <a:endParaRPr lang="en-US" sz="2400"/>
          </a:p>
          <a:p>
            <a:pPr marL="0" lvl="0" indent="0">
              <a:spcBef>
                <a:spcPts val="1200"/>
              </a:spcBef>
              <a:buClr>
                <a:srgbClr val="1CADE4"/>
              </a:buClr>
              <a:buSzPct val="100000"/>
              <a:buFont typeface="Tw Cen MT"/>
              <a:buChar char=" "/>
              <a:defRPr/>
            </a:pPr>
            <a:r>
              <a:rPr b="0" i="0" u="none"/>
              <a:t>When evaluating a specific instance of a failure, </a:t>
            </a:r>
            <a:r>
              <a:rPr b="0" i="0" u="none"/>
              <a:t>we can </a:t>
            </a:r>
            <a:r>
              <a:rPr b="0" i="0" u="none"/>
              <a:t>look for those responsible and try to ensure that they bear the costs of the </a:t>
            </a:r>
            <a:r>
              <a:rPr b="0" i="0" u="none"/>
              <a:t>damage they </a:t>
            </a:r>
            <a:r>
              <a:rPr b="0" i="0" u="none"/>
              <a:t>caused.</a:t>
            </a:r>
            <a:endParaRPr/>
          </a:p>
        </p:txBody>
      </p:sp>
      <p:sp>
        <p:nvSpPr>
          <p:cNvPr id="63206027" name="Rectangle 3"/>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sz="4000"/>
              <a:t>RISK </a:t>
            </a:r>
            <a:r>
              <a:rPr sz="4000" b="0" i="0" u="none"/>
              <a:t>AND PROGRESS </a:t>
            </a:r>
            <a:br>
              <a:rPr sz="4000" b="0" i="0" u="none"/>
            </a:br>
            <a:endParaRPr lang="en-US" sz="4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7376085"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a:t>
            </a:r>
            <a:endParaRPr/>
          </a:p>
        </p:txBody>
      </p:sp>
      <p:sp>
        <p:nvSpPr>
          <p:cNvPr id="1169973449"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A project manager has to deal with risks arising from three possible cases:</a:t>
            </a:r>
            <a:endParaRPr/>
          </a:p>
          <a:p>
            <a:pPr marL="90487" lvl="0" indent="-90487">
              <a:spcBef>
                <a:spcPts val="1200"/>
              </a:spcBef>
              <a:buFont typeface="Tw Cen MT Condensed"/>
              <a:buAutoNum type="arabicPeriod"/>
              <a:defRPr/>
            </a:pPr>
            <a:r>
              <a:rPr b="0" i="0" u="none"/>
              <a:t>Known knowns </a:t>
            </a:r>
            <a:endParaRPr lang="en-US"/>
          </a:p>
          <a:p>
            <a:pPr marL="90487" lvl="0" indent="-90487">
              <a:spcBef>
                <a:spcPts val="1200"/>
              </a:spcBef>
              <a:buFont typeface="Tw Cen MT Condensed"/>
              <a:buAutoNum type="arabicPeriod"/>
              <a:defRPr/>
            </a:pPr>
            <a:r>
              <a:rPr b="0" i="0" u="none"/>
              <a:t>Known </a:t>
            </a:r>
            <a:r>
              <a:rPr b="0" i="0" u="none"/>
              <a:t>unknowns </a:t>
            </a:r>
            <a:endParaRPr lang="en-US"/>
          </a:p>
          <a:p>
            <a:pPr marL="90487" lvl="0" indent="-90487">
              <a:spcBef>
                <a:spcPts val="1200"/>
              </a:spcBef>
              <a:buFont typeface="Tw Cen MT Condensed"/>
              <a:buAutoNum type="arabicPeriod"/>
              <a:defRPr/>
            </a:pPr>
            <a:r>
              <a:rPr b="0" i="0" u="none"/>
              <a:t>Unknown </a:t>
            </a:r>
            <a:r>
              <a:rPr b="0" i="0" u="none"/>
              <a:t>Unknowns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5614892"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a:t>
            </a:r>
            <a:endParaRPr/>
          </a:p>
        </p:txBody>
      </p:sp>
      <p:sp>
        <p:nvSpPr>
          <p:cNvPr id="986768399"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b="0" i="0" u="sng"/>
              <a:t>Known knowns</a:t>
            </a:r>
            <a:r>
              <a:rPr/>
              <a:t> are software risks that are actually facts known to the team as well as to the entire project. </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For example not having enough number of developers can delay the project delivery.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3820555"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a:t>
            </a:r>
            <a:endParaRPr/>
          </a:p>
        </p:txBody>
      </p:sp>
      <p:sp>
        <p:nvSpPr>
          <p:cNvPr id="1514099990"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b="0" i="0" u="sng"/>
              <a:t>Known unknowns</a:t>
            </a:r>
            <a:r>
              <a:rPr/>
              <a:t> are risks that the project team is aware of but it is unknown that such risk exists in the project or not. </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For example if the communication with the client is not of good level then it is not possible to capture the requirement properly. This is a fact known to the project team however whether the client has communicated all the information properly or not is unknown to the project.</a:t>
            </a:r>
            <a:endParaRPr/>
          </a:p>
          <a:p>
            <a:pPr marL="90487" lvl="0" indent="-90487">
              <a:spcBef>
                <a:spcPts val="1200"/>
              </a:spcBef>
              <a:buClr>
                <a:srgbClr val="1CADE4"/>
              </a:buClr>
              <a:buSzPct val="100000"/>
              <a:buFont typeface="Tw Cen MT"/>
              <a:buChar char=" "/>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8921234"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a:t>
            </a:r>
            <a:endParaRPr/>
          </a:p>
        </p:txBody>
      </p:sp>
      <p:sp>
        <p:nvSpPr>
          <p:cNvPr id="1162842888"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b="0" i="0" u="sng"/>
              <a:t>Unknown Unknowns</a:t>
            </a:r>
            <a:r>
              <a:rPr/>
              <a:t> are those kind of risks about which the organization has no idea. Such risks are generally related to technology such as working with technologies or tools that you have no idea about because your client wants you to work that way suddenly exposes you to absolutely unknown unknown risks.</a:t>
            </a:r>
            <a:endParaRPr/>
          </a:p>
          <a:p>
            <a:pPr marL="90487" lvl="0" indent="-90487">
              <a:spcBef>
                <a:spcPts val="1200"/>
              </a:spcBef>
              <a:buClr>
                <a:srgbClr val="1CADE4"/>
              </a:buClr>
              <a:buSzPct val="100000"/>
              <a:buFont typeface="Tw Cen MT"/>
              <a:buChar char=" "/>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1098692" name="Title 1"/>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r>
              <a:rPr/>
              <a:t>RISK- STRATEGIES</a:t>
            </a:r>
            <a:endParaRPr/>
          </a:p>
        </p:txBody>
      </p:sp>
      <p:sp>
        <p:nvSpPr>
          <p:cNvPr id="1578769925" name="Content Placeholder 2"/>
          <p:cNvSpPr>
            <a:spLocks noChangeShapeType="1" noGrp="1"/>
          </p:cNvSpPr>
          <p:nvPr>
            <p:ph type="obj"/>
          </p:nvPr>
        </p:nvSpPr>
        <p:spPr bwMode="auto">
          <a:xfrm>
            <a:off x="768350" y="2286000"/>
            <a:ext cx="7289800" cy="4022725"/>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Each type of strategy has particular activities and behaviors that are useful in different situations. </a:t>
            </a:r>
            <a:endParaRPr/>
          </a:p>
          <a:p>
            <a:pPr marL="90487" lvl="0" indent="-90487">
              <a:spcBef>
                <a:spcPts val="1200"/>
              </a:spcBef>
              <a:buClr>
                <a:srgbClr val="1CADE4"/>
              </a:buClr>
              <a:buSzPct val="100000"/>
              <a:buFont typeface="Tw Cen MT"/>
              <a:buChar char=" "/>
              <a:defRPr/>
            </a:pPr>
            <a:endParaRPr lang="en-US"/>
          </a:p>
          <a:p>
            <a:pPr marL="90487" lvl="0" indent="-90487">
              <a:spcBef>
                <a:spcPts val="1200"/>
              </a:spcBef>
              <a:buClr>
                <a:srgbClr val="1CADE4"/>
              </a:buClr>
              <a:buSzPct val="100000"/>
              <a:buFont typeface="Tw Cen MT"/>
              <a:buChar char=" "/>
              <a:defRPr/>
            </a:pPr>
            <a:r>
              <a:rPr/>
              <a:t>Reactive: mitigate severity of safety events and threats</a:t>
            </a:r>
            <a:endParaRPr/>
          </a:p>
          <a:p>
            <a:pPr marL="90487" lvl="0" indent="-90487">
              <a:spcBef>
                <a:spcPts val="1200"/>
              </a:spcBef>
              <a:buClr>
                <a:srgbClr val="1CADE4"/>
              </a:buClr>
              <a:buSzPct val="100000"/>
              <a:buFont typeface="Tw Cen MT"/>
              <a:buChar char=" "/>
              <a:defRPr/>
            </a:pPr>
            <a:r>
              <a:rPr/>
              <a:t>Proactive: identify safety concerns before safety events happen</a:t>
            </a:r>
            <a:endParaRPr/>
          </a:p>
          <a:p>
            <a:pPr marL="90487" lvl="0" indent="-90487">
              <a:spcBef>
                <a:spcPts val="1200"/>
              </a:spcBef>
              <a:buClr>
                <a:srgbClr val="1CADE4"/>
              </a:buClr>
              <a:buSzPct val="100000"/>
              <a:buFont typeface="Tw Cen MT"/>
              <a:buChar char=" "/>
              <a:defRPr/>
            </a:pPr>
            <a:r>
              <a:rPr/>
              <a:t>Predictive: anticipate future exposure based on past performance data.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8679643" name="Rectangle 3"/>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br>
              <a:rPr lang="en-US" sz="4000"/>
            </a:br>
            <a:r>
              <a:rPr lang="en-US" sz="4000"/>
              <a:t>DISCUSSION QUESTIONS</a:t>
            </a:r>
            <a:endParaRPr/>
          </a:p>
        </p:txBody>
      </p:sp>
      <p:sp>
        <p:nvSpPr>
          <p:cNvPr id="1963628303" name="Rectangle 2"/>
          <p:cNvSpPr>
            <a:spLocks noChangeShapeType="1" noGrp="1"/>
          </p:cNvSpPr>
          <p:nvPr>
            <p:ph type="obj"/>
          </p:nvPr>
        </p:nvSpPr>
        <p:spPr bwMode="auto">
          <a:xfrm>
            <a:off x="685800" y="2209800"/>
            <a:ext cx="7772400" cy="4114800"/>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lang="en-US" sz="2800"/>
              <a:t>Do you believe we are too dependent on computers?  Why or why not?</a:t>
            </a:r>
            <a:endParaRPr/>
          </a:p>
          <a:p>
            <a:pPr marL="90487" lvl="0" indent="-90487">
              <a:spcBef>
                <a:spcPts val="1200"/>
              </a:spcBef>
              <a:buClr>
                <a:srgbClr val="1CADE4"/>
              </a:buClr>
              <a:buSzPct val="100000"/>
              <a:buFont typeface="Tw Cen MT"/>
              <a:buChar char=" "/>
              <a:defRPr/>
            </a:pPr>
            <a:r>
              <a:rPr lang="en-US" sz="2800"/>
              <a:t>In what ways are we safer due to new technologies?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0370109" name="Rectangle 3"/>
          <p:cNvSpPr>
            <a:spLocks noChangeShapeType="1" noGrp="1"/>
          </p:cNvSpPr>
          <p:nvPr>
            <p:ph type="title"/>
          </p:nvPr>
        </p:nvSpPr>
        <p:spPr bwMode="auto">
          <a:xfrm>
            <a:off x="768350" y="585787"/>
            <a:ext cx="7289800" cy="1498600"/>
          </a:xfrm>
          <a:prstGeom prst="rect">
            <a:avLst/>
          </a:prstGeom>
        </p:spPr>
        <p:txBody>
          <a:bodyPr lIns="91440" tIns="45720" rIns="91440" bIns="45720" anchor="ctr" anchorCtr="0"/>
          <a:lstStyle>
            <a:lvl1pPr marL="0" indent="0" algn="l" defTabSz="914400" rtl="0">
              <a:lnSpc>
                <a:spcPct val="80000"/>
              </a:lnSpc>
              <a:spcBef>
                <a:spcPts val="0"/>
              </a:spcBef>
              <a:spcAft>
                <a:spcPts val="0"/>
              </a:spcAft>
              <a:buNone/>
              <a:defRPr sz="4400" b="0" i="0">
                <a:solidFill>
                  <a:srgbClr val="0D0D0D"/>
                </a:solidFill>
                <a:latin typeface="Tw Cen MT Condensed"/>
              </a:defRPr>
            </a:lvl1pPr>
            <a:lvl2pPr marL="0" indent="0" algn="l" defTabSz="914400" rtl="0">
              <a:lnSpc>
                <a:spcPct val="80000"/>
              </a:lnSpc>
              <a:spcBef>
                <a:spcPts val="0"/>
              </a:spcBef>
              <a:spcAft>
                <a:spcPts val="0"/>
              </a:spcAft>
              <a:buNone/>
              <a:defRPr sz="4400" b="0" i="0">
                <a:solidFill>
                  <a:srgbClr val="0D0D0D"/>
                </a:solidFill>
                <a:latin typeface="Tw Cen MT Condensed"/>
              </a:defRPr>
            </a:lvl2pPr>
            <a:lvl3pPr marL="0" indent="0" algn="l" defTabSz="914400" rtl="0">
              <a:lnSpc>
                <a:spcPct val="80000"/>
              </a:lnSpc>
              <a:spcBef>
                <a:spcPts val="0"/>
              </a:spcBef>
              <a:spcAft>
                <a:spcPts val="0"/>
              </a:spcAft>
              <a:buNone/>
              <a:defRPr sz="4400" b="0" i="0">
                <a:solidFill>
                  <a:srgbClr val="0D0D0D"/>
                </a:solidFill>
                <a:latin typeface="Tw Cen MT Condensed"/>
              </a:defRPr>
            </a:lvl3pPr>
            <a:lvl4pPr marL="0" indent="0" algn="l" defTabSz="914400" rtl="0">
              <a:lnSpc>
                <a:spcPct val="80000"/>
              </a:lnSpc>
              <a:spcBef>
                <a:spcPts val="0"/>
              </a:spcBef>
              <a:spcAft>
                <a:spcPts val="0"/>
              </a:spcAft>
              <a:buNone/>
              <a:defRPr sz="4400" b="0" i="0">
                <a:solidFill>
                  <a:srgbClr val="0D0D0D"/>
                </a:solidFill>
                <a:latin typeface="Tw Cen MT Condensed"/>
              </a:defRPr>
            </a:lvl4pPr>
            <a:lvl5pPr marL="0" indent="0" algn="l" defTabSz="914400" rtl="0">
              <a:lnSpc>
                <a:spcPct val="80000"/>
              </a:lnSpc>
              <a:spcBef>
                <a:spcPts val="0"/>
              </a:spcBef>
              <a:spcAft>
                <a:spcPts val="0"/>
              </a:spcAft>
              <a:buNone/>
              <a:defRPr sz="4400" b="0" i="0">
                <a:solidFill>
                  <a:srgbClr val="0D0D0D"/>
                </a:solidFill>
                <a:latin typeface="Tw Cen MT Condensed"/>
              </a:defRPr>
            </a:lvl5pPr>
          </a:lstStyle>
          <a:p>
            <a:pPr marL="0" lvl="0" indent="0">
              <a:spcBef>
                <a:spcPts val="0"/>
              </a:spcBef>
              <a:buNone/>
              <a:defRPr/>
            </a:pPr>
            <a:br>
              <a:rPr lang="en-US" sz="4000"/>
            </a:br>
            <a:r>
              <a:rPr lang="en-US" sz="4000"/>
              <a:t>DISCUSSION QUESTIONS</a:t>
            </a:r>
            <a:endParaRPr/>
          </a:p>
        </p:txBody>
      </p:sp>
      <p:sp>
        <p:nvSpPr>
          <p:cNvPr id="1493374165" name="Rectangle 2"/>
          <p:cNvSpPr>
            <a:spLocks noChangeShapeType="1" noGrp="1"/>
          </p:cNvSpPr>
          <p:nvPr>
            <p:ph type="obj"/>
          </p:nvPr>
        </p:nvSpPr>
        <p:spPr bwMode="auto">
          <a:xfrm>
            <a:off x="685800" y="2209800"/>
            <a:ext cx="7772400" cy="4114800"/>
          </a:xfrm>
          <a:prstGeom prst="rect">
            <a:avLst/>
          </a:prstGeom>
        </p:spPr>
        <p:txBody>
          <a:bodyPr lIns="45720" tIns="45720" rIns="45720" bIns="45720" anchor="t"/>
          <a:lstStyle>
            <a:lvl1pPr marL="90487" indent="0" algn="l" defTabSz="914400" rtl="0">
              <a:lnSpc>
                <a:spcPct val="90000"/>
              </a:lnSpc>
              <a:spcBef>
                <a:spcPts val="1200"/>
              </a:spcBef>
              <a:spcAft>
                <a:spcPts val="200"/>
              </a:spcAft>
              <a:buClr>
                <a:srgbClr val="1CADE4"/>
              </a:buClr>
              <a:buSzPct val="100000"/>
              <a:buChar char=" "/>
              <a:defRPr sz="2000" b="0" i="0">
                <a:solidFill>
                  <a:schemeClr val="dk1"/>
                </a:solidFill>
                <a:latin typeface="Tw Cen MT"/>
              </a:defRPr>
            </a:lvl1pPr>
            <a:lvl2pPr marL="265112" indent="128587" algn="l" defTabSz="914400" rtl="0">
              <a:lnSpc>
                <a:spcPct val="90000"/>
              </a:lnSpc>
              <a:spcBef>
                <a:spcPts val="200"/>
              </a:spcBef>
              <a:spcAft>
                <a:spcPts val="400"/>
              </a:spcAft>
              <a:buClr>
                <a:srgbClr val="1CADE4"/>
              </a:buClr>
              <a:buSzPct val="100000"/>
              <a:buChar char=""/>
              <a:defRPr sz="1600" b="0" i="0">
                <a:solidFill>
                  <a:schemeClr val="dk1"/>
                </a:solidFill>
                <a:latin typeface="Tw Cen MT"/>
              </a:defRPr>
            </a:lvl2pPr>
            <a:lvl3pPr marL="447675" indent="31115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3pPr>
            <a:lvl4pPr marL="593725" indent="457200"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4pPr>
            <a:lvl5pPr marL="776287" indent="639762" algn="l" defTabSz="914400" rtl="0">
              <a:lnSpc>
                <a:spcPct val="90000"/>
              </a:lnSpc>
              <a:spcBef>
                <a:spcPts val="200"/>
              </a:spcBef>
              <a:spcAft>
                <a:spcPts val="400"/>
              </a:spcAft>
              <a:buClr>
                <a:srgbClr val="1CADE4"/>
              </a:buClr>
              <a:buSzPct val="100000"/>
              <a:buChar char=""/>
              <a:defRPr sz="1200" b="0" i="0">
                <a:solidFill>
                  <a:schemeClr val="dk1"/>
                </a:solidFill>
                <a:latin typeface="Tw Cen MT"/>
              </a:defRPr>
            </a:lvl5pPr>
          </a:lstStyle>
          <a:p>
            <a:pPr marL="90487" lvl="0" indent="-90487">
              <a:spcBef>
                <a:spcPts val="1200"/>
              </a:spcBef>
              <a:buClr>
                <a:srgbClr val="1CADE4"/>
              </a:buClr>
              <a:buSzPct val="100000"/>
              <a:buFont typeface="Tw Cen MT"/>
              <a:buChar char=" "/>
              <a:defRPr/>
            </a:pPr>
            <a:r>
              <a:rPr/>
              <a:t>Consider the case described earlier in which a school assumed a boy was a drug abuser because two schools used different disciplinary codes in their computerized records. Describe some policies or practices that can help prevent such problems.</a:t>
            </a:r>
            <a:endParaRPr/>
          </a:p>
          <a:p>
            <a:pPr marL="90487" lvl="0" indent="-90487">
              <a:spcBef>
                <a:spcPts val="1200"/>
              </a:spcBef>
              <a:buClr>
                <a:srgbClr val="1CADE4"/>
              </a:buClr>
              <a:buSzPct val="100000"/>
              <a:buFont typeface="Tw Cen MT"/>
              <a:buChar char=" "/>
              <a:defRPr/>
            </a:pPr>
            <a:endParaRPr lang="en-US" sz="2800"/>
          </a:p>
          <a:p>
            <a:pPr marL="90487" lvl="0" indent="-90487">
              <a:spcBef>
                <a:spcPts val="1200"/>
              </a:spcBef>
              <a:buClr>
                <a:srgbClr val="1CADE4"/>
              </a:buClr>
              <a:buSzPct val="100000"/>
              <a:buFont typeface="Tw Cen MT"/>
              <a:buChar char=" "/>
              <a:defRPr/>
            </a:pPr>
            <a:r>
              <a:rPr/>
              <a:t>Suppose you are on a consulting team to design a voting system for your state in which people can vote by logging on to a website (from a computer, smartphone, or other Internet-connected device). What are some important design considerations? Discuss some pros and cons of such a system. Overall, do you think it is a good idea?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Integral">
  <a:themeElements>
    <a:clrScheme name="Default">
      <a:dk1>
        <a:srgbClr val="000000"/>
      </a:dk1>
      <a:lt1>
        <a:srgbClr val="FFFFFF"/>
      </a:lt1>
      <a:dk2>
        <a:srgbClr val="335B74"/>
      </a:dk2>
      <a:lt2>
        <a:srgbClr val="DFE3E5"/>
      </a:lt2>
      <a:accent1>
        <a:srgbClr val="1CADE4"/>
      </a:accent1>
      <a:accent2>
        <a:srgbClr val="2683C6"/>
      </a:accent2>
      <a:accent3>
        <a:srgbClr val="AAAAAA"/>
      </a:accent3>
      <a:accent4>
        <a:srgbClr val="DCDCDC"/>
      </a:accent4>
      <a:accent5>
        <a:srgbClr val="DBF1FA"/>
      </a:accent5>
      <a:accent6>
        <a:srgbClr val="4B9DCA"/>
      </a:accent6>
      <a:hlink>
        <a:srgbClr val="6B9F25"/>
      </a:hlink>
      <a:folHlink>
        <a:srgbClr val="B26B02"/>
      </a:folHlink>
    </a:clrScheme>
    <a:fontScheme name="default">
      <a:majorFont>
        <a:latin typeface="Tw Cen MT"/>
        <a:ea typeface="Arial"/>
        <a:cs typeface="Arial"/>
      </a:majorFont>
      <a:minorFont>
        <a:latin typeface="Arial"/>
        <a:ea typeface="Arial"/>
        <a:cs typeface="Arial"/>
      </a:minorFont>
    </a:fontScheme>
    <a:fmtScheme name="Default">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Integral 1">
        <a:dk1>
          <a:srgbClr val="000000"/>
        </a:dk1>
        <a:lt1>
          <a:srgbClr val="FFFFFF"/>
        </a:lt1>
        <a:dk2>
          <a:srgbClr val="335B74"/>
        </a:dk2>
        <a:lt2>
          <a:srgbClr val="DFE3E5"/>
        </a:lt2>
        <a:accent1>
          <a:srgbClr val="1CADE4"/>
        </a:accent1>
        <a:accent2>
          <a:srgbClr val="2683C6"/>
        </a:accent2>
        <a:accent3>
          <a:srgbClr val="AAAAAA"/>
        </a:accent3>
        <a:accent4>
          <a:srgbClr val="DCDCDC"/>
        </a:accent4>
        <a:accent5>
          <a:srgbClr val="DBF1FA"/>
        </a:accent5>
        <a:accent6>
          <a:srgbClr val="4B9DCA"/>
        </a:accent6>
        <a:hlink>
          <a:srgbClr val="6B9F25"/>
        </a:hlink>
        <a:folHlink>
          <a:srgbClr val="B26B0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Default">
  <a:themeElements>
    <a:clrScheme name="Default">
      <a:dk1>
        <a:srgbClr val="000000"/>
      </a:dk1>
      <a:lt1>
        <a:srgbClr val="FFFFFF"/>
      </a:lt1>
      <a:dk2>
        <a:srgbClr val="44546A"/>
      </a:dk2>
      <a:lt2>
        <a:srgbClr val="E7E6E6"/>
      </a:lt2>
      <a:accent1>
        <a:srgbClr val="5B9BD5"/>
      </a:accent1>
      <a:accent2>
        <a:srgbClr val="ED7D31"/>
      </a:accent2>
      <a:accent3>
        <a:srgbClr val="AAAAAA"/>
      </a:accent3>
      <a:accent4>
        <a:srgbClr val="DCDCDC"/>
      </a:accent4>
      <a:accent5>
        <a:srgbClr val="DBF1FA"/>
      </a:accent5>
      <a:accent6>
        <a:srgbClr val="4B9DCA"/>
      </a:accent6>
      <a:hlink>
        <a:srgbClr val="0563C1"/>
      </a:hlink>
      <a:folHlink>
        <a:srgbClr val="954F72"/>
      </a:folHlink>
    </a:clrScheme>
    <a:fontScheme name="default">
      <a:majorFont>
        <a:latin typeface="Tw Cen MT"/>
        <a:ea typeface="Arial"/>
        <a:cs typeface="Arial"/>
      </a:majorFont>
      <a:minorFont>
        <a:latin typeface="Arial"/>
        <a:ea typeface="Arial"/>
        <a:cs typeface="Arial"/>
      </a:minorFont>
    </a:fontScheme>
    <a:fmtScheme name="Default">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Integral</Template>
  <TotalTime>0</TotalTime>
  <Words>0</Words>
  <Application>ONLYOFFICE/9.0.4.50</Application>
  <PresentationFormat>On-screen Show (4:3)</PresentationFormat>
  <Paragraphs>0</Paragraphs>
  <Slides>83</Slides>
  <Notes>83</Notes>
  <HiddenSlides>0</HiddenSlides>
  <MMClips>2</MMClips>
  <ScaleCrop>0</ScaleCrop>
  <HeadingPairs>
    <vt:vector size="4" baseType="variant">
      <vt:variant>
        <vt:lpstr>Theme</vt:lpstr>
      </vt:variant>
      <vt:variant>
        <vt:i4>1</vt:i4>
      </vt:variant>
      <vt:variant>
        <vt:lpstr>Slide Titles</vt:lpstr>
      </vt:variant>
      <vt:variant>
        <vt:i4>83</vt:i4>
      </vt:variant>
    </vt:vector>
  </HeadingPairs>
  <TitlesOfParts>
    <vt:vector size="8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Gift of Fire</dc:title>
  <dc:creator>sadaf.baloch</dc:creator>
  <cp:lastModifiedBy/>
  <cp:revision>153</cp:revision>
  <dcterms:created xsi:type="dcterms:W3CDTF">2007-09-09T20:42:00Z</dcterms:created>
  <dcterms:modified xsi:type="dcterms:W3CDTF">2026-01-28T05:56:57Z</dcterms:modified>
</cp:coreProperties>
</file>