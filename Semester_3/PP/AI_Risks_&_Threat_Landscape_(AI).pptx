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4630400" cy="8229600"/>
  <p:notesSz cx="8229600" cy="14630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01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77948674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3b779486740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g3b779486740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779486740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b779486740_1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g3b779486740_1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5df60d72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5df60d722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3b5df60d722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5df60d722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5df60d722_1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3b5df60d722_1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5df60d722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5df60d722_1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3b5df60d722_1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779486740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779486740_1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g3b779486740_1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5df60d722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5df60d722_1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3b5df60d722_1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1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2" descr="beutif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4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 descr="beutif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Custom</PresentationFormat>
  <Paragraphs>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L1F24BSCS0937 - Hussain  Durrani</cp:lastModifiedBy>
  <cp:revision>1</cp:revision>
  <dcterms:modified xsi:type="dcterms:W3CDTF">2026-01-10T14:27:58Z</dcterms:modified>
</cp:coreProperties>
</file>